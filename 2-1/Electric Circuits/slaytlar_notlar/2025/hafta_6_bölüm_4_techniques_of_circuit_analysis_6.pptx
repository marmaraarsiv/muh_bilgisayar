
<file path=[Content_Types].xml><?xml version="1.0" encoding="utf-8"?>
<Types xmlns="http://schemas.openxmlformats.org/package/2006/content-types">
  <Default Extension="bin" ContentType="application/vnd.openxmlformats-officedocument.oleObject"/>
  <Default Extension="fntdata" ContentType="application/x-fontdata"/>
  <Default Extension="jpg" ContentType="image/jpeg"/>
  <Default Extension="png" ContentType="image/png"/>
  <Default Extension="rels" ContentType="application/vnd.openxmlformats-package.relationships+xml"/>
  <Default Extension="svg" ContentType="image/svg+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autoCompressPictures="0">
  <p:sldMasterIdLst>
    <p:sldMasterId id="2147483663" r:id="rId1"/>
    <p:sldMasterId id="2147483659" r:id="rId2"/>
  </p:sldMasterIdLst>
  <p:notesMasterIdLst>
    <p:notesMasterId r:id="rId21"/>
  </p:notesMasterIdLst>
  <p:handoutMasterIdLst>
    <p:handoutMasterId r:id="rId22"/>
  </p:handoutMasterIdLst>
  <p:sldIdLst>
    <p:sldId id="330" r:id="rId3"/>
    <p:sldId id="718" r:id="rId4"/>
    <p:sldId id="722" r:id="rId5"/>
    <p:sldId id="753" r:id="rId6"/>
    <p:sldId id="745" r:id="rId7"/>
    <p:sldId id="754" r:id="rId8"/>
    <p:sldId id="746" r:id="rId9"/>
    <p:sldId id="755" r:id="rId10"/>
    <p:sldId id="723" r:id="rId11"/>
    <p:sldId id="729" r:id="rId12"/>
    <p:sldId id="747" r:id="rId13"/>
    <p:sldId id="748" r:id="rId14"/>
    <p:sldId id="749" r:id="rId15"/>
    <p:sldId id="750" r:id="rId16"/>
    <p:sldId id="751" r:id="rId17"/>
    <p:sldId id="756" r:id="rId18"/>
    <p:sldId id="752" r:id="rId19"/>
    <p:sldId id="717" r:id="rId20"/>
  </p:sldIdLst>
  <p:sldSz cx="9144000" cy="6858000" type="screen4x3"/>
  <p:notesSz cx="6858000" cy="9144000"/>
  <p:embeddedFontLst>
    <p:embeddedFont>
      <p:font typeface="Verdana" panose="020B0604030504040204" pitchFamily="34" charset="0"/>
      <p:regular r:id="rId23"/>
      <p:bold r:id="rId24"/>
      <p:italic r:id="rId25"/>
      <p:boldItalic r:id="rId2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427" userDrawn="1">
          <p15:clr>
            <a:srgbClr val="A4A3A4"/>
          </p15:clr>
        </p15:guide>
        <p15:guide id="2" pos="264" userDrawn="1">
          <p15:clr>
            <a:srgbClr val="A4A3A4"/>
          </p15:clr>
        </p15:guide>
        <p15:guide id="3" orient="horz" pos="1139" userDrawn="1">
          <p15:clr>
            <a:srgbClr val="A4A3A4"/>
          </p15:clr>
        </p15:guide>
        <p15:guide id="4" pos="2880" userDrawn="1">
          <p15:clr>
            <a:srgbClr val="A4A3A4"/>
          </p15:clr>
        </p15:guide>
        <p15:guide id="5" pos="5465" userDrawn="1">
          <p15:clr>
            <a:srgbClr val="A4A3A4"/>
          </p15:clr>
        </p15:guide>
        <p15:guide id="6" orient="horz" pos="4042" userDrawn="1">
          <p15:clr>
            <a:srgbClr val="A4A3A4"/>
          </p15:clr>
        </p15:guide>
        <p15:guide id="7" orient="horz" pos="2160" userDrawn="1">
          <p15:clr>
            <a:srgbClr val="A4A3A4"/>
          </p15:clr>
        </p15:guide>
        <p15:guide id="8" orient="horz" pos="822"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7" name="Author" initials="A" lastIdx="0" clrIdx="7"/>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FA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40F9630F-82C1-40B7-BC3A-925EFCFF5E92}">
  <a:tblStyle styleId="{40F9630F-82C1-40B7-BC3A-925EFCFF5E92}" styleName="Table_0">
    <a:wholeTbl>
      <a:tcTxStyle b="off" i="off">
        <a:font>
          <a:latin typeface="Arial"/>
          <a:ea typeface="Arial"/>
          <a:cs typeface="Arial"/>
        </a:font>
        <a:schemeClr val="dk1"/>
      </a:tcTxStyle>
      <a:tcStyle>
        <a:tcBdr>
          <a:left>
            <a:ln w="9525" cap="flat" cmpd="sng">
              <a:solidFill>
                <a:srgbClr val="000000">
                  <a:alpha val="0"/>
                </a:srgbClr>
              </a:solidFill>
              <a:prstDash val="solid"/>
              <a:round/>
              <a:headEnd type="none" w="med" len="med"/>
              <a:tailEnd type="none" w="med" len="med"/>
            </a:ln>
          </a:left>
          <a:right>
            <a:ln w="9525" cap="flat" cmpd="sng">
              <a:solidFill>
                <a:srgbClr val="000000">
                  <a:alpha val="0"/>
                </a:srgbClr>
              </a:solidFill>
              <a:prstDash val="solid"/>
              <a:round/>
              <a:headEnd type="none" w="med" len="med"/>
              <a:tailEnd type="none" w="med" len="med"/>
            </a:ln>
          </a:right>
          <a:top>
            <a:ln w="12700" cap="flat" cmpd="sng">
              <a:solidFill>
                <a:schemeClr val="accent1"/>
              </a:solidFill>
              <a:prstDash val="solid"/>
              <a:round/>
              <a:headEnd type="none" w="med" len="med"/>
              <a:tailEnd type="none" w="med" len="med"/>
            </a:ln>
          </a:top>
          <a:bottom>
            <a:ln w="12700" cap="flat" cmpd="sng">
              <a:solidFill>
                <a:schemeClr val="accent1"/>
              </a:solidFill>
              <a:prstDash val="solid"/>
              <a:round/>
              <a:headEnd type="none" w="med" len="med"/>
              <a:tailEnd type="none" w="med" len="med"/>
            </a:ln>
          </a:bottom>
          <a:insideH>
            <a:ln w="9525" cap="flat" cmpd="sng">
              <a:solidFill>
                <a:srgbClr val="000000">
                  <a:alpha val="0"/>
                </a:srgbClr>
              </a:solidFill>
              <a:prstDash val="solid"/>
              <a:round/>
              <a:headEnd type="none" w="med" len="med"/>
              <a:tailEnd type="none" w="med" len="med"/>
            </a:ln>
          </a:insideH>
          <a:insideV>
            <a:ln w="9525" cap="flat" cmpd="sng">
              <a:solidFill>
                <a:srgbClr val="000000">
                  <a:alpha val="0"/>
                </a:srgbClr>
              </a:solidFill>
              <a:prstDash val="solid"/>
              <a:round/>
              <a:headEnd type="none" w="med" len="med"/>
              <a:tailEnd type="none" w="med" len="med"/>
            </a:ln>
          </a:insideV>
        </a:tcBdr>
        <a:fill>
          <a:solidFill>
            <a:srgbClr val="FFFFFF">
              <a:alpha val="0"/>
            </a:srgbClr>
          </a:solid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i="off"/>
      <a:tcStyle>
        <a:tcBdr/>
      </a:tcStyle>
    </a:lastCol>
    <a:firstCol>
      <a:tcTxStyle b="on" i="off"/>
      <a:tcStyle>
        <a:tcBdr/>
      </a:tcStyle>
    </a:firstCol>
    <a:lastRow>
      <a:tcTxStyle b="on" i="off"/>
      <a:tcStyle>
        <a:tcBdr>
          <a:top>
            <a:ln w="12700" cap="flat" cmpd="sng">
              <a:solidFill>
                <a:schemeClr val="accent1"/>
              </a:solidFill>
              <a:prstDash val="solid"/>
              <a:round/>
              <a:headEnd type="none" w="med" len="med"/>
              <a:tailEnd type="none" w="med" len="med"/>
            </a:ln>
          </a:top>
        </a:tcBdr>
        <a:fill>
          <a:solidFill>
            <a:srgbClr val="FFFFFF">
              <a:alpha val="0"/>
            </a:srgbClr>
          </a:solidFill>
        </a:fill>
      </a:tcStyle>
    </a:lastRow>
    <a:firstRow>
      <a:tcTxStyle b="on" i="off"/>
      <a:tcStyle>
        <a:tcBdr>
          <a:bottom>
            <a:ln w="12700" cap="flat" cmpd="sng">
              <a:solidFill>
                <a:schemeClr val="accent1"/>
              </a:solidFill>
              <a:prstDash val="solid"/>
              <a:round/>
              <a:headEnd type="none" w="med" len="med"/>
              <a:tailEnd type="none" w="med" len="med"/>
            </a:ln>
          </a:bottom>
        </a:tcBdr>
        <a:fill>
          <a:solidFill>
            <a:srgbClr val="FFFFFF">
              <a:alpha val="0"/>
            </a:srgbClr>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389" autoAdjust="0"/>
    <p:restoredTop sz="94291" autoAdjust="0"/>
  </p:normalViewPr>
  <p:slideViewPr>
    <p:cSldViewPr snapToGrid="0" snapToObjects="1">
      <p:cViewPr varScale="1">
        <p:scale>
          <a:sx n="109" d="100"/>
          <a:sy n="109" d="100"/>
        </p:scale>
        <p:origin x="1856" y="184"/>
      </p:cViewPr>
      <p:guideLst>
        <p:guide orient="horz" pos="427"/>
        <p:guide pos="264"/>
        <p:guide orient="horz" pos="1139"/>
        <p:guide pos="2880"/>
        <p:guide pos="5465"/>
        <p:guide orient="horz" pos="4042"/>
        <p:guide orient="horz" pos="2160"/>
        <p:guide orient="horz" pos="822"/>
      </p:guideLst>
    </p:cSldViewPr>
  </p:slideViewPr>
  <p:outlineViewPr>
    <p:cViewPr>
      <p:scale>
        <a:sx n="33" d="100"/>
        <a:sy n="33" d="100"/>
      </p:scale>
      <p:origin x="0" y="-4548"/>
    </p:cViewPr>
  </p:outlineViewPr>
  <p:notesTextViewPr>
    <p:cViewPr>
      <p:scale>
        <a:sx n="3" d="2"/>
        <a:sy n="3" d="2"/>
      </p:scale>
      <p:origin x="0" y="0"/>
    </p:cViewPr>
  </p:notesTextViewPr>
  <p:sorterViewPr>
    <p:cViewPr>
      <p:scale>
        <a:sx n="100" d="100"/>
        <a:sy n="100" d="100"/>
      </p:scale>
      <p:origin x="0" y="-3346"/>
    </p:cViewPr>
  </p:sorterViewPr>
  <p:notesViewPr>
    <p:cSldViewPr snapToGrid="0" snapToObjects="1">
      <p:cViewPr varScale="1">
        <p:scale>
          <a:sx n="84" d="100"/>
          <a:sy n="84" d="100"/>
        </p:scale>
        <p:origin x="2226" y="10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font" Target="fonts/font4.fntdata"/><Relationship Id="rId3" Type="http://schemas.openxmlformats.org/officeDocument/2006/relationships/slide" Target="slides/slide1.xml"/><Relationship Id="rId21" Type="http://schemas.openxmlformats.org/officeDocument/2006/relationships/notesMaster" Target="notesMasters/notesMaster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font" Target="fonts/font3.fntdata"/><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font" Target="fonts/font2.fntdata"/><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font" Target="fonts/font1.fntdata"/><Relationship Id="rId28"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handoutMaster" Target="handoutMasters/handoutMaster1.xml"/><Relationship Id="rId27" Type="http://schemas.openxmlformats.org/officeDocument/2006/relationships/commentAuthors" Target="commentAuthors.xml"/><Relationship Id="rId30"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2885CB01-6679-D646-ACB3-8B04B786C15F}" type="datetimeFigureOut">
              <a:rPr lang="en-US" smtClean="0"/>
              <a:t>10/27/25</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Tree>
    <p:extLst>
      <p:ext uri="{BB962C8B-B14F-4D97-AF65-F5344CB8AC3E}">
        <p14:creationId xmlns:p14="http://schemas.microsoft.com/office/powerpoint/2010/main" val="3554063017"/>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Shape 3"/>
          <p:cNvSpPr txBox="1">
            <a:spLocks noGrp="1"/>
          </p:cNvSpPr>
          <p:nvPr>
            <p:ph type="hdr" idx="2"/>
          </p:nvPr>
        </p:nvSpPr>
        <p:spPr>
          <a:xfrm>
            <a:off x="0" y="0"/>
            <a:ext cx="2971799" cy="4572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4" name="Shape 4"/>
          <p:cNvSpPr txBox="1">
            <a:spLocks noGrp="1"/>
          </p:cNvSpPr>
          <p:nvPr>
            <p:ph type="dt" idx="10"/>
          </p:nvPr>
        </p:nvSpPr>
        <p:spPr>
          <a:xfrm>
            <a:off x="3884612" y="0"/>
            <a:ext cx="2971799" cy="457200"/>
          </a:xfrm>
          <a:prstGeom prst="rect">
            <a:avLst/>
          </a:prstGeom>
          <a:noFill/>
          <a:ln>
            <a:noFill/>
          </a:ln>
        </p:spPr>
        <p:txBody>
          <a:bodyPr lIns="91425" tIns="91425" rIns="91425" bIns="91425" anchor="t" anchorCtr="0"/>
          <a:lstStyle>
            <a:lvl1pPr marL="0" marR="0" lvl="0" indent="0" algn="r"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5" name="Shape 5"/>
          <p:cNvSpPr>
            <a:spLocks noGrp="1" noRot="1" noChangeAspect="1"/>
          </p:cNvSpPr>
          <p:nvPr>
            <p:ph type="sldImg" idx="3"/>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6" name="Shape 6"/>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200" b="0" i="0" u="none" strike="noStrike" cap="none">
                <a:solidFill>
                  <a:schemeClr val="dk1"/>
                </a:solidFill>
                <a:latin typeface="Arial"/>
                <a:ea typeface="Arial"/>
                <a:cs typeface="Arial"/>
                <a:sym typeface="Arial"/>
              </a:defRPr>
            </a:lvl2pPr>
            <a:lvl3pPr marL="914400" marR="0" lvl="2" indent="0" algn="l" rtl="0">
              <a:spcBef>
                <a:spcPts val="0"/>
              </a:spcBef>
              <a:buNone/>
              <a:defRPr sz="1200" b="0" i="0" u="none" strike="noStrike" cap="none">
                <a:solidFill>
                  <a:schemeClr val="dk1"/>
                </a:solidFill>
                <a:latin typeface="Arial"/>
                <a:ea typeface="Arial"/>
                <a:cs typeface="Arial"/>
                <a:sym typeface="Arial"/>
              </a:defRPr>
            </a:lvl3pPr>
            <a:lvl4pPr marL="1371600" marR="0" lvl="3" indent="0" algn="l" rtl="0">
              <a:spcBef>
                <a:spcPts val="0"/>
              </a:spcBef>
              <a:buNone/>
              <a:defRPr sz="1200" b="0" i="0" u="none" strike="noStrike" cap="none">
                <a:solidFill>
                  <a:schemeClr val="dk1"/>
                </a:solidFill>
                <a:latin typeface="Arial"/>
                <a:ea typeface="Arial"/>
                <a:cs typeface="Arial"/>
                <a:sym typeface="Arial"/>
              </a:defRPr>
            </a:lvl4pPr>
            <a:lvl5pPr marL="1828800" marR="0" lvl="4" indent="0" algn="l" rtl="0">
              <a:spcBef>
                <a:spcPts val="0"/>
              </a:spcBef>
              <a:buNone/>
              <a:defRPr sz="1200" b="0" i="0" u="none" strike="noStrike" cap="none">
                <a:solidFill>
                  <a:schemeClr val="dk1"/>
                </a:solidFill>
                <a:latin typeface="Arial"/>
                <a:ea typeface="Arial"/>
                <a:cs typeface="Arial"/>
                <a:sym typeface="Arial"/>
              </a:defRPr>
            </a:lvl5pPr>
            <a:lvl6pPr marL="2286000" marR="0" lvl="5" indent="0" algn="l" rtl="0">
              <a:spcBef>
                <a:spcPts val="0"/>
              </a:spcBef>
              <a:buNone/>
              <a:defRPr sz="1200" b="0" i="0" u="none" strike="noStrike" cap="none">
                <a:solidFill>
                  <a:schemeClr val="dk1"/>
                </a:solidFill>
                <a:latin typeface="Arial"/>
                <a:ea typeface="Arial"/>
                <a:cs typeface="Arial"/>
                <a:sym typeface="Arial"/>
              </a:defRPr>
            </a:lvl6pPr>
            <a:lvl7pPr marL="2743200" marR="0" lvl="6" indent="0" algn="l" rtl="0">
              <a:spcBef>
                <a:spcPts val="0"/>
              </a:spcBef>
              <a:buNone/>
              <a:defRPr sz="1200" b="0" i="0" u="none" strike="noStrike" cap="none">
                <a:solidFill>
                  <a:schemeClr val="dk1"/>
                </a:solidFill>
                <a:latin typeface="Arial"/>
                <a:ea typeface="Arial"/>
                <a:cs typeface="Arial"/>
                <a:sym typeface="Arial"/>
              </a:defRPr>
            </a:lvl7pPr>
            <a:lvl8pPr marL="3200400" marR="0" lvl="7" indent="0" algn="l" rtl="0">
              <a:spcBef>
                <a:spcPts val="0"/>
              </a:spcBef>
              <a:buNone/>
              <a:defRPr sz="1200" b="0" i="0" u="none" strike="noStrike" cap="none">
                <a:solidFill>
                  <a:schemeClr val="dk1"/>
                </a:solidFill>
                <a:latin typeface="Arial"/>
                <a:ea typeface="Arial"/>
                <a:cs typeface="Arial"/>
                <a:sym typeface="Arial"/>
              </a:defRPr>
            </a:lvl8pPr>
            <a:lvl9pPr marL="3657600" marR="0" lvl="8" indent="0" algn="l" rtl="0">
              <a:spcBef>
                <a:spcPts val="0"/>
              </a:spcBef>
              <a:buNone/>
              <a:defRPr sz="1200" b="0" i="0" u="none" strike="noStrike" cap="none">
                <a:solidFill>
                  <a:schemeClr val="dk1"/>
                </a:solidFill>
                <a:latin typeface="Arial"/>
                <a:ea typeface="Arial"/>
                <a:cs typeface="Arial"/>
                <a:sym typeface="Arial"/>
              </a:defRPr>
            </a:lvl9pPr>
          </a:lstStyle>
          <a:p>
            <a:endParaRPr dirty="0"/>
          </a:p>
        </p:txBody>
      </p:sp>
      <p:sp>
        <p:nvSpPr>
          <p:cNvPr id="7" name="Shape 7"/>
          <p:cNvSpPr txBox="1">
            <a:spLocks noGrp="1"/>
          </p:cNvSpPr>
          <p:nvPr>
            <p:ph type="ftr" idx="11"/>
          </p:nvPr>
        </p:nvSpPr>
        <p:spPr>
          <a:xfrm>
            <a:off x="0" y="8685213"/>
            <a:ext cx="2971799" cy="457200"/>
          </a:xfrm>
          <a:prstGeom prst="rect">
            <a:avLst/>
          </a:prstGeom>
          <a:noFill/>
          <a:ln>
            <a:noFill/>
          </a:ln>
        </p:spPr>
        <p:txBody>
          <a:bodyPr lIns="91425" tIns="91425" rIns="91425" bIns="91425" anchor="b"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8" name="Shape 8"/>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457102709"/>
      </p:ext>
    </p:extLst>
  </p:cSld>
  <p:clrMap bg1="lt1" tx1="dk1" bg2="dk2" tx2="lt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this PowerPoint presentation contains mathematical equations, you may need to check that your computer has the following installed:</a:t>
            </a:r>
          </a:p>
          <a:p>
            <a:r>
              <a:rPr lang="en-US" dirty="0"/>
              <a:t>1) Math Type Plugin</a:t>
            </a:r>
          </a:p>
          <a:p>
            <a:r>
              <a:rPr lang="en-US" dirty="0"/>
              <a:t>2) Math Player (free versions available)</a:t>
            </a:r>
          </a:p>
          <a:p>
            <a:r>
              <a:rPr lang="en-US" dirty="0"/>
              <a:t>3) NVDA Reader (free versions available)</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3541993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09941980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32973687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B73411-3771-BC61-39EA-60541ED7E3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9AB5374-88D9-EFCA-F2B1-312FEA59B91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5D0553D-63A6-FDBE-D7B4-FB985C9261E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8A41E9A-DA05-9A48-B35B-CD568A16AF90}"/>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4</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56883514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5</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07139859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0B4163-85B5-D147-E602-2B82596C7BD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3D5A6A-3CA9-C7ED-3D0B-67DFD401B1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3784A27-3976-6313-E3FD-0D43584CCAF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70491D0-02C0-3A61-05FF-7F4916FCA148}"/>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6</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68450865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7</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99106906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31A16C-6BED-3C69-3E27-485A7BCBACC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068475E-1C38-8914-4F2A-93CF68197A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B42CB59-60E6-D42E-6BE8-5823664C455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20CA0E9-9A80-93A5-6744-E22032A5F4C8}"/>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8</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45862873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9</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9131757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10</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776399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11</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43516245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12</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53133353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13</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6842624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14</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68793686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15</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31202210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441351-B507-2C81-DA3F-DCE53FC4D71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46CE82B-D525-9028-F6A0-E845888EB9C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D3597AC-7208-FB0F-C3CF-DBF83AF272F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8B209EF-6CA0-7116-C648-3C49348440B6}"/>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16</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4337958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17</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99238916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Slide Image Placeholder 1">
            <a:extLst>
              <a:ext uri="{FF2B5EF4-FFF2-40B4-BE49-F238E27FC236}">
                <a16:creationId xmlns:a16="http://schemas.microsoft.com/office/drawing/2014/main" id="{F9CAA192-07C2-4912-B6C5-CA306F17FBDD}"/>
              </a:ext>
            </a:extLst>
          </p:cNvPr>
          <p:cNvSpPr>
            <a:spLocks noGrp="1" noRot="1" noChangeAspect="1" noTextEdit="1"/>
          </p:cNvSpPr>
          <p:nvPr>
            <p:ph type="sldImg"/>
          </p:nvPr>
        </p:nvSpPr>
        <p:spPr>
          <a:ln>
            <a:headEnd/>
            <a:tailEnd/>
          </a:ln>
        </p:spPr>
      </p:sp>
      <p:sp>
        <p:nvSpPr>
          <p:cNvPr id="48131" name="Notes Placeholder 2">
            <a:extLst>
              <a:ext uri="{FF2B5EF4-FFF2-40B4-BE49-F238E27FC236}">
                <a16:creationId xmlns:a16="http://schemas.microsoft.com/office/drawing/2014/main" id="{D9D7DF65-6D37-4A7E-9EC7-2261A13D3C4B}"/>
              </a:ext>
            </a:extLst>
          </p:cNvPr>
          <p:cNvSpPr txBox="1">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numCol="1" compatLnSpc="1">
            <a:prstTxWarp prst="textNoShape">
              <a:avLst/>
            </a:prstTxWarp>
          </a:bodyPr>
          <a:lstStyle/>
          <a:p>
            <a:pPr>
              <a:spcBef>
                <a:spcPct val="0"/>
              </a:spcBef>
            </a:pPr>
            <a:endParaRPr lang="de-DE" altLang="en-US">
              <a:solidFill>
                <a:srgbClr val="000000"/>
              </a:solidFill>
              <a:latin typeface="Arial" panose="020B0604020202020204" pitchFamily="34" charset="0"/>
              <a:cs typeface="Arial" panose="020B0604020202020204" pitchFamily="34" charset="0"/>
              <a:sym typeface="Arial" panose="020B0604020202020204" pitchFamily="34" charset="0"/>
            </a:endParaRPr>
          </a:p>
        </p:txBody>
      </p:sp>
      <p:sp>
        <p:nvSpPr>
          <p:cNvPr id="48132" name="Slide Number Placeholder 3">
            <a:extLst>
              <a:ext uri="{FF2B5EF4-FFF2-40B4-BE49-F238E27FC236}">
                <a16:creationId xmlns:a16="http://schemas.microsoft.com/office/drawing/2014/main" id="{2998DBAB-D818-4DFB-A086-C98B5573E013}"/>
              </a:ext>
            </a:extLst>
          </p:cNvPr>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fld id="{62E8CF15-2268-4E7C-A993-40BF9E4643D2}" type="slidenum">
              <a:rPr lang="en-US" altLang="en-US" sz="1200" smtClean="0"/>
              <a:pPr/>
              <a:t>18</a:t>
            </a:fld>
            <a:endParaRPr lang="en-US" altLang="en-US" sz="1200"/>
          </a:p>
        </p:txBody>
      </p:sp>
    </p:spTree>
    <p:extLst>
      <p:ext uri="{BB962C8B-B14F-4D97-AF65-F5344CB8AC3E}">
        <p14:creationId xmlns:p14="http://schemas.microsoft.com/office/powerpoint/2010/main" val="51452520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hapter Opener-add copyright">
    <p:spTree>
      <p:nvGrpSpPr>
        <p:cNvPr id="1" name="Shape 37"/>
        <p:cNvGrpSpPr/>
        <p:nvPr/>
      </p:nvGrpSpPr>
      <p:grpSpPr>
        <a:xfrm>
          <a:off x="0" y="0"/>
          <a:ext cx="0" cy="0"/>
          <a:chOff x="0" y="0"/>
          <a:chExt cx="0" cy="0"/>
        </a:xfrm>
      </p:grpSpPr>
      <p:sp>
        <p:nvSpPr>
          <p:cNvPr id="38" name="Title Placeholder"/>
          <p:cNvSpPr txBox="1">
            <a:spLocks noGrp="1"/>
          </p:cNvSpPr>
          <p:nvPr>
            <p:ph type="title"/>
          </p:nvPr>
        </p:nvSpPr>
        <p:spPr>
          <a:xfrm>
            <a:off x="457200" y="215371"/>
            <a:ext cx="8229600" cy="622828"/>
          </a:xfrm>
          <a:prstGeom prst="rect">
            <a:avLst/>
          </a:prstGeom>
          <a:noFill/>
          <a:ln>
            <a:noFill/>
          </a:ln>
        </p:spPr>
        <p:txBody>
          <a:bodyPr lIns="91425" tIns="91425" rIns="91425" bIns="91425" anchor="t"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9" name="Content Placeholder"/>
          <p:cNvSpPr txBox="1">
            <a:spLocks noGrp="1"/>
          </p:cNvSpPr>
          <p:nvPr>
            <p:ph type="body" idx="1"/>
          </p:nvPr>
        </p:nvSpPr>
        <p:spPr>
          <a:xfrm>
            <a:off x="457200" y="816429"/>
            <a:ext cx="8229600" cy="47897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000" b="0" i="0" u="none" strike="noStrike" cap="none">
                <a:solidFill>
                  <a:srgbClr val="007FA3"/>
                </a:solidFill>
                <a:latin typeface="Arial"/>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dirty="0"/>
          </a:p>
        </p:txBody>
      </p:sp>
      <p:sp>
        <p:nvSpPr>
          <p:cNvPr id="4" name="Content Placeholder 3">
            <a:extLst>
              <a:ext uri="{FF2B5EF4-FFF2-40B4-BE49-F238E27FC236}">
                <a16:creationId xmlns:a16="http://schemas.microsoft.com/office/drawing/2014/main" id="{6EE677B9-EC76-47FA-B8D6-49D033518C61}"/>
              </a:ext>
            </a:extLst>
          </p:cNvPr>
          <p:cNvSpPr>
            <a:spLocks noGrp="1"/>
          </p:cNvSpPr>
          <p:nvPr>
            <p:ph sz="quarter" idx="13" hasCustomPrompt="1"/>
          </p:nvPr>
        </p:nvSpPr>
        <p:spPr>
          <a:xfrm>
            <a:off x="457200" y="1600200"/>
            <a:ext cx="4397375" cy="4525963"/>
          </a:xfrm>
        </p:spPr>
        <p:txBody>
          <a:bodyPr/>
          <a:lstStyle>
            <a:lvl1pPr marL="101600" indent="0">
              <a:buNone/>
              <a:defRPr/>
            </a:lvl1pPr>
          </a:lstStyle>
          <a:p>
            <a:pPr lvl="0"/>
            <a:r>
              <a:rPr lang="en-US" dirty="0"/>
              <a:t>Image of front cover</a:t>
            </a:r>
          </a:p>
        </p:txBody>
      </p:sp>
      <p:sp>
        <p:nvSpPr>
          <p:cNvPr id="6" name="Content Placeholder 5">
            <a:extLst>
              <a:ext uri="{FF2B5EF4-FFF2-40B4-BE49-F238E27FC236}">
                <a16:creationId xmlns:a16="http://schemas.microsoft.com/office/drawing/2014/main" id="{F4ED3915-2147-4382-A599-2376CC8854D1}"/>
              </a:ext>
            </a:extLst>
          </p:cNvPr>
          <p:cNvSpPr>
            <a:spLocks noGrp="1"/>
          </p:cNvSpPr>
          <p:nvPr>
            <p:ph sz="quarter" idx="14" hasCustomPrompt="1"/>
          </p:nvPr>
        </p:nvSpPr>
        <p:spPr>
          <a:xfrm>
            <a:off x="5029200" y="1600200"/>
            <a:ext cx="3657600" cy="1492250"/>
          </a:xfrm>
        </p:spPr>
        <p:txBody>
          <a:bodyPr anchor="b"/>
          <a:lstStyle>
            <a:lvl1pPr marL="101600" indent="0">
              <a:buNone/>
              <a:defRPr sz="3000"/>
            </a:lvl1pPr>
            <a:lvl2pPr marL="558800" indent="0">
              <a:buNone/>
              <a:defRPr/>
            </a:lvl2pPr>
          </a:lstStyle>
          <a:p>
            <a:pPr lvl="0"/>
            <a:r>
              <a:rPr lang="en-US" dirty="0"/>
              <a:t>Chapter #</a:t>
            </a:r>
          </a:p>
        </p:txBody>
      </p:sp>
      <p:sp>
        <p:nvSpPr>
          <p:cNvPr id="8" name="Content Placeholder 7">
            <a:extLst>
              <a:ext uri="{FF2B5EF4-FFF2-40B4-BE49-F238E27FC236}">
                <a16:creationId xmlns:a16="http://schemas.microsoft.com/office/drawing/2014/main" id="{3B38FD8D-0DB0-4A1A-A3F1-E26B606AC837}"/>
              </a:ext>
            </a:extLst>
          </p:cNvPr>
          <p:cNvSpPr>
            <a:spLocks noGrp="1"/>
          </p:cNvSpPr>
          <p:nvPr>
            <p:ph sz="quarter" idx="15" hasCustomPrompt="1"/>
          </p:nvPr>
        </p:nvSpPr>
        <p:spPr>
          <a:xfrm>
            <a:off x="5029200" y="3252788"/>
            <a:ext cx="3657600" cy="2873375"/>
          </a:xfrm>
        </p:spPr>
        <p:txBody>
          <a:bodyPr/>
          <a:lstStyle>
            <a:lvl1pPr marL="101600" indent="0">
              <a:buNone/>
              <a:defRPr sz="2200"/>
            </a:lvl1pPr>
          </a:lstStyle>
          <a:p>
            <a:pPr lvl="0"/>
            <a:r>
              <a:rPr lang="en-US" dirty="0"/>
              <a:t>Chapter name</a:t>
            </a:r>
          </a:p>
        </p:txBody>
      </p:sp>
      <p:sp>
        <p:nvSpPr>
          <p:cNvPr id="12" name="Shape 13">
            <a:extLst>
              <a:ext uri="{FF2B5EF4-FFF2-40B4-BE49-F238E27FC236}">
                <a16:creationId xmlns:a16="http://schemas.microsoft.com/office/drawing/2014/main" id="{C5328E6C-2B17-49B8-8712-6C0E107A1D99}"/>
              </a:ext>
            </a:extLst>
          </p:cNvPr>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tx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a:defRPr/>
            </a:pPr>
            <a:endParaRPr lang="en-US" dirty="0">
              <a:solidFill>
                <a:schemeClr val="tx1"/>
              </a:solidFill>
            </a:endParaRPr>
          </a:p>
        </p:txBody>
      </p:sp>
      <p:sp>
        <p:nvSpPr>
          <p:cNvPr id="13" name="Shape 14">
            <a:extLst>
              <a:ext uri="{FF2B5EF4-FFF2-40B4-BE49-F238E27FC236}">
                <a16:creationId xmlns:a16="http://schemas.microsoft.com/office/drawing/2014/main" id="{CE0B5B1C-8858-43DC-BD75-C546F4738779}"/>
              </a:ext>
            </a:extLst>
          </p:cNvPr>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lvl1pPr>
              <a:defRPr>
                <a:solidFill>
                  <a:schemeClr val="tx1"/>
                </a:solidFill>
              </a:defRPr>
            </a:lvl1pPr>
          </a:lstStyle>
          <a:p>
            <a:pPr algn="r">
              <a:buSzPct val="25000"/>
              <a:defRPr/>
            </a:pPr>
            <a:fld id="{00000000-1234-1234-1234-123412341234}" type="slidenum">
              <a:rPr lang="en-US" sz="900" smtClean="0"/>
              <a:pPr algn="r">
                <a:buSzPct val="25000"/>
                <a:defRPr/>
              </a:pPr>
              <a:t>‹#›</a:t>
            </a:fld>
            <a:endParaRPr lang="en-US" sz="900" dirty="0"/>
          </a:p>
        </p:txBody>
      </p:sp>
      <p:sp>
        <p:nvSpPr>
          <p:cNvPr id="9" name="Picture Placeholder 8">
            <a:extLst>
              <a:ext uri="{FF2B5EF4-FFF2-40B4-BE49-F238E27FC236}">
                <a16:creationId xmlns:a16="http://schemas.microsoft.com/office/drawing/2014/main" id="{51B8939D-A957-42F9-A1B5-556D29D235AB}"/>
              </a:ext>
            </a:extLst>
          </p:cNvPr>
          <p:cNvSpPr>
            <a:spLocks noGrp="1"/>
          </p:cNvSpPr>
          <p:nvPr>
            <p:ph type="pic" sz="quarter" idx="16" hasCustomPrompt="1"/>
          </p:nvPr>
        </p:nvSpPr>
        <p:spPr>
          <a:xfrm>
            <a:off x="457200" y="6400801"/>
            <a:ext cx="1001713" cy="228600"/>
          </a:xfrm>
        </p:spPr>
        <p:txBody>
          <a:bodyPr anchor="ctr"/>
          <a:lstStyle>
            <a:lvl1pPr>
              <a:buNone/>
              <a:defRPr sz="1200">
                <a:latin typeface="Verdana" panose="020B0604030504040204" pitchFamily="34" charset="0"/>
                <a:ea typeface="Verdana" panose="020B0604030504040204" pitchFamily="34" charset="0"/>
              </a:defRPr>
            </a:lvl1pPr>
          </a:lstStyle>
          <a:p>
            <a:r>
              <a:rPr lang="en-US" dirty="0"/>
              <a:t>Logo</a:t>
            </a:r>
          </a:p>
        </p:txBody>
      </p:sp>
      <p:sp>
        <p:nvSpPr>
          <p:cNvPr id="18" name="Content Placeholder 17">
            <a:extLst>
              <a:ext uri="{FF2B5EF4-FFF2-40B4-BE49-F238E27FC236}">
                <a16:creationId xmlns:a16="http://schemas.microsoft.com/office/drawing/2014/main" id="{0CF87F15-2C58-4DFC-BACB-0E2C6507BCDE}"/>
              </a:ext>
            </a:extLst>
          </p:cNvPr>
          <p:cNvSpPr>
            <a:spLocks noGrp="1"/>
          </p:cNvSpPr>
          <p:nvPr>
            <p:ph sz="quarter" idx="17" hasCustomPrompt="1"/>
          </p:nvPr>
        </p:nvSpPr>
        <p:spPr>
          <a:xfrm>
            <a:off x="2097088" y="6400800"/>
            <a:ext cx="6589712" cy="228600"/>
          </a:xfrm>
        </p:spPr>
        <p:txBody>
          <a:bodyPr anchor="ctr"/>
          <a:lstStyle>
            <a:lvl1pPr algn="r">
              <a:buNone/>
              <a:defRPr sz="1200">
                <a:latin typeface="Verdana" panose="020B0604030504040204" pitchFamily="34" charset="0"/>
                <a:ea typeface="Verdana" panose="020B0604030504040204" pitchFamily="34" charset="0"/>
              </a:defRPr>
            </a:lvl1pPr>
          </a:lstStyle>
          <a:p>
            <a:pPr lvl="0"/>
            <a:r>
              <a:rPr lang="en-US" dirty="0"/>
              <a:t>Copyright Information</a:t>
            </a:r>
          </a:p>
        </p:txBody>
      </p:sp>
    </p:spTree>
    <p:extLst>
      <p:ext uri="{BB962C8B-B14F-4D97-AF65-F5344CB8AC3E}">
        <p14:creationId xmlns:p14="http://schemas.microsoft.com/office/powerpoint/2010/main" val="839355990"/>
      </p:ext>
    </p:extLst>
  </p:cSld>
  <p:clrMapOvr>
    <a:masterClrMapping/>
  </p:clrMapOvr>
  <p:extLst>
    <p:ext uri="{DCECCB84-F9BA-43D5-87BE-67443E8EF086}">
      <p15:sldGuideLst xmlns:p15="http://schemas.microsoft.com/office/powerpoint/2012/main">
        <p15:guide id="2" pos="288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add copyright">
    <p:spTree>
      <p:nvGrpSpPr>
        <p:cNvPr id="1" name="Shape 17"/>
        <p:cNvGrpSpPr/>
        <p:nvPr/>
      </p:nvGrpSpPr>
      <p:grpSpPr>
        <a:xfrm>
          <a:off x="0" y="0"/>
          <a:ext cx="0" cy="0"/>
          <a:chOff x="0" y="0"/>
          <a:chExt cx="0" cy="0"/>
        </a:xfrm>
      </p:grpSpPr>
      <p:sp>
        <p:nvSpPr>
          <p:cNvPr id="18" name="Shape 18"/>
          <p:cNvSpPr/>
          <p:nvPr/>
        </p:nvSpPr>
        <p:spPr>
          <a:xfrm>
            <a:off x="0" y="0"/>
            <a:ext cx="9144000" cy="3886200"/>
          </a:xfrm>
          <a:prstGeom prst="rect">
            <a:avLst/>
          </a:prstGeom>
          <a:solidFill>
            <a:srgbClr val="007FA3"/>
          </a:solidFill>
          <a:ln w="25400" cap="flat" cmpd="sng">
            <a:solidFill>
              <a:srgbClr val="007FA3"/>
            </a:solidFill>
            <a:prstDash val="solid"/>
            <a:round/>
            <a:headEnd type="none" w="med" len="med"/>
            <a:tailEnd type="none" w="med" len="med"/>
          </a:ln>
        </p:spPr>
        <p:txBody>
          <a:bodyPr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rgbClr val="FFFFFF"/>
              </a:solidFill>
              <a:effectLst/>
              <a:uLnTx/>
              <a:uFillTx/>
              <a:latin typeface="Arial"/>
              <a:ea typeface="Arial"/>
              <a:cs typeface="Arial"/>
              <a:sym typeface="Arial"/>
            </a:endParaRPr>
          </a:p>
        </p:txBody>
      </p:sp>
      <p:sp>
        <p:nvSpPr>
          <p:cNvPr id="19" name="Title Placeholder"/>
          <p:cNvSpPr txBox="1">
            <a:spLocks noGrp="1"/>
          </p:cNvSpPr>
          <p:nvPr>
            <p:ph type="ctrTitle"/>
          </p:nvPr>
        </p:nvSpPr>
        <p:spPr>
          <a:xfrm>
            <a:off x="685800" y="762000"/>
            <a:ext cx="7772400" cy="2838451"/>
          </a:xfrm>
          <a:prstGeom prst="rect">
            <a:avLst/>
          </a:prstGeom>
          <a:noFill/>
          <a:ln>
            <a:noFill/>
          </a:ln>
        </p:spPr>
        <p:txBody>
          <a:bodyPr lIns="91425" tIns="91425" rIns="91425" bIns="91425" anchor="b" anchorCtr="0"/>
          <a:lstStyle>
            <a:lvl1pPr marL="0" marR="0" lvl="0" indent="0" algn="l" rtl="0">
              <a:lnSpc>
                <a:spcPct val="100000"/>
              </a:lnSpc>
              <a:spcBef>
                <a:spcPts val="0"/>
              </a:spcBef>
              <a:buClr>
                <a:schemeClr val="lt1"/>
              </a:buClr>
              <a:buFont typeface="Times New Roman"/>
              <a:buNone/>
              <a:defRPr sz="3600" b="1" i="0" u="none" strike="noStrike" cap="none">
                <a:solidFill>
                  <a:schemeClr val="lt1"/>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20" name="Content Placeholder"/>
          <p:cNvSpPr txBox="1">
            <a:spLocks noGrp="1"/>
          </p:cNvSpPr>
          <p:nvPr>
            <p:ph type="subTitle" idx="1"/>
          </p:nvPr>
        </p:nvSpPr>
        <p:spPr>
          <a:xfrm>
            <a:off x="674687" y="3962400"/>
            <a:ext cx="7794625"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400" b="0" i="0" u="none" strike="noStrike" cap="none">
                <a:solidFill>
                  <a:schemeClr val="dk1"/>
                </a:solidFill>
                <a:latin typeface="Arial"/>
                <a:ea typeface="Arial"/>
                <a:cs typeface="Arial"/>
                <a:sym typeface="Arial"/>
              </a:defRPr>
            </a:lvl1pPr>
            <a:lvl2pPr marL="457200" marR="0" lvl="1"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2pPr>
            <a:lvl3pPr marL="914400" marR="0" lvl="2"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3pPr>
            <a:lvl4pPr marL="1371600" marR="0" lvl="3"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4pPr>
            <a:lvl5pPr marL="1828800" marR="0" lvl="4"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5pPr>
            <a:lvl6pPr marL="2286000" marR="0" lvl="5"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6pPr>
            <a:lvl7pPr marL="2743200" marR="0" lvl="6"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7pPr>
            <a:lvl8pPr marL="3200400" marR="0" lvl="7"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8pPr>
            <a:lvl9pPr marL="3657600" marR="0" lvl="8"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9pPr>
          </a:lstStyle>
          <a:p>
            <a:endParaRPr dirty="0"/>
          </a:p>
        </p:txBody>
      </p:sp>
      <p:sp>
        <p:nvSpPr>
          <p:cNvPr id="22" name="Shape 2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sz="900" b="0" i="0" u="none" strike="noStrike" kern="0" cap="none" spc="0" normalizeH="0" baseline="0" noProof="0">
              <a:ln>
                <a:noFill/>
              </a:ln>
              <a:solidFill>
                <a:srgbClr val="FFFFFF"/>
              </a:solidFill>
              <a:effectLst/>
              <a:uLnTx/>
              <a:uFillTx/>
              <a:latin typeface="Arial"/>
              <a:cs typeface="Arial"/>
              <a:sym typeface="Arial"/>
            </a:endParaRPr>
          </a:p>
        </p:txBody>
      </p:sp>
      <p:sp>
        <p:nvSpPr>
          <p:cNvPr id="23" name="Shape 2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Tx/>
              <a:buSzPct val="25000"/>
              <a:buFontTx/>
              <a:buNone/>
              <a:tabLst/>
              <a:defRPr/>
            </a:pPr>
            <a:fld id="{00000000-1234-1234-1234-123412341234}" type="slidenum">
              <a:rPr kumimoji="0" lang="en-US" sz="900" b="0" i="0" u="none" strike="noStrike" kern="0" cap="none" spc="0" normalizeH="0" baseline="0" noProof="0">
                <a:ln>
                  <a:noFill/>
                </a:ln>
                <a:solidFill>
                  <a:srgbClr val="FFFFFF"/>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Tx/>
                <a:buSzPct val="25000"/>
                <a:buFontTx/>
                <a:buNone/>
                <a:tabLst/>
                <a:defRPr/>
              </a:pPr>
              <a:t>‹#›</a:t>
            </a:fld>
            <a:endParaRPr kumimoji="0" lang="en-US" sz="900" b="0" i="0" u="none" strike="noStrike" kern="0" cap="none" spc="0" normalizeH="0" baseline="0" noProof="0">
              <a:ln>
                <a:noFill/>
              </a:ln>
              <a:solidFill>
                <a:srgbClr val="FFFFFF"/>
              </a:solidFill>
              <a:effectLst/>
              <a:uLnTx/>
              <a:uFillTx/>
              <a:latin typeface="Arial"/>
              <a:ea typeface="Arial"/>
              <a:cs typeface="Arial"/>
              <a:sym typeface="Arial"/>
            </a:endParaRPr>
          </a:p>
        </p:txBody>
      </p:sp>
      <p:sp>
        <p:nvSpPr>
          <p:cNvPr id="13" name="Picture Placeholder 8">
            <a:extLst>
              <a:ext uri="{FF2B5EF4-FFF2-40B4-BE49-F238E27FC236}">
                <a16:creationId xmlns:a16="http://schemas.microsoft.com/office/drawing/2014/main" id="{C6122C06-0248-45C8-9890-FDA2C7B0CDBA}"/>
              </a:ext>
            </a:extLst>
          </p:cNvPr>
          <p:cNvSpPr>
            <a:spLocks noGrp="1"/>
          </p:cNvSpPr>
          <p:nvPr>
            <p:ph type="pic" sz="quarter" idx="16" hasCustomPrompt="1"/>
          </p:nvPr>
        </p:nvSpPr>
        <p:spPr>
          <a:xfrm>
            <a:off x="457200" y="6400801"/>
            <a:ext cx="1001713" cy="228600"/>
          </a:xfrm>
        </p:spPr>
        <p:txBody>
          <a:bodyPr anchor="ctr"/>
          <a:lstStyle>
            <a:lvl1pPr>
              <a:buNone/>
              <a:defRPr sz="1200">
                <a:latin typeface="Verdana" panose="020B0604030504040204" pitchFamily="34" charset="0"/>
                <a:ea typeface="Verdana" panose="020B0604030504040204" pitchFamily="34" charset="0"/>
              </a:defRPr>
            </a:lvl1pPr>
          </a:lstStyle>
          <a:p>
            <a:r>
              <a:rPr lang="en-US" dirty="0"/>
              <a:t>Logo</a:t>
            </a:r>
          </a:p>
        </p:txBody>
      </p:sp>
      <p:sp>
        <p:nvSpPr>
          <p:cNvPr id="3" name="Content Placeholder 2">
            <a:extLst>
              <a:ext uri="{FF2B5EF4-FFF2-40B4-BE49-F238E27FC236}">
                <a16:creationId xmlns:a16="http://schemas.microsoft.com/office/drawing/2014/main" id="{B3F9E3F0-3064-41BA-BF34-B5D9350D8D48}"/>
              </a:ext>
            </a:extLst>
          </p:cNvPr>
          <p:cNvSpPr>
            <a:spLocks noGrp="1"/>
          </p:cNvSpPr>
          <p:nvPr>
            <p:ph sz="quarter" idx="17" hasCustomPrompt="1"/>
          </p:nvPr>
        </p:nvSpPr>
        <p:spPr>
          <a:xfrm>
            <a:off x="1836402" y="6400801"/>
            <a:ext cx="6908800" cy="228600"/>
          </a:xfrm>
        </p:spPr>
        <p:txBody>
          <a:bodyPr anchor="ctr"/>
          <a:lstStyle>
            <a:lvl1pPr algn="r">
              <a:buNone/>
              <a:defRPr sz="1200">
                <a:latin typeface="Verdana" panose="020B0604030504040204" pitchFamily="34" charset="0"/>
                <a:ea typeface="Verdana" panose="020B0604030504040204" pitchFamily="34" charset="0"/>
              </a:defRPr>
            </a:lvl1pPr>
          </a:lstStyle>
          <a:p>
            <a:pPr lvl="0"/>
            <a:r>
              <a:rPr lang="en-US" dirty="0"/>
              <a:t>Copyright Information</a:t>
            </a:r>
          </a:p>
        </p:txBody>
      </p:sp>
    </p:spTree>
    <p:extLst>
      <p:ext uri="{BB962C8B-B14F-4D97-AF65-F5344CB8AC3E}">
        <p14:creationId xmlns:p14="http://schemas.microsoft.com/office/powerpoint/2010/main" val="421594099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Shape 24"/>
        <p:cNvGrpSpPr/>
        <p:nvPr/>
      </p:nvGrpSpPr>
      <p:grpSpPr>
        <a:xfrm>
          <a:off x="0" y="0"/>
          <a:ext cx="0" cy="0"/>
          <a:chOff x="0" y="0"/>
          <a:chExt cx="0" cy="0"/>
        </a:xfrm>
      </p:grpSpPr>
      <p:sp>
        <p:nvSpPr>
          <p:cNvPr id="25"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00F45AE3-EB76-41DE-97B2-CFE79B73D3C6}"/>
              </a:ext>
            </a:extLst>
          </p:cNvPr>
          <p:cNvSpPr>
            <a:spLocks noGrp="1"/>
          </p:cNvSpPr>
          <p:nvPr>
            <p:ph sz="quarter" idx="13"/>
          </p:nvPr>
        </p:nvSpPr>
        <p:spPr>
          <a:xfrm>
            <a:off x="457200" y="1441450"/>
            <a:ext cx="8232775" cy="4709968"/>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8" name="Shape 28"/>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29" name="Shape 29"/>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Three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 name="Content Placeholder 2">
            <a:extLst>
              <a:ext uri="{FF2B5EF4-FFF2-40B4-BE49-F238E27FC236}">
                <a16:creationId xmlns:a16="http://schemas.microsoft.com/office/drawing/2014/main" id="{6F503D41-401A-43DB-9BC0-38F51965B892}"/>
              </a:ext>
            </a:extLst>
          </p:cNvPr>
          <p:cNvSpPr>
            <a:spLocks noGrp="1"/>
          </p:cNvSpPr>
          <p:nvPr>
            <p:ph sz="quarter" idx="15"/>
          </p:nvPr>
        </p:nvSpPr>
        <p:spPr>
          <a:xfrm>
            <a:off x="457200" y="1556327"/>
            <a:ext cx="3635375" cy="4520623"/>
          </a:xfrm>
        </p:spPr>
        <p:txBody>
          <a:bodyPr/>
          <a:lstStyle/>
          <a:p>
            <a:pPr lvl="0"/>
            <a:r>
              <a:rPr lang="en-US" dirty="0"/>
              <a:t>Edit Master text styles</a:t>
            </a:r>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234542" y="1556327"/>
            <a:ext cx="4452257" cy="2267528"/>
          </a:xfrm>
        </p:spPr>
        <p:txBody>
          <a:bodyPr/>
          <a:lstStyle/>
          <a:p>
            <a:pPr lvl="0"/>
            <a:r>
              <a:rPr lang="en-US" dirty="0"/>
              <a:t>Edit Master text styles</a:t>
            </a:r>
          </a:p>
        </p:txBody>
      </p:sp>
      <p:sp>
        <p:nvSpPr>
          <p:cNvPr id="7" name="Content Placeholder 6">
            <a:extLst>
              <a:ext uri="{FF2B5EF4-FFF2-40B4-BE49-F238E27FC236}">
                <a16:creationId xmlns:a16="http://schemas.microsoft.com/office/drawing/2014/main" id="{820D01C0-4FD2-4065-9EC3-96A308398288}"/>
              </a:ext>
            </a:extLst>
          </p:cNvPr>
          <p:cNvSpPr>
            <a:spLocks noGrp="1"/>
          </p:cNvSpPr>
          <p:nvPr>
            <p:ph sz="quarter" idx="14"/>
          </p:nvPr>
        </p:nvSpPr>
        <p:spPr>
          <a:xfrm>
            <a:off x="4234542" y="3971925"/>
            <a:ext cx="4452258" cy="2105025"/>
          </a:xfrm>
        </p:spPr>
        <p:txBody>
          <a:bodyPr/>
          <a:lstStyle/>
          <a:p>
            <a:pPr lvl="0"/>
            <a:r>
              <a:rPr lang="en-US" dirty="0"/>
              <a:t>Edit Master text styles</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2769062533"/>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Two Columns">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hasCustomPrompt="1"/>
          </p:nvPr>
        </p:nvSpPr>
        <p:spPr>
          <a:xfrm>
            <a:off x="457200" y="1552575"/>
            <a:ext cx="3991970" cy="4438650"/>
          </a:xfrm>
        </p:spPr>
        <p:txBody>
          <a:bodyPr/>
          <a:lstStyle>
            <a:lvl1pPr>
              <a:defRPr/>
            </a:lvl1pPr>
          </a:lstStyle>
          <a:p>
            <a:pPr lvl="0"/>
            <a:r>
              <a:rPr lang="en-US" dirty="0"/>
              <a:t>Click to add text</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hasCustomPrompt="1"/>
          </p:nvPr>
        </p:nvSpPr>
        <p:spPr>
          <a:xfrm>
            <a:off x="4694830" y="1552575"/>
            <a:ext cx="3991970" cy="4438650"/>
          </a:xfrm>
        </p:spPr>
        <p:txBody>
          <a:bodyPr/>
          <a:lstStyle/>
          <a:p>
            <a:pPr lvl="0"/>
            <a:r>
              <a:rPr lang="en-US" dirty="0"/>
              <a:t>Click to add text</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412611016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Three Columns">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hasCustomPrompt="1"/>
          </p:nvPr>
        </p:nvSpPr>
        <p:spPr>
          <a:xfrm>
            <a:off x="457201" y="1552575"/>
            <a:ext cx="2595603" cy="4438650"/>
          </a:xfrm>
        </p:spPr>
        <p:txBody>
          <a:bodyPr/>
          <a:lstStyle/>
          <a:p>
            <a:pPr lvl="0"/>
            <a:r>
              <a:rPr lang="en-US" dirty="0"/>
              <a:t>Click to add text</a:t>
            </a:r>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hasCustomPrompt="1"/>
          </p:nvPr>
        </p:nvSpPr>
        <p:spPr>
          <a:xfrm>
            <a:off x="3274199" y="1552575"/>
            <a:ext cx="2595602" cy="4438650"/>
          </a:xfrm>
        </p:spPr>
        <p:txBody>
          <a:bodyPr/>
          <a:lstStyle>
            <a:lvl1pPr>
              <a:defRPr/>
            </a:lvl1pPr>
          </a:lstStyle>
          <a:p>
            <a:pPr lvl="0"/>
            <a:r>
              <a:rPr lang="en-US" dirty="0"/>
              <a:t>Click to add text</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hasCustomPrompt="1"/>
          </p:nvPr>
        </p:nvSpPr>
        <p:spPr>
          <a:xfrm>
            <a:off x="6091197" y="1552575"/>
            <a:ext cx="2595603" cy="4438650"/>
          </a:xfrm>
        </p:spPr>
        <p:txBody>
          <a:bodyPr/>
          <a:lstStyle/>
          <a:p>
            <a:pPr lvl="0"/>
            <a:r>
              <a:rPr lang="en-US" dirty="0"/>
              <a:t>Click to add text</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416443381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Four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hasCustomPrompt="1"/>
          </p:nvPr>
        </p:nvSpPr>
        <p:spPr>
          <a:xfrm>
            <a:off x="457200" y="1552575"/>
            <a:ext cx="1885950" cy="4438650"/>
          </a:xfrm>
        </p:spPr>
        <p:txBody>
          <a:bodyPr/>
          <a:lstStyle>
            <a:lvl1pPr>
              <a:defRPr/>
            </a:lvl1pPr>
          </a:lstStyle>
          <a:p>
            <a:pPr lvl="0"/>
            <a:r>
              <a:rPr lang="en-US" dirty="0"/>
              <a:t>Click to add text</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hasCustomPrompt="1"/>
          </p:nvPr>
        </p:nvSpPr>
        <p:spPr>
          <a:xfrm>
            <a:off x="2572593" y="1552575"/>
            <a:ext cx="1885950" cy="4438650"/>
          </a:xfrm>
        </p:spPr>
        <p:txBody>
          <a:bodyPr/>
          <a:lstStyle/>
          <a:p>
            <a:pPr lvl="0"/>
            <a:r>
              <a:rPr lang="en-US" dirty="0"/>
              <a:t>Click to add text</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hasCustomPrompt="1"/>
          </p:nvPr>
        </p:nvSpPr>
        <p:spPr>
          <a:xfrm>
            <a:off x="4687986" y="1552575"/>
            <a:ext cx="1885950" cy="4438650"/>
          </a:xfrm>
        </p:spPr>
        <p:txBody>
          <a:bodyPr/>
          <a:lstStyle/>
          <a:p>
            <a:pPr lvl="0"/>
            <a:r>
              <a:rPr lang="en-US" dirty="0"/>
              <a:t>Click to add text</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hasCustomPrompt="1"/>
          </p:nvPr>
        </p:nvSpPr>
        <p:spPr>
          <a:xfrm>
            <a:off x="6803378" y="1552575"/>
            <a:ext cx="1885950" cy="4438650"/>
          </a:xfrm>
        </p:spPr>
        <p:txBody>
          <a:bodyPr/>
          <a:lstStyle/>
          <a:p>
            <a:pPr marL="256032" marR="0" lvl="0" indent="-154432" algn="l" defTabSz="914400" rtl="0" eaLnBrk="1" fontAlgn="auto" latinLnBrk="0" hangingPunct="1">
              <a:lnSpc>
                <a:spcPct val="100000"/>
              </a:lnSpc>
              <a:spcBef>
                <a:spcPts val="1500"/>
              </a:spcBef>
              <a:spcAft>
                <a:spcPts val="0"/>
              </a:spcAft>
              <a:buClr>
                <a:srgbClr val="007FA3"/>
              </a:buClr>
              <a:buSzPct val="100000"/>
              <a:buFont typeface="Arial"/>
              <a:buChar char="•"/>
              <a:tabLst/>
              <a:defRPr/>
            </a:pPr>
            <a:r>
              <a:rPr lang="en-US" dirty="0"/>
              <a:t>Click to add text</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301121478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Five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647C1B-C047-7B02-4D88-804B90233896}"/>
              </a:ext>
            </a:extLst>
          </p:cNvPr>
          <p:cNvSpPr>
            <a:spLocks noGrp="1"/>
          </p:cNvSpPr>
          <p:nvPr>
            <p:ph type="title"/>
          </p:nvPr>
        </p:nvSpPr>
        <p:spPr>
          <a:xfrm>
            <a:off x="457200" y="349194"/>
            <a:ext cx="8229600" cy="590349"/>
          </a:xfrm>
        </p:spPr>
        <p:txBody>
          <a:bodyPr lIns="0" tIns="18000" rIns="0" bIns="18000" anchor="ctr" anchorCtr="0">
            <a:spAutoFit/>
          </a:bodyPr>
          <a:lstStyle>
            <a:lvl1pPr>
              <a:defRPr sz="3600">
                <a:latin typeface="+mj-lt"/>
              </a:defRPr>
            </a:lvl1pPr>
          </a:lstStyle>
          <a:p>
            <a:r>
              <a:rPr lang="en-US"/>
              <a:t>Click to edit Master title style</a:t>
            </a:r>
          </a:p>
        </p:txBody>
      </p:sp>
      <p:sp>
        <p:nvSpPr>
          <p:cNvPr id="3" name="Date Placeholder 2">
            <a:extLst>
              <a:ext uri="{FF2B5EF4-FFF2-40B4-BE49-F238E27FC236}">
                <a16:creationId xmlns:a16="http://schemas.microsoft.com/office/drawing/2014/main" id="{74FD910A-3690-45F8-A412-24DF80B21CB5}"/>
              </a:ext>
            </a:extLst>
          </p:cNvPr>
          <p:cNvSpPr>
            <a:spLocks noGrp="1"/>
          </p:cNvSpPr>
          <p:nvPr>
            <p:ph type="dt" idx="10"/>
          </p:nvPr>
        </p:nvSpPr>
        <p:spPr/>
        <p:txBody>
          <a:bodyPr/>
          <a:lstStyle/>
          <a:p>
            <a:endParaRPr lang="en-US"/>
          </a:p>
        </p:txBody>
      </p:sp>
      <p:sp>
        <p:nvSpPr>
          <p:cNvPr id="4" name="Slide Number Placeholder 3">
            <a:extLst>
              <a:ext uri="{FF2B5EF4-FFF2-40B4-BE49-F238E27FC236}">
                <a16:creationId xmlns:a16="http://schemas.microsoft.com/office/drawing/2014/main" id="{83B3019D-CCCC-2B72-EE55-406C5B5A635A}"/>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
        <p:nvSpPr>
          <p:cNvPr id="6" name="Content Placeholder 5">
            <a:extLst>
              <a:ext uri="{FF2B5EF4-FFF2-40B4-BE49-F238E27FC236}">
                <a16:creationId xmlns:a16="http://schemas.microsoft.com/office/drawing/2014/main" id="{209443E3-365E-BA1E-8B2A-10A135AD2092}"/>
              </a:ext>
            </a:extLst>
          </p:cNvPr>
          <p:cNvSpPr>
            <a:spLocks noGrp="1"/>
          </p:cNvSpPr>
          <p:nvPr>
            <p:ph sz="quarter" idx="12"/>
          </p:nvPr>
        </p:nvSpPr>
        <p:spPr>
          <a:xfrm>
            <a:off x="457200" y="11287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7">
            <a:extLst>
              <a:ext uri="{FF2B5EF4-FFF2-40B4-BE49-F238E27FC236}">
                <a16:creationId xmlns:a16="http://schemas.microsoft.com/office/drawing/2014/main" id="{9044276D-146B-04ED-2584-1F73C8038773}"/>
              </a:ext>
            </a:extLst>
          </p:cNvPr>
          <p:cNvSpPr>
            <a:spLocks noGrp="1"/>
          </p:cNvSpPr>
          <p:nvPr>
            <p:ph sz="quarter" idx="13"/>
          </p:nvPr>
        </p:nvSpPr>
        <p:spPr>
          <a:xfrm>
            <a:off x="457200" y="171926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9">
            <a:extLst>
              <a:ext uri="{FF2B5EF4-FFF2-40B4-BE49-F238E27FC236}">
                <a16:creationId xmlns:a16="http://schemas.microsoft.com/office/drawing/2014/main" id="{F891326B-7E5C-52F7-0192-B341BB04E38C}"/>
              </a:ext>
            </a:extLst>
          </p:cNvPr>
          <p:cNvSpPr>
            <a:spLocks noGrp="1"/>
          </p:cNvSpPr>
          <p:nvPr>
            <p:ph sz="quarter" idx="14"/>
          </p:nvPr>
        </p:nvSpPr>
        <p:spPr>
          <a:xfrm>
            <a:off x="457200" y="23098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1">
            <a:extLst>
              <a:ext uri="{FF2B5EF4-FFF2-40B4-BE49-F238E27FC236}">
                <a16:creationId xmlns:a16="http://schemas.microsoft.com/office/drawing/2014/main" id="{09284C2C-13D5-AC31-6F9E-7C535AD9B9A7}"/>
              </a:ext>
            </a:extLst>
          </p:cNvPr>
          <p:cNvSpPr>
            <a:spLocks noGrp="1"/>
          </p:cNvSpPr>
          <p:nvPr>
            <p:ph sz="quarter" idx="15"/>
          </p:nvPr>
        </p:nvSpPr>
        <p:spPr>
          <a:xfrm>
            <a:off x="457200" y="290036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13">
            <a:extLst>
              <a:ext uri="{FF2B5EF4-FFF2-40B4-BE49-F238E27FC236}">
                <a16:creationId xmlns:a16="http://schemas.microsoft.com/office/drawing/2014/main" id="{8DDCA9F7-C6FB-1AC7-C5ED-58EF2A043F48}"/>
              </a:ext>
            </a:extLst>
          </p:cNvPr>
          <p:cNvSpPr>
            <a:spLocks noGrp="1"/>
          </p:cNvSpPr>
          <p:nvPr>
            <p:ph sz="quarter" idx="16"/>
          </p:nvPr>
        </p:nvSpPr>
        <p:spPr>
          <a:xfrm>
            <a:off x="457200" y="3482367"/>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15">
            <a:extLst>
              <a:ext uri="{FF2B5EF4-FFF2-40B4-BE49-F238E27FC236}">
                <a16:creationId xmlns:a16="http://schemas.microsoft.com/office/drawing/2014/main" id="{0C135434-5DEA-7BC0-61C9-0B301DBFF87E}"/>
              </a:ext>
            </a:extLst>
          </p:cNvPr>
          <p:cNvSpPr>
            <a:spLocks noGrp="1"/>
          </p:cNvSpPr>
          <p:nvPr>
            <p:ph sz="quarter" idx="17"/>
          </p:nvPr>
        </p:nvSpPr>
        <p:spPr>
          <a:xfrm>
            <a:off x="457200" y="4046908"/>
            <a:ext cx="4054475" cy="4016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Content Placeholder 17">
            <a:extLst>
              <a:ext uri="{FF2B5EF4-FFF2-40B4-BE49-F238E27FC236}">
                <a16:creationId xmlns:a16="http://schemas.microsoft.com/office/drawing/2014/main" id="{59A0236E-3561-F887-304D-CFB6EA8D1A6E}"/>
              </a:ext>
            </a:extLst>
          </p:cNvPr>
          <p:cNvSpPr>
            <a:spLocks noGrp="1"/>
          </p:cNvSpPr>
          <p:nvPr>
            <p:ph sz="quarter" idx="18"/>
          </p:nvPr>
        </p:nvSpPr>
        <p:spPr>
          <a:xfrm>
            <a:off x="457200" y="4594596"/>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 name="Content Placeholder 19">
            <a:extLst>
              <a:ext uri="{FF2B5EF4-FFF2-40B4-BE49-F238E27FC236}">
                <a16:creationId xmlns:a16="http://schemas.microsoft.com/office/drawing/2014/main" id="{144A09B1-2F29-7C12-1DAC-0B0FFC979105}"/>
              </a:ext>
            </a:extLst>
          </p:cNvPr>
          <p:cNvSpPr>
            <a:spLocks noGrp="1"/>
          </p:cNvSpPr>
          <p:nvPr>
            <p:ph sz="quarter" idx="19"/>
          </p:nvPr>
        </p:nvSpPr>
        <p:spPr>
          <a:xfrm>
            <a:off x="457200" y="51419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2" name="Content Placeholder 21">
            <a:extLst>
              <a:ext uri="{FF2B5EF4-FFF2-40B4-BE49-F238E27FC236}">
                <a16:creationId xmlns:a16="http://schemas.microsoft.com/office/drawing/2014/main" id="{39013FA0-5A0E-D6E7-CEC3-F8E4CF88BD53}"/>
              </a:ext>
            </a:extLst>
          </p:cNvPr>
          <p:cNvSpPr>
            <a:spLocks noGrp="1"/>
          </p:cNvSpPr>
          <p:nvPr>
            <p:ph sz="quarter" idx="20"/>
          </p:nvPr>
        </p:nvSpPr>
        <p:spPr>
          <a:xfrm>
            <a:off x="457200" y="5695104"/>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Content Placeholder 23">
            <a:extLst>
              <a:ext uri="{FF2B5EF4-FFF2-40B4-BE49-F238E27FC236}">
                <a16:creationId xmlns:a16="http://schemas.microsoft.com/office/drawing/2014/main" id="{ABA72FC3-F32D-8062-B6B4-D907293E4A12}"/>
              </a:ext>
            </a:extLst>
          </p:cNvPr>
          <p:cNvSpPr>
            <a:spLocks noGrp="1"/>
          </p:cNvSpPr>
          <p:nvPr>
            <p:ph sz="quarter" idx="21"/>
          </p:nvPr>
        </p:nvSpPr>
        <p:spPr>
          <a:xfrm>
            <a:off x="4827588" y="1128713"/>
            <a:ext cx="3859212"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Content Placeholder 25">
            <a:extLst>
              <a:ext uri="{FF2B5EF4-FFF2-40B4-BE49-F238E27FC236}">
                <a16:creationId xmlns:a16="http://schemas.microsoft.com/office/drawing/2014/main" id="{A809BE10-F6F6-3D2E-28DC-F34EAFA105FA}"/>
              </a:ext>
            </a:extLst>
          </p:cNvPr>
          <p:cNvSpPr>
            <a:spLocks noGrp="1"/>
          </p:cNvSpPr>
          <p:nvPr>
            <p:ph sz="quarter" idx="22"/>
          </p:nvPr>
        </p:nvSpPr>
        <p:spPr>
          <a:xfrm>
            <a:off x="4827588" y="1719263"/>
            <a:ext cx="3859212"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Content Placeholder 27">
            <a:extLst>
              <a:ext uri="{FF2B5EF4-FFF2-40B4-BE49-F238E27FC236}">
                <a16:creationId xmlns:a16="http://schemas.microsoft.com/office/drawing/2014/main" id="{9EAD1F78-8B9D-A751-47AF-C3B21F4ADFEB}"/>
              </a:ext>
            </a:extLst>
          </p:cNvPr>
          <p:cNvSpPr>
            <a:spLocks noGrp="1"/>
          </p:cNvSpPr>
          <p:nvPr>
            <p:ph sz="quarter" idx="23"/>
          </p:nvPr>
        </p:nvSpPr>
        <p:spPr>
          <a:xfrm>
            <a:off x="4827588" y="2309813"/>
            <a:ext cx="3859212"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0" name="Content Placeholder 29">
            <a:extLst>
              <a:ext uri="{FF2B5EF4-FFF2-40B4-BE49-F238E27FC236}">
                <a16:creationId xmlns:a16="http://schemas.microsoft.com/office/drawing/2014/main" id="{CB89E724-2231-FC7C-A540-D7989558712C}"/>
              </a:ext>
            </a:extLst>
          </p:cNvPr>
          <p:cNvSpPr>
            <a:spLocks noGrp="1"/>
          </p:cNvSpPr>
          <p:nvPr>
            <p:ph sz="quarter" idx="24"/>
          </p:nvPr>
        </p:nvSpPr>
        <p:spPr>
          <a:xfrm>
            <a:off x="4827588" y="2900363"/>
            <a:ext cx="3859212"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2" name="Content Placeholder 31">
            <a:extLst>
              <a:ext uri="{FF2B5EF4-FFF2-40B4-BE49-F238E27FC236}">
                <a16:creationId xmlns:a16="http://schemas.microsoft.com/office/drawing/2014/main" id="{A5F7F3EC-5606-549C-D111-E17C4CD22289}"/>
              </a:ext>
            </a:extLst>
          </p:cNvPr>
          <p:cNvSpPr>
            <a:spLocks noGrp="1"/>
          </p:cNvSpPr>
          <p:nvPr>
            <p:ph sz="quarter" idx="25"/>
          </p:nvPr>
        </p:nvSpPr>
        <p:spPr>
          <a:xfrm>
            <a:off x="4827588" y="3482975"/>
            <a:ext cx="3859212" cy="4016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4" name="Content Placeholder 33">
            <a:extLst>
              <a:ext uri="{FF2B5EF4-FFF2-40B4-BE49-F238E27FC236}">
                <a16:creationId xmlns:a16="http://schemas.microsoft.com/office/drawing/2014/main" id="{90B31E12-25AA-3878-E140-22F8FF89B670}"/>
              </a:ext>
            </a:extLst>
          </p:cNvPr>
          <p:cNvSpPr>
            <a:spLocks noGrp="1"/>
          </p:cNvSpPr>
          <p:nvPr>
            <p:ph sz="quarter" idx="26"/>
          </p:nvPr>
        </p:nvSpPr>
        <p:spPr>
          <a:xfrm>
            <a:off x="4827588" y="4065588"/>
            <a:ext cx="3859212" cy="3825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6" name="Content Placeholder 35">
            <a:extLst>
              <a:ext uri="{FF2B5EF4-FFF2-40B4-BE49-F238E27FC236}">
                <a16:creationId xmlns:a16="http://schemas.microsoft.com/office/drawing/2014/main" id="{A1A51E1E-F893-E38A-248C-ADEA6288B155}"/>
              </a:ext>
            </a:extLst>
          </p:cNvPr>
          <p:cNvSpPr>
            <a:spLocks noGrp="1"/>
          </p:cNvSpPr>
          <p:nvPr>
            <p:ph sz="quarter" idx="27"/>
          </p:nvPr>
        </p:nvSpPr>
        <p:spPr>
          <a:xfrm>
            <a:off x="4827588" y="4620604"/>
            <a:ext cx="3859212" cy="3667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8" name="Content Placeholder 37">
            <a:extLst>
              <a:ext uri="{FF2B5EF4-FFF2-40B4-BE49-F238E27FC236}">
                <a16:creationId xmlns:a16="http://schemas.microsoft.com/office/drawing/2014/main" id="{8C90E203-D626-4BA0-EFEB-1781C3EE1903}"/>
              </a:ext>
            </a:extLst>
          </p:cNvPr>
          <p:cNvSpPr>
            <a:spLocks noGrp="1"/>
          </p:cNvSpPr>
          <p:nvPr>
            <p:ph sz="quarter" idx="28"/>
          </p:nvPr>
        </p:nvSpPr>
        <p:spPr>
          <a:xfrm>
            <a:off x="4827588" y="5159375"/>
            <a:ext cx="3859212" cy="4016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0" name="Content Placeholder 39">
            <a:extLst>
              <a:ext uri="{FF2B5EF4-FFF2-40B4-BE49-F238E27FC236}">
                <a16:creationId xmlns:a16="http://schemas.microsoft.com/office/drawing/2014/main" id="{DB79D3FE-B20D-0317-2605-222F81CE296C}"/>
              </a:ext>
            </a:extLst>
          </p:cNvPr>
          <p:cNvSpPr>
            <a:spLocks noGrp="1"/>
          </p:cNvSpPr>
          <p:nvPr>
            <p:ph sz="quarter" idx="29"/>
          </p:nvPr>
        </p:nvSpPr>
        <p:spPr>
          <a:xfrm>
            <a:off x="4827588" y="5720742"/>
            <a:ext cx="3859212"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801476277"/>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Figure + Caption">
    <p:spTree>
      <p:nvGrpSpPr>
        <p:cNvPr id="1" name="Shape 53"/>
        <p:cNvGrpSpPr/>
        <p:nvPr/>
      </p:nvGrpSpPr>
      <p:grpSpPr>
        <a:xfrm>
          <a:off x="0" y="0"/>
          <a:ext cx="0" cy="0"/>
          <a:chOff x="0" y="0"/>
          <a:chExt cx="0" cy="0"/>
        </a:xfrm>
      </p:grpSpPr>
      <p:sp>
        <p:nvSpPr>
          <p:cNvPr id="54" name="Tile Placeholder"/>
          <p:cNvSpPr txBox="1">
            <a:spLocks noGrp="1"/>
          </p:cNvSpPr>
          <p:nvPr>
            <p:ph type="title" hasCustomPrompt="1"/>
          </p:nvPr>
        </p:nvSpPr>
        <p:spPr>
          <a:xfrm>
            <a:off x="457200" y="228600"/>
            <a:ext cx="8229600" cy="106679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dirty="0"/>
              <a:t>Click to add figure number and title</a:t>
            </a:r>
            <a:endParaRPr dirty="0"/>
          </a:p>
        </p:txBody>
      </p:sp>
      <p:sp>
        <p:nvSpPr>
          <p:cNvPr id="3" name="Picture Placeholder 2">
            <a:extLst>
              <a:ext uri="{FF2B5EF4-FFF2-40B4-BE49-F238E27FC236}">
                <a16:creationId xmlns:a16="http://schemas.microsoft.com/office/drawing/2014/main" id="{AD3CB993-AC2C-41C5-BFB7-F2499EC1A14C}"/>
              </a:ext>
            </a:extLst>
          </p:cNvPr>
          <p:cNvSpPr>
            <a:spLocks noGrp="1"/>
          </p:cNvSpPr>
          <p:nvPr>
            <p:ph type="pic" sz="quarter" idx="13"/>
          </p:nvPr>
        </p:nvSpPr>
        <p:spPr>
          <a:xfrm>
            <a:off x="457200" y="1512888"/>
            <a:ext cx="8232775" cy="3417887"/>
          </a:xfrm>
        </p:spPr>
        <p:txBody>
          <a:bodyPr/>
          <a:lstStyle/>
          <a:p>
            <a:endParaRPr lang="en-US" dirty="0"/>
          </a:p>
        </p:txBody>
      </p:sp>
      <p:sp>
        <p:nvSpPr>
          <p:cNvPr id="55" name="Content Placeholder"/>
          <p:cNvSpPr txBox="1">
            <a:spLocks noGrp="1"/>
          </p:cNvSpPr>
          <p:nvPr>
            <p:ph type="body" idx="1" hasCustomPrompt="1"/>
          </p:nvPr>
        </p:nvSpPr>
        <p:spPr>
          <a:xfrm>
            <a:off x="457200" y="5050971"/>
            <a:ext cx="8229600" cy="1018367"/>
          </a:xfrm>
          <a:prstGeom prst="rect">
            <a:avLst/>
          </a:prstGeom>
          <a:noFill/>
          <a:ln>
            <a:noFill/>
          </a:ln>
        </p:spPr>
        <p:txBody>
          <a:bodyPr lIns="91425" tIns="91425" rIns="91425" bIns="91425" anchor="b" anchorCtr="0"/>
          <a:lstStyle>
            <a:lvl1pPr marL="0" marR="0" lvl="0" indent="0" algn="l" rtl="0">
              <a:spcBef>
                <a:spcPts val="0"/>
              </a:spcBef>
              <a:buClr>
                <a:srgbClr val="007FA3"/>
              </a:buClr>
              <a:buFont typeface="Arial"/>
              <a:buNone/>
              <a:defRPr sz="12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9pPr>
          </a:lstStyle>
          <a:p>
            <a:r>
              <a:rPr lang="en-US" dirty="0"/>
              <a:t>Click to add caption</a:t>
            </a:r>
            <a:endParaRPr dirty="0"/>
          </a:p>
        </p:txBody>
      </p:sp>
      <p:sp>
        <p:nvSpPr>
          <p:cNvPr id="57" name="Shape 57"/>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58" name="Shape 58"/>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dk1"/>
                </a:solidFill>
                <a:latin typeface="Arial"/>
                <a:ea typeface="Arial"/>
                <a:cs typeface="Arial"/>
                <a:sym typeface="Arial"/>
              </a:rPr>
              <a:t>‹#›</a:t>
            </a:fld>
            <a:endParaRPr lang="en-US" sz="9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88509755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Figure + Caption">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14F033AD-BE5C-406D-991C-6AC56003E70C}"/>
              </a:ext>
            </a:extLst>
          </p:cNvPr>
          <p:cNvSpPr>
            <a:spLocks noGrp="1"/>
          </p:cNvSpPr>
          <p:nvPr>
            <p:ph type="title" hasCustomPrompt="1"/>
          </p:nvPr>
        </p:nvSpPr>
        <p:spPr/>
        <p:txBody>
          <a:bodyPr/>
          <a:lstStyle>
            <a:lvl1pPr>
              <a:defRPr sz="3600">
                <a:latin typeface="+mj-lt"/>
              </a:defRPr>
            </a:lvl1pPr>
          </a:lstStyle>
          <a:p>
            <a:r>
              <a:rPr lang="en-US" dirty="0"/>
              <a:t>Click to add figure number and title</a:t>
            </a:r>
          </a:p>
        </p:txBody>
      </p:sp>
      <p:sp>
        <p:nvSpPr>
          <p:cNvPr id="7" name="Content Placeholder 6">
            <a:extLst>
              <a:ext uri="{FF2B5EF4-FFF2-40B4-BE49-F238E27FC236}">
                <a16:creationId xmlns:a16="http://schemas.microsoft.com/office/drawing/2014/main" id="{9E6B7D3D-89C9-4133-8D8A-D779EB3D311D}"/>
              </a:ext>
            </a:extLst>
          </p:cNvPr>
          <p:cNvSpPr>
            <a:spLocks noGrp="1"/>
          </p:cNvSpPr>
          <p:nvPr>
            <p:ph sz="quarter" idx="13" hasCustomPrompt="1"/>
          </p:nvPr>
        </p:nvSpPr>
        <p:spPr>
          <a:xfrm>
            <a:off x="457200" y="1481138"/>
            <a:ext cx="4484688" cy="3754437"/>
          </a:xfrm>
        </p:spPr>
        <p:txBody>
          <a:bodyPr/>
          <a:lstStyle>
            <a:lvl1pPr>
              <a:defRPr/>
            </a:lvl1pPr>
          </a:lstStyle>
          <a:p>
            <a:pPr lvl="0"/>
            <a:r>
              <a:rPr lang="en-US" dirty="0"/>
              <a:t>Figure</a:t>
            </a:r>
          </a:p>
        </p:txBody>
      </p:sp>
      <p:sp>
        <p:nvSpPr>
          <p:cNvPr id="12" name="Content Placeholder 11">
            <a:extLst>
              <a:ext uri="{FF2B5EF4-FFF2-40B4-BE49-F238E27FC236}">
                <a16:creationId xmlns:a16="http://schemas.microsoft.com/office/drawing/2014/main" id="{5CAF3FDC-1BE7-4A19-A3D7-02B55407B90B}"/>
              </a:ext>
            </a:extLst>
          </p:cNvPr>
          <p:cNvSpPr>
            <a:spLocks noGrp="1"/>
          </p:cNvSpPr>
          <p:nvPr>
            <p:ph sz="quarter" idx="15" hasCustomPrompt="1"/>
          </p:nvPr>
        </p:nvSpPr>
        <p:spPr>
          <a:xfrm>
            <a:off x="5048250" y="1481138"/>
            <a:ext cx="3638550" cy="3754437"/>
          </a:xfrm>
        </p:spPr>
        <p:txBody>
          <a:bodyPr/>
          <a:lstStyle/>
          <a:p>
            <a:pPr lvl="0"/>
            <a:r>
              <a:rPr lang="en-US" dirty="0"/>
              <a:t>Click to add text</a:t>
            </a:r>
          </a:p>
        </p:txBody>
      </p:sp>
      <p:sp>
        <p:nvSpPr>
          <p:cNvPr id="8" name="Content Placeholder 7">
            <a:extLst>
              <a:ext uri="{FF2B5EF4-FFF2-40B4-BE49-F238E27FC236}">
                <a16:creationId xmlns:a16="http://schemas.microsoft.com/office/drawing/2014/main" id="{BF40E849-7663-4A75-9BC8-012C23AC44DF}"/>
              </a:ext>
            </a:extLst>
          </p:cNvPr>
          <p:cNvSpPr>
            <a:spLocks noGrp="1"/>
          </p:cNvSpPr>
          <p:nvPr>
            <p:ph sz="quarter" idx="14" hasCustomPrompt="1"/>
          </p:nvPr>
        </p:nvSpPr>
        <p:spPr>
          <a:xfrm>
            <a:off x="457200" y="5343525"/>
            <a:ext cx="8229600" cy="533400"/>
          </a:xfrm>
        </p:spPr>
        <p:txBody>
          <a:bodyPr/>
          <a:lstStyle>
            <a:lvl1pPr>
              <a:defRPr/>
            </a:lvl1pPr>
          </a:lstStyle>
          <a:p>
            <a:pPr lvl="0"/>
            <a:r>
              <a:rPr lang="en-US" dirty="0"/>
              <a:t>Caption</a:t>
            </a:r>
          </a:p>
        </p:txBody>
      </p:sp>
      <p:sp>
        <p:nvSpPr>
          <p:cNvPr id="3" name="Date Placeholder 2">
            <a:extLst>
              <a:ext uri="{FF2B5EF4-FFF2-40B4-BE49-F238E27FC236}">
                <a16:creationId xmlns:a16="http://schemas.microsoft.com/office/drawing/2014/main" id="{A50D4E5D-00F7-4DC6-9BB0-713B8A0DA354}"/>
              </a:ext>
            </a:extLst>
          </p:cNvPr>
          <p:cNvSpPr>
            <a:spLocks noGrp="1"/>
          </p:cNvSpPr>
          <p:nvPr>
            <p:ph type="dt" idx="10"/>
          </p:nvPr>
        </p:nvSpPr>
        <p:spPr/>
        <p:txBody>
          <a:bodyPr/>
          <a:lstStyle/>
          <a:p>
            <a:endParaRPr lang="en-US" dirty="0"/>
          </a:p>
        </p:txBody>
      </p:sp>
      <p:sp>
        <p:nvSpPr>
          <p:cNvPr id="4" name="Slide Number Placeholder 3">
            <a:extLst>
              <a:ext uri="{FF2B5EF4-FFF2-40B4-BE49-F238E27FC236}">
                <a16:creationId xmlns:a16="http://schemas.microsoft.com/office/drawing/2014/main" id="{18AF4094-2296-458C-908A-D778D0DF5AFA}"/>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166042820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Label Layout 1">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065091D3-E16C-46AB-9A90-0F52CA812534}"/>
              </a:ext>
            </a:extLst>
          </p:cNvPr>
          <p:cNvSpPr>
            <a:spLocks noGrp="1"/>
          </p:cNvSpPr>
          <p:nvPr>
            <p:ph type="title" hasCustomPrompt="1"/>
          </p:nvPr>
        </p:nvSpPr>
        <p:spPr/>
        <p:txBody>
          <a:bodyPr/>
          <a:lstStyle>
            <a:lvl1pPr>
              <a:defRPr sz="3600">
                <a:latin typeface="+mj-lt"/>
              </a:defRPr>
            </a:lvl1pPr>
          </a:lstStyle>
          <a:p>
            <a:r>
              <a:rPr lang="en-US" dirty="0"/>
              <a:t>Click to add title</a:t>
            </a:r>
          </a:p>
        </p:txBody>
      </p:sp>
      <p:sp>
        <p:nvSpPr>
          <p:cNvPr id="7" name="Image title">
            <a:extLst>
              <a:ext uri="{FF2B5EF4-FFF2-40B4-BE49-F238E27FC236}">
                <a16:creationId xmlns:a16="http://schemas.microsoft.com/office/drawing/2014/main" id="{CB345607-C53C-44AF-8929-3BDC4C617AB6}"/>
              </a:ext>
            </a:extLst>
          </p:cNvPr>
          <p:cNvSpPr>
            <a:spLocks noGrp="1"/>
          </p:cNvSpPr>
          <p:nvPr>
            <p:ph type="body" sz="quarter" idx="13" hasCustomPrompt="1"/>
          </p:nvPr>
        </p:nvSpPr>
        <p:spPr>
          <a:xfrm>
            <a:off x="2982913" y="4359275"/>
            <a:ext cx="3482975" cy="600075"/>
          </a:xfrm>
        </p:spPr>
        <p:txBody>
          <a:bodyPr/>
          <a:lstStyle>
            <a:lvl1pPr marL="101600" indent="0">
              <a:buNone/>
              <a:defRPr/>
            </a:lvl1pPr>
          </a:lstStyle>
          <a:p>
            <a:pPr lvl="0"/>
            <a:r>
              <a:rPr lang="en-US" dirty="0"/>
              <a:t>Image title</a:t>
            </a:r>
          </a:p>
        </p:txBody>
      </p:sp>
      <p:sp>
        <p:nvSpPr>
          <p:cNvPr id="9" name="Image">
            <a:extLst>
              <a:ext uri="{FF2B5EF4-FFF2-40B4-BE49-F238E27FC236}">
                <a16:creationId xmlns:a16="http://schemas.microsoft.com/office/drawing/2014/main" id="{C2661E64-2E71-47E6-A5A0-AC5348C08F51}"/>
              </a:ext>
            </a:extLst>
          </p:cNvPr>
          <p:cNvSpPr>
            <a:spLocks noGrp="1"/>
          </p:cNvSpPr>
          <p:nvPr>
            <p:ph type="pic" sz="quarter" idx="14" hasCustomPrompt="1"/>
          </p:nvPr>
        </p:nvSpPr>
        <p:spPr>
          <a:xfrm>
            <a:off x="2982912" y="1681163"/>
            <a:ext cx="3482975" cy="2559050"/>
          </a:xfrm>
        </p:spPr>
        <p:txBody>
          <a:bodyPr/>
          <a:lstStyle>
            <a:lvl1pPr marL="101600" indent="0">
              <a:buNone/>
              <a:defRPr/>
            </a:lvl1pPr>
          </a:lstStyle>
          <a:p>
            <a:r>
              <a:rPr lang="en-US" dirty="0"/>
              <a:t>Image</a:t>
            </a:r>
          </a:p>
        </p:txBody>
      </p:sp>
      <p:sp>
        <p:nvSpPr>
          <p:cNvPr id="11" name="Label 1">
            <a:extLst>
              <a:ext uri="{FF2B5EF4-FFF2-40B4-BE49-F238E27FC236}">
                <a16:creationId xmlns:a16="http://schemas.microsoft.com/office/drawing/2014/main" id="{3D0F2ED9-E212-40DC-A528-BE4A28DE88FD}"/>
              </a:ext>
            </a:extLst>
          </p:cNvPr>
          <p:cNvSpPr>
            <a:spLocks noGrp="1"/>
          </p:cNvSpPr>
          <p:nvPr>
            <p:ph type="body" sz="quarter" idx="15" hasCustomPrompt="1"/>
          </p:nvPr>
        </p:nvSpPr>
        <p:spPr>
          <a:xfrm>
            <a:off x="808109" y="1681163"/>
            <a:ext cx="1220716" cy="627062"/>
          </a:xfrm>
        </p:spPr>
        <p:txBody>
          <a:bodyPr/>
          <a:lstStyle>
            <a:lvl1pPr marL="101600" indent="0">
              <a:buNone/>
              <a:defRPr/>
            </a:lvl1pPr>
          </a:lstStyle>
          <a:p>
            <a:pPr lvl="0"/>
            <a:r>
              <a:rPr lang="en-US" dirty="0"/>
              <a:t>Label 1</a:t>
            </a:r>
          </a:p>
        </p:txBody>
      </p:sp>
      <p:sp>
        <p:nvSpPr>
          <p:cNvPr id="13" name="Label 2">
            <a:extLst>
              <a:ext uri="{FF2B5EF4-FFF2-40B4-BE49-F238E27FC236}">
                <a16:creationId xmlns:a16="http://schemas.microsoft.com/office/drawing/2014/main" id="{E8D9AEEF-5E99-48D4-B8C3-C5A995764DCA}"/>
              </a:ext>
            </a:extLst>
          </p:cNvPr>
          <p:cNvSpPr>
            <a:spLocks noGrp="1"/>
          </p:cNvSpPr>
          <p:nvPr>
            <p:ph type="body" sz="quarter" idx="16" hasCustomPrompt="1"/>
          </p:nvPr>
        </p:nvSpPr>
        <p:spPr>
          <a:xfrm>
            <a:off x="808109" y="2647157"/>
            <a:ext cx="1206500" cy="627062"/>
          </a:xfrm>
        </p:spPr>
        <p:txBody>
          <a:bodyPr/>
          <a:lstStyle>
            <a:lvl1pPr marL="101600" indent="0">
              <a:buNone/>
              <a:defRPr/>
            </a:lvl1pPr>
          </a:lstStyle>
          <a:p>
            <a:pPr lvl="0"/>
            <a:r>
              <a:rPr lang="en-US" dirty="0"/>
              <a:t>Label 2</a:t>
            </a:r>
          </a:p>
        </p:txBody>
      </p:sp>
      <p:sp>
        <p:nvSpPr>
          <p:cNvPr id="15" name="Label 3">
            <a:extLst>
              <a:ext uri="{FF2B5EF4-FFF2-40B4-BE49-F238E27FC236}">
                <a16:creationId xmlns:a16="http://schemas.microsoft.com/office/drawing/2014/main" id="{99D329CE-18C4-40A9-A508-1684979AC205}"/>
              </a:ext>
            </a:extLst>
          </p:cNvPr>
          <p:cNvSpPr>
            <a:spLocks noGrp="1"/>
          </p:cNvSpPr>
          <p:nvPr>
            <p:ph type="body" sz="quarter" idx="17" hasCustomPrompt="1"/>
          </p:nvPr>
        </p:nvSpPr>
        <p:spPr>
          <a:xfrm>
            <a:off x="808109" y="3613151"/>
            <a:ext cx="1206500" cy="627062"/>
          </a:xfrm>
        </p:spPr>
        <p:txBody>
          <a:bodyPr/>
          <a:lstStyle>
            <a:lvl1pPr marL="101600" indent="0">
              <a:buNone/>
              <a:defRPr/>
            </a:lvl1pPr>
          </a:lstStyle>
          <a:p>
            <a:pPr lvl="0"/>
            <a:r>
              <a:rPr lang="en-US" dirty="0"/>
              <a:t>Label 3</a:t>
            </a:r>
          </a:p>
        </p:txBody>
      </p:sp>
      <p:sp>
        <p:nvSpPr>
          <p:cNvPr id="17" name="Label 4">
            <a:extLst>
              <a:ext uri="{FF2B5EF4-FFF2-40B4-BE49-F238E27FC236}">
                <a16:creationId xmlns:a16="http://schemas.microsoft.com/office/drawing/2014/main" id="{AAE735D1-F9F4-4525-9ED5-F10A99DECCB8}"/>
              </a:ext>
            </a:extLst>
          </p:cNvPr>
          <p:cNvSpPr>
            <a:spLocks noGrp="1"/>
          </p:cNvSpPr>
          <p:nvPr>
            <p:ph type="body" sz="quarter" idx="18" hasCustomPrompt="1"/>
          </p:nvPr>
        </p:nvSpPr>
        <p:spPr>
          <a:xfrm>
            <a:off x="7381874" y="1681163"/>
            <a:ext cx="1304925" cy="627062"/>
          </a:xfrm>
        </p:spPr>
        <p:txBody>
          <a:bodyPr/>
          <a:lstStyle>
            <a:lvl1pPr marL="101600" indent="0">
              <a:buNone/>
              <a:defRPr/>
            </a:lvl1pPr>
          </a:lstStyle>
          <a:p>
            <a:pPr lvl="0"/>
            <a:r>
              <a:rPr lang="en-US" dirty="0"/>
              <a:t>Label 4</a:t>
            </a:r>
          </a:p>
        </p:txBody>
      </p:sp>
      <p:sp>
        <p:nvSpPr>
          <p:cNvPr id="19" name="Label 5">
            <a:extLst>
              <a:ext uri="{FF2B5EF4-FFF2-40B4-BE49-F238E27FC236}">
                <a16:creationId xmlns:a16="http://schemas.microsoft.com/office/drawing/2014/main" id="{43259E0C-9247-446E-9183-FBF70F8FD41C}"/>
              </a:ext>
            </a:extLst>
          </p:cNvPr>
          <p:cNvSpPr>
            <a:spLocks noGrp="1"/>
          </p:cNvSpPr>
          <p:nvPr>
            <p:ph type="body" sz="quarter" idx="19" hasCustomPrompt="1"/>
          </p:nvPr>
        </p:nvSpPr>
        <p:spPr>
          <a:xfrm>
            <a:off x="7381874" y="2651590"/>
            <a:ext cx="1304925" cy="618196"/>
          </a:xfrm>
        </p:spPr>
        <p:txBody>
          <a:bodyPr/>
          <a:lstStyle>
            <a:lvl1pPr marL="101600" indent="0">
              <a:buNone/>
              <a:defRPr/>
            </a:lvl1pPr>
          </a:lstStyle>
          <a:p>
            <a:pPr lvl="0"/>
            <a:r>
              <a:rPr lang="en-US" dirty="0"/>
              <a:t>Label 5</a:t>
            </a:r>
          </a:p>
        </p:txBody>
      </p:sp>
      <p:sp>
        <p:nvSpPr>
          <p:cNvPr id="21" name="Label 6">
            <a:extLst>
              <a:ext uri="{FF2B5EF4-FFF2-40B4-BE49-F238E27FC236}">
                <a16:creationId xmlns:a16="http://schemas.microsoft.com/office/drawing/2014/main" id="{111F58DF-A1C1-4DD6-ADE5-FC54A39F6757}"/>
              </a:ext>
            </a:extLst>
          </p:cNvPr>
          <p:cNvSpPr>
            <a:spLocks noGrp="1"/>
          </p:cNvSpPr>
          <p:nvPr>
            <p:ph type="body" sz="quarter" idx="20" hasCustomPrompt="1"/>
          </p:nvPr>
        </p:nvSpPr>
        <p:spPr>
          <a:xfrm>
            <a:off x="7381874" y="3613151"/>
            <a:ext cx="1304925" cy="627063"/>
          </a:xfrm>
        </p:spPr>
        <p:txBody>
          <a:bodyPr/>
          <a:lstStyle>
            <a:lvl1pPr marL="101600" indent="0">
              <a:buNone/>
              <a:defRPr/>
            </a:lvl1pPr>
          </a:lstStyle>
          <a:p>
            <a:pPr lvl="0"/>
            <a:r>
              <a:rPr lang="en-US" dirty="0"/>
              <a:t>Label 6</a:t>
            </a:r>
          </a:p>
        </p:txBody>
      </p:sp>
      <p:sp>
        <p:nvSpPr>
          <p:cNvPr id="3" name="Date Placeholder 2">
            <a:extLst>
              <a:ext uri="{FF2B5EF4-FFF2-40B4-BE49-F238E27FC236}">
                <a16:creationId xmlns:a16="http://schemas.microsoft.com/office/drawing/2014/main" id="{D0CEC9E9-2CDA-42DF-A6E1-55B455A7E67B}"/>
              </a:ext>
            </a:extLst>
          </p:cNvPr>
          <p:cNvSpPr>
            <a:spLocks noGrp="1"/>
          </p:cNvSpPr>
          <p:nvPr>
            <p:ph type="dt" idx="10"/>
          </p:nvPr>
        </p:nvSpPr>
        <p:spPr/>
        <p:txBody>
          <a:bodyPr/>
          <a:lstStyle/>
          <a:p>
            <a:endParaRPr lang="en-US"/>
          </a:p>
        </p:txBody>
      </p:sp>
      <p:sp>
        <p:nvSpPr>
          <p:cNvPr id="4" name="Slide Number Placeholder 3">
            <a:extLst>
              <a:ext uri="{FF2B5EF4-FFF2-40B4-BE49-F238E27FC236}">
                <a16:creationId xmlns:a16="http://schemas.microsoft.com/office/drawing/2014/main" id="{5429F10E-ACBA-4EA4-B23A-AC32FC5A681B}"/>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202789916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Label Layout 2">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5AF36A59-5DE4-46F3-8035-460E546D5673}"/>
              </a:ext>
            </a:extLst>
          </p:cNvPr>
          <p:cNvSpPr>
            <a:spLocks noGrp="1"/>
          </p:cNvSpPr>
          <p:nvPr>
            <p:ph type="title"/>
          </p:nvPr>
        </p:nvSpPr>
        <p:spPr/>
        <p:txBody>
          <a:bodyPr/>
          <a:lstStyle>
            <a:lvl1pPr>
              <a:defRPr sz="3600">
                <a:latin typeface="+mj-lt"/>
              </a:defRPr>
            </a:lvl1pPr>
          </a:lstStyle>
          <a:p>
            <a:r>
              <a:rPr lang="en-US" dirty="0"/>
              <a:t>Click to edit Master title style</a:t>
            </a:r>
          </a:p>
        </p:txBody>
      </p:sp>
      <p:sp>
        <p:nvSpPr>
          <p:cNvPr id="7" name="Image 1 title">
            <a:extLst>
              <a:ext uri="{FF2B5EF4-FFF2-40B4-BE49-F238E27FC236}">
                <a16:creationId xmlns:a16="http://schemas.microsoft.com/office/drawing/2014/main" id="{2BEC12FB-EC67-436F-875F-0A306862EF78}"/>
              </a:ext>
            </a:extLst>
          </p:cNvPr>
          <p:cNvSpPr>
            <a:spLocks noGrp="1"/>
          </p:cNvSpPr>
          <p:nvPr>
            <p:ph type="body" sz="quarter" idx="13" hasCustomPrompt="1"/>
          </p:nvPr>
        </p:nvSpPr>
        <p:spPr>
          <a:xfrm>
            <a:off x="457201" y="4392613"/>
            <a:ext cx="2107323" cy="504825"/>
          </a:xfrm>
        </p:spPr>
        <p:txBody>
          <a:bodyPr/>
          <a:lstStyle>
            <a:lvl1pPr marL="101600" indent="0">
              <a:buNone/>
              <a:defRPr/>
            </a:lvl1pPr>
          </a:lstStyle>
          <a:p>
            <a:pPr lvl="0"/>
            <a:r>
              <a:rPr lang="en-US" dirty="0"/>
              <a:t>Image 1 title</a:t>
            </a:r>
          </a:p>
        </p:txBody>
      </p:sp>
      <p:sp>
        <p:nvSpPr>
          <p:cNvPr id="9" name="Image 1">
            <a:extLst>
              <a:ext uri="{FF2B5EF4-FFF2-40B4-BE49-F238E27FC236}">
                <a16:creationId xmlns:a16="http://schemas.microsoft.com/office/drawing/2014/main" id="{1E9C9C32-F8ED-4AA8-AA00-26A2357E73E9}"/>
              </a:ext>
            </a:extLst>
          </p:cNvPr>
          <p:cNvSpPr>
            <a:spLocks noGrp="1"/>
          </p:cNvSpPr>
          <p:nvPr>
            <p:ph type="pic" sz="quarter" idx="14" hasCustomPrompt="1"/>
          </p:nvPr>
        </p:nvSpPr>
        <p:spPr>
          <a:xfrm>
            <a:off x="457200" y="1817688"/>
            <a:ext cx="2107324" cy="2386012"/>
          </a:xfrm>
        </p:spPr>
        <p:txBody>
          <a:bodyPr/>
          <a:lstStyle>
            <a:lvl1pPr marL="101600" indent="0">
              <a:buNone/>
              <a:defRPr/>
            </a:lvl1pPr>
          </a:lstStyle>
          <a:p>
            <a:r>
              <a:rPr lang="en-US" dirty="0"/>
              <a:t>Image 1</a:t>
            </a:r>
          </a:p>
        </p:txBody>
      </p:sp>
      <p:sp>
        <p:nvSpPr>
          <p:cNvPr id="11" name="Label 1.1">
            <a:extLst>
              <a:ext uri="{FF2B5EF4-FFF2-40B4-BE49-F238E27FC236}">
                <a16:creationId xmlns:a16="http://schemas.microsoft.com/office/drawing/2014/main" id="{BD50A136-2F5A-4764-ADDC-D48D703981CC}"/>
              </a:ext>
            </a:extLst>
          </p:cNvPr>
          <p:cNvSpPr>
            <a:spLocks noGrp="1"/>
          </p:cNvSpPr>
          <p:nvPr>
            <p:ph type="body" sz="quarter" idx="15" hasCustomPrompt="1"/>
          </p:nvPr>
        </p:nvSpPr>
        <p:spPr>
          <a:xfrm>
            <a:off x="2774622" y="1794947"/>
            <a:ext cx="1534619" cy="591855"/>
          </a:xfrm>
        </p:spPr>
        <p:txBody>
          <a:bodyPr/>
          <a:lstStyle>
            <a:lvl1pPr marL="101600" indent="0">
              <a:buNone/>
              <a:defRPr/>
            </a:lvl1pPr>
          </a:lstStyle>
          <a:p>
            <a:pPr lvl="0"/>
            <a:r>
              <a:rPr lang="en-US" dirty="0"/>
              <a:t>Label 1.1</a:t>
            </a:r>
          </a:p>
        </p:txBody>
      </p:sp>
      <p:sp>
        <p:nvSpPr>
          <p:cNvPr id="13" name="Label 1.2">
            <a:extLst>
              <a:ext uri="{FF2B5EF4-FFF2-40B4-BE49-F238E27FC236}">
                <a16:creationId xmlns:a16="http://schemas.microsoft.com/office/drawing/2014/main" id="{16926224-3F90-4884-9AC1-A5381D78801B}"/>
              </a:ext>
            </a:extLst>
          </p:cNvPr>
          <p:cNvSpPr>
            <a:spLocks noGrp="1"/>
          </p:cNvSpPr>
          <p:nvPr>
            <p:ph type="body" sz="quarter" idx="16" hasCustomPrompt="1"/>
          </p:nvPr>
        </p:nvSpPr>
        <p:spPr>
          <a:xfrm>
            <a:off x="2774622" y="2707481"/>
            <a:ext cx="1534619" cy="606425"/>
          </a:xfrm>
        </p:spPr>
        <p:txBody>
          <a:bodyPr/>
          <a:lstStyle>
            <a:lvl1pPr marL="101600" indent="0">
              <a:buNone/>
              <a:defRPr/>
            </a:lvl1pPr>
          </a:lstStyle>
          <a:p>
            <a:pPr lvl="0"/>
            <a:r>
              <a:rPr lang="en-US" dirty="0"/>
              <a:t>Label 1.2</a:t>
            </a:r>
          </a:p>
        </p:txBody>
      </p:sp>
      <p:sp>
        <p:nvSpPr>
          <p:cNvPr id="15" name="Label 1.3">
            <a:extLst>
              <a:ext uri="{FF2B5EF4-FFF2-40B4-BE49-F238E27FC236}">
                <a16:creationId xmlns:a16="http://schemas.microsoft.com/office/drawing/2014/main" id="{D4719473-9C3F-493C-B20E-27CDBBA38B68}"/>
              </a:ext>
            </a:extLst>
          </p:cNvPr>
          <p:cNvSpPr>
            <a:spLocks noGrp="1"/>
          </p:cNvSpPr>
          <p:nvPr>
            <p:ph type="body" sz="quarter" idx="17" hasCustomPrompt="1"/>
          </p:nvPr>
        </p:nvSpPr>
        <p:spPr>
          <a:xfrm>
            <a:off x="2774622" y="3597275"/>
            <a:ext cx="1534619" cy="606425"/>
          </a:xfrm>
        </p:spPr>
        <p:txBody>
          <a:bodyPr/>
          <a:lstStyle>
            <a:lvl1pPr marL="101600" indent="0">
              <a:buNone/>
              <a:defRPr/>
            </a:lvl1pPr>
          </a:lstStyle>
          <a:p>
            <a:pPr lvl="0"/>
            <a:r>
              <a:rPr lang="en-US" dirty="0"/>
              <a:t>Label 1.3</a:t>
            </a:r>
          </a:p>
        </p:txBody>
      </p:sp>
      <p:sp>
        <p:nvSpPr>
          <p:cNvPr id="17" name="Image 2 title">
            <a:extLst>
              <a:ext uri="{FF2B5EF4-FFF2-40B4-BE49-F238E27FC236}">
                <a16:creationId xmlns:a16="http://schemas.microsoft.com/office/drawing/2014/main" id="{DC526974-AF8C-4228-AAAA-33D0B8AB71C7}"/>
              </a:ext>
            </a:extLst>
          </p:cNvPr>
          <p:cNvSpPr>
            <a:spLocks noGrp="1"/>
          </p:cNvSpPr>
          <p:nvPr>
            <p:ph type="body" sz="quarter" idx="18" hasCustomPrompt="1"/>
          </p:nvPr>
        </p:nvSpPr>
        <p:spPr>
          <a:xfrm>
            <a:off x="4931596" y="4347439"/>
            <a:ext cx="2107323" cy="504825"/>
          </a:xfrm>
        </p:spPr>
        <p:txBody>
          <a:bodyPr/>
          <a:lstStyle>
            <a:lvl1pPr marL="101600" indent="0">
              <a:buNone/>
              <a:defRPr/>
            </a:lvl1pPr>
          </a:lstStyle>
          <a:p>
            <a:pPr lvl="0"/>
            <a:r>
              <a:rPr lang="en-US" dirty="0"/>
              <a:t>Image 2 title</a:t>
            </a:r>
          </a:p>
        </p:txBody>
      </p:sp>
      <p:sp>
        <p:nvSpPr>
          <p:cNvPr id="19" name="Image 2">
            <a:extLst>
              <a:ext uri="{FF2B5EF4-FFF2-40B4-BE49-F238E27FC236}">
                <a16:creationId xmlns:a16="http://schemas.microsoft.com/office/drawing/2014/main" id="{812D2BB4-4991-47F8-9E82-9C9B41B052FB}"/>
              </a:ext>
            </a:extLst>
          </p:cNvPr>
          <p:cNvSpPr>
            <a:spLocks noGrp="1"/>
          </p:cNvSpPr>
          <p:nvPr>
            <p:ph type="pic" sz="quarter" idx="19" hasCustomPrompt="1"/>
          </p:nvPr>
        </p:nvSpPr>
        <p:spPr>
          <a:xfrm>
            <a:off x="4931596" y="1806537"/>
            <a:ext cx="2107323" cy="2397164"/>
          </a:xfrm>
        </p:spPr>
        <p:txBody>
          <a:bodyPr/>
          <a:lstStyle>
            <a:lvl1pPr marL="101600" indent="0">
              <a:buNone/>
              <a:defRPr/>
            </a:lvl1pPr>
          </a:lstStyle>
          <a:p>
            <a:r>
              <a:rPr lang="en-US" dirty="0"/>
              <a:t>Image 2</a:t>
            </a:r>
          </a:p>
        </p:txBody>
      </p:sp>
      <p:sp>
        <p:nvSpPr>
          <p:cNvPr id="21" name="Label 2.1">
            <a:extLst>
              <a:ext uri="{FF2B5EF4-FFF2-40B4-BE49-F238E27FC236}">
                <a16:creationId xmlns:a16="http://schemas.microsoft.com/office/drawing/2014/main" id="{15D9E78D-62D4-4D7C-8E37-E1A000DA23A2}"/>
              </a:ext>
            </a:extLst>
          </p:cNvPr>
          <p:cNvSpPr>
            <a:spLocks noGrp="1"/>
          </p:cNvSpPr>
          <p:nvPr>
            <p:ph type="body" sz="quarter" idx="20" hasCustomPrompt="1"/>
          </p:nvPr>
        </p:nvSpPr>
        <p:spPr>
          <a:xfrm>
            <a:off x="7304580" y="1794947"/>
            <a:ext cx="1534619" cy="608524"/>
          </a:xfrm>
        </p:spPr>
        <p:txBody>
          <a:bodyPr/>
          <a:lstStyle>
            <a:lvl1pPr marL="101600" indent="0">
              <a:buNone/>
              <a:defRPr/>
            </a:lvl1pPr>
          </a:lstStyle>
          <a:p>
            <a:pPr lvl="0"/>
            <a:r>
              <a:rPr lang="en-US" dirty="0"/>
              <a:t>Label 2.1</a:t>
            </a:r>
          </a:p>
        </p:txBody>
      </p:sp>
      <p:sp>
        <p:nvSpPr>
          <p:cNvPr id="23" name="Label 2.2">
            <a:extLst>
              <a:ext uri="{FF2B5EF4-FFF2-40B4-BE49-F238E27FC236}">
                <a16:creationId xmlns:a16="http://schemas.microsoft.com/office/drawing/2014/main" id="{0ECEA5DA-0702-46DA-A4DD-66B7E7FF424B}"/>
              </a:ext>
            </a:extLst>
          </p:cNvPr>
          <p:cNvSpPr>
            <a:spLocks noGrp="1"/>
          </p:cNvSpPr>
          <p:nvPr>
            <p:ph type="body" sz="quarter" idx="21" hasCustomPrompt="1"/>
          </p:nvPr>
        </p:nvSpPr>
        <p:spPr>
          <a:xfrm>
            <a:off x="7304579" y="2707481"/>
            <a:ext cx="1534619" cy="608524"/>
          </a:xfrm>
        </p:spPr>
        <p:txBody>
          <a:bodyPr/>
          <a:lstStyle>
            <a:lvl1pPr marL="101600" indent="0">
              <a:buNone/>
              <a:defRPr/>
            </a:lvl1pPr>
          </a:lstStyle>
          <a:p>
            <a:pPr lvl="0"/>
            <a:r>
              <a:rPr lang="en-US" dirty="0"/>
              <a:t>Label 2.2</a:t>
            </a:r>
          </a:p>
        </p:txBody>
      </p:sp>
      <p:sp>
        <p:nvSpPr>
          <p:cNvPr id="25" name="Label 2.3">
            <a:extLst>
              <a:ext uri="{FF2B5EF4-FFF2-40B4-BE49-F238E27FC236}">
                <a16:creationId xmlns:a16="http://schemas.microsoft.com/office/drawing/2014/main" id="{64C63D68-E200-46DF-8E34-92DC66FE879B}"/>
              </a:ext>
            </a:extLst>
          </p:cNvPr>
          <p:cNvSpPr>
            <a:spLocks noGrp="1"/>
          </p:cNvSpPr>
          <p:nvPr>
            <p:ph type="body" sz="quarter" idx="22" hasCustomPrompt="1"/>
          </p:nvPr>
        </p:nvSpPr>
        <p:spPr>
          <a:xfrm>
            <a:off x="7304579" y="3579818"/>
            <a:ext cx="1534620" cy="608524"/>
          </a:xfrm>
        </p:spPr>
        <p:txBody>
          <a:bodyPr/>
          <a:lstStyle>
            <a:lvl1pPr marL="101600" indent="0">
              <a:buNone/>
              <a:defRPr/>
            </a:lvl1pPr>
          </a:lstStyle>
          <a:p>
            <a:pPr lvl="0"/>
            <a:r>
              <a:rPr lang="en-US" dirty="0"/>
              <a:t>Label 2.3</a:t>
            </a:r>
          </a:p>
        </p:txBody>
      </p:sp>
      <p:sp>
        <p:nvSpPr>
          <p:cNvPr id="3" name="Date Placeholder 2">
            <a:extLst>
              <a:ext uri="{FF2B5EF4-FFF2-40B4-BE49-F238E27FC236}">
                <a16:creationId xmlns:a16="http://schemas.microsoft.com/office/drawing/2014/main" id="{D8A4DA0A-BA94-4C4E-A521-FB23D113A856}"/>
              </a:ext>
            </a:extLst>
          </p:cNvPr>
          <p:cNvSpPr>
            <a:spLocks noGrp="1"/>
          </p:cNvSpPr>
          <p:nvPr>
            <p:ph type="dt" idx="10"/>
          </p:nvPr>
        </p:nvSpPr>
        <p:spPr/>
        <p:txBody>
          <a:bodyPr/>
          <a:lstStyle/>
          <a:p>
            <a:endParaRPr lang="en-US"/>
          </a:p>
        </p:txBody>
      </p:sp>
      <p:sp>
        <p:nvSpPr>
          <p:cNvPr id="4" name="Slide Number Placeholder 3">
            <a:extLst>
              <a:ext uri="{FF2B5EF4-FFF2-40B4-BE49-F238E27FC236}">
                <a16:creationId xmlns:a16="http://schemas.microsoft.com/office/drawing/2014/main" id="{44569933-5FC5-4C73-96ED-E1AC0FC867FE}"/>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64872148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Shape 68"/>
        <p:cNvGrpSpPr/>
        <p:nvPr/>
      </p:nvGrpSpPr>
      <p:grpSpPr>
        <a:xfrm>
          <a:off x="0" y="0"/>
          <a:ext cx="0" cy="0"/>
          <a:chOff x="0" y="0"/>
          <a:chExt cx="0" cy="0"/>
        </a:xfrm>
      </p:grpSpPr>
      <p:sp>
        <p:nvSpPr>
          <p:cNvPr id="69" name="Title Placeholder"/>
          <p:cNvSpPr txBox="1">
            <a:spLocks noGrp="1"/>
          </p:cNvSpPr>
          <p:nvPr>
            <p:ph type="title" hasCustomPrompt="1"/>
          </p:nvPr>
        </p:nvSpPr>
        <p:spPr>
          <a:xfrm>
            <a:off x="685800" y="1447800"/>
            <a:ext cx="7772400" cy="2152651"/>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	</a:t>
            </a:r>
            <a:endParaRPr dirty="0"/>
          </a:p>
        </p:txBody>
      </p:sp>
      <p:sp>
        <p:nvSpPr>
          <p:cNvPr id="70" name="Content Placeholder"/>
          <p:cNvSpPr txBox="1">
            <a:spLocks noGrp="1"/>
          </p:cNvSpPr>
          <p:nvPr>
            <p:ph type="body" idx="1"/>
          </p:nvPr>
        </p:nvSpPr>
        <p:spPr>
          <a:xfrm>
            <a:off x="674687" y="3962400"/>
            <a:ext cx="7794626"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1600" b="0" i="0" u="none" strike="noStrike" cap="none">
                <a:solidFill>
                  <a:srgbClr val="007FA3"/>
                </a:solidFill>
                <a:latin typeface="Arial"/>
                <a:ea typeface="Arial"/>
                <a:cs typeface="Arial"/>
                <a:sym typeface="Arial"/>
              </a:defRPr>
            </a:lvl1pPr>
            <a:lvl2pPr marL="457200" marR="0" lvl="1" indent="0" algn="l" rtl="0">
              <a:spcBef>
                <a:spcPts val="600"/>
              </a:spcBef>
              <a:buClr>
                <a:srgbClr val="007FA3"/>
              </a:buClr>
              <a:buFont typeface="Arial"/>
              <a:buNone/>
              <a:defRPr sz="1800" b="0" i="0" u="none" strike="noStrike" cap="none">
                <a:solidFill>
                  <a:srgbClr val="888888"/>
                </a:solidFill>
                <a:latin typeface="Arial"/>
                <a:ea typeface="Arial"/>
                <a:cs typeface="Arial"/>
                <a:sym typeface="Arial"/>
              </a:defRPr>
            </a:lvl2pPr>
            <a:lvl3pPr marL="914400" marR="0" lvl="2" indent="0" algn="l" rtl="0">
              <a:spcBef>
                <a:spcPts val="600"/>
              </a:spcBef>
              <a:buClr>
                <a:srgbClr val="007FA3"/>
              </a:buClr>
              <a:buFont typeface="Arial"/>
              <a:buNone/>
              <a:defRPr sz="1600" b="0" i="0" u="none" strike="noStrike" cap="none">
                <a:solidFill>
                  <a:srgbClr val="888888"/>
                </a:solidFill>
                <a:latin typeface="Arial"/>
                <a:ea typeface="Arial"/>
                <a:cs typeface="Arial"/>
                <a:sym typeface="Arial"/>
              </a:defRPr>
            </a:lvl3pPr>
            <a:lvl4pPr marL="1371600" marR="0" lvl="3"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4pPr>
            <a:lvl5pPr marL="1828800" marR="0" lvl="4"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5pPr>
            <a:lvl6pPr marL="2286000" marR="0" lvl="5"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6pPr>
            <a:lvl7pPr marL="2743200" marR="0" lvl="6"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7pPr>
            <a:lvl8pPr marL="3200400" marR="0" lvl="7"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8pPr>
            <a:lvl9pPr marL="3657600" marR="0" lvl="8"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9pPr>
          </a:lstStyle>
          <a:p>
            <a:endParaRPr dirty="0"/>
          </a:p>
        </p:txBody>
      </p:sp>
      <p:sp>
        <p:nvSpPr>
          <p:cNvPr id="72" name="Shape 7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73" name="Shape 7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5_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39624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Picture Placeholder 4"/>
          <p:cNvSpPr>
            <a:spLocks noGrp="1"/>
          </p:cNvSpPr>
          <p:nvPr>
            <p:ph type="pic" sz="quarter" idx="14"/>
          </p:nvPr>
        </p:nvSpPr>
        <p:spPr>
          <a:xfrm>
            <a:off x="457200" y="5181600"/>
            <a:ext cx="8229600" cy="1066800"/>
          </a:xfrm>
        </p:spPr>
        <p:txBody>
          <a:bodyPr/>
          <a:lstStyle/>
          <a:p>
            <a:pPr lvl="0"/>
            <a:endParaRPr lang="en-IN" noProof="0"/>
          </a:p>
        </p:txBody>
      </p:sp>
      <p:sp>
        <p:nvSpPr>
          <p:cNvPr id="6" name="Date Placeholder 3">
            <a:extLst>
              <a:ext uri="{FF2B5EF4-FFF2-40B4-BE49-F238E27FC236}">
                <a16:creationId xmlns:a16="http://schemas.microsoft.com/office/drawing/2014/main" id="{6E921DB6-163E-4185-89B1-CFDC8DF69B49}"/>
              </a:ext>
            </a:extLst>
          </p:cNvPr>
          <p:cNvSpPr>
            <a:spLocks noGrp="1"/>
          </p:cNvSpPr>
          <p:nvPr>
            <p:ph type="dt" sz="half" idx="15"/>
          </p:nvPr>
        </p:nvSpPr>
        <p:spPr/>
        <p:txBody>
          <a:bodyPr/>
          <a:lstStyle>
            <a:lvl1pPr>
              <a:defRPr/>
            </a:lvl1pPr>
          </a:lstStyle>
          <a:p>
            <a:pPr>
              <a:defRPr/>
            </a:pPr>
            <a:fld id="{D828DFCB-A486-4246-B896-85E345F87AD0}" type="datetimeFigureOut">
              <a:rPr lang="en-US"/>
              <a:pPr>
                <a:defRPr/>
              </a:pPr>
              <a:t>10/27/25</a:t>
            </a:fld>
            <a:endParaRPr lang="en-US" dirty="0"/>
          </a:p>
        </p:txBody>
      </p:sp>
      <p:sp>
        <p:nvSpPr>
          <p:cNvPr id="9" name="Slide Number Placeholder 5">
            <a:extLst>
              <a:ext uri="{FF2B5EF4-FFF2-40B4-BE49-F238E27FC236}">
                <a16:creationId xmlns:a16="http://schemas.microsoft.com/office/drawing/2014/main" id="{892865F2-AEF2-4B58-8B49-1C3744D6BDAE}"/>
              </a:ext>
            </a:extLst>
          </p:cNvPr>
          <p:cNvSpPr>
            <a:spLocks noGrp="1"/>
          </p:cNvSpPr>
          <p:nvPr>
            <p:ph type="sldNum" sz="quarter" idx="16"/>
          </p:nvPr>
        </p:nvSpPr>
        <p:spPr/>
        <p:txBody>
          <a:bodyPr/>
          <a:lstStyle>
            <a:lvl1pPr>
              <a:defRPr/>
            </a:lvl1pPr>
          </a:lstStyle>
          <a:p>
            <a:pPr>
              <a:defRPr/>
            </a:pPr>
            <a:fld id="{FD8F1D26-3C1C-4360-9318-83CB049CF007}" type="slidenum">
              <a:rPr lang="en-US"/>
              <a:pPr>
                <a:defRPr/>
              </a:pPr>
              <a:t>‹#›</a:t>
            </a:fld>
            <a:endParaRPr lang="en-US" dirty="0"/>
          </a:p>
        </p:txBody>
      </p:sp>
    </p:spTree>
    <p:extLst>
      <p:ext uri="{BB962C8B-B14F-4D97-AF65-F5344CB8AC3E}">
        <p14:creationId xmlns:p14="http://schemas.microsoft.com/office/powerpoint/2010/main" val="439178372"/>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0.xml"/><Relationship Id="rId13" Type="http://schemas.openxmlformats.org/officeDocument/2006/relationships/theme" Target="../theme/theme2.xml"/><Relationship Id="rId3" Type="http://schemas.openxmlformats.org/officeDocument/2006/relationships/slideLayout" Target="../slideLayouts/slideLayout5.xml"/><Relationship Id="rId7" Type="http://schemas.openxmlformats.org/officeDocument/2006/relationships/slideLayout" Target="../slideLayouts/slideLayout9.xml"/><Relationship Id="rId12" Type="http://schemas.openxmlformats.org/officeDocument/2006/relationships/slideLayout" Target="../slideLayouts/slideLayout14.xml"/><Relationship Id="rId2" Type="http://schemas.openxmlformats.org/officeDocument/2006/relationships/slideLayout" Target="../slideLayouts/slideLayout4.xml"/><Relationship Id="rId1" Type="http://schemas.openxmlformats.org/officeDocument/2006/relationships/slideLayout" Target="../slideLayouts/slideLayout3.xml"/><Relationship Id="rId6" Type="http://schemas.openxmlformats.org/officeDocument/2006/relationships/slideLayout" Target="../slideLayouts/slideLayout8.xml"/><Relationship Id="rId11" Type="http://schemas.openxmlformats.org/officeDocument/2006/relationships/slideLayout" Target="../slideLayouts/slideLayout13.xml"/><Relationship Id="rId5" Type="http://schemas.openxmlformats.org/officeDocument/2006/relationships/slideLayout" Target="../slideLayouts/slideLayout7.xml"/><Relationship Id="rId10" Type="http://schemas.openxmlformats.org/officeDocument/2006/relationships/slideLayout" Target="../slideLayouts/slideLayout12.xml"/><Relationship Id="rId4" Type="http://schemas.openxmlformats.org/officeDocument/2006/relationships/slideLayout" Target="../slideLayouts/slideLayout6.xml"/><Relationship Id="rId9" Type="http://schemas.openxmlformats.org/officeDocument/2006/relationships/slideLayout" Target="../slideLayouts/slideLayout11.xml"/><Relationship Id="rId1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Shape 9"/>
        <p:cNvGrpSpPr/>
        <p:nvPr/>
      </p:nvGrpSpPr>
      <p:grpSpPr>
        <a:xfrm>
          <a:off x="0" y="0"/>
          <a:ext cx="0" cy="0"/>
          <a:chOff x="0" y="0"/>
          <a:chExt cx="0" cy="0"/>
        </a:xfrm>
      </p:grpSpPr>
      <p:sp>
        <p:nvSpPr>
          <p:cNvPr id="10" name="Shape 10"/>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a:t>
            </a:r>
            <a:endParaRPr dirty="0"/>
          </a:p>
        </p:txBody>
      </p:sp>
      <p:sp>
        <p:nvSpPr>
          <p:cNvPr id="11" name="Shape 11"/>
          <p:cNvSpPr txBox="1">
            <a:spLocks noGrp="1"/>
          </p:cNvSpPr>
          <p:nvPr>
            <p:ph type="body" idx="1"/>
          </p:nvPr>
        </p:nvSpPr>
        <p:spPr>
          <a:xfrm>
            <a:off x="457200" y="1600200"/>
            <a:ext cx="8229600" cy="4428411"/>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tx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a:defRPr/>
            </a:pPr>
            <a:endParaRPr lang="en-US" dirty="0">
              <a:solidFill>
                <a:schemeClr val="tx1"/>
              </a:solidFill>
            </a:endParaRPr>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lvl1pPr>
              <a:defRPr>
                <a:solidFill>
                  <a:schemeClr val="tx1"/>
                </a:solidFill>
              </a:defRPr>
            </a:lvl1p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3246644562"/>
      </p:ext>
    </p:extLst>
  </p:cSld>
  <p:clrMap bg1="lt1" tx1="dk1" bg2="dk2" tx2="lt2" accent1="accent1" accent2="accent2" accent3="accent3" accent4="accent4" accent5="accent5" accent6="accent6" hlink="hlink" folHlink="folHlink"/>
  <p:sldLayoutIdLst>
    <p:sldLayoutId id="2147483675" r:id="rId1"/>
    <p:sldLayoutId id="2147483664" r:id="rId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3600" b="0" i="0" u="none" strike="noStrike" cap="none">
          <a:solidFill>
            <a:srgbClr val="000000"/>
          </a:solidFill>
          <a:latin typeface="+mj-lt"/>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6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a:t>
            </a:r>
            <a:endParaRPr dirty="0"/>
          </a:p>
        </p:txBody>
      </p:sp>
      <p:sp>
        <p:nvSpPr>
          <p:cNvPr id="11" name="Content Placeholder"/>
          <p:cNvSpPr txBox="1">
            <a:spLocks noGrp="1"/>
          </p:cNvSpPr>
          <p:nvPr>
            <p:ph type="body" idx="1"/>
          </p:nvPr>
        </p:nvSpPr>
        <p:spPr>
          <a:xfrm>
            <a:off x="457200" y="1600200"/>
            <a:ext cx="8229600" cy="4428411"/>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pic>
        <p:nvPicPr>
          <p:cNvPr id="8" name="Picture 7" descr="Pearson Logo">
            <a:extLst>
              <a:ext uri="{FF2B5EF4-FFF2-40B4-BE49-F238E27FC236}">
                <a16:creationId xmlns:a16="http://schemas.microsoft.com/office/drawing/2014/main" id="{58F99ECA-DD16-4395-B524-47FBA2D22959}"/>
              </a:ext>
            </a:extLst>
          </p:cNvPr>
          <p:cNvPicPr>
            <a:picLocks noChangeAspect="1"/>
          </p:cNvPicPr>
          <p:nvPr userDrawn="1"/>
        </p:nvPicPr>
        <p:blipFill>
          <a:blip r:embed="rId14"/>
          <a:stretch>
            <a:fillRect/>
          </a:stretch>
        </p:blipFill>
        <p:spPr>
          <a:xfrm>
            <a:off x="430085" y="6404072"/>
            <a:ext cx="986560" cy="310866"/>
          </a:xfrm>
          <a:prstGeom prst="rect">
            <a:avLst/>
          </a:prstGeom>
        </p:spPr>
      </p:pic>
      <p:sp>
        <p:nvSpPr>
          <p:cNvPr id="9" name="Content Placeholder 7">
            <a:extLst>
              <a:ext uri="{FF2B5EF4-FFF2-40B4-BE49-F238E27FC236}">
                <a16:creationId xmlns:a16="http://schemas.microsoft.com/office/drawing/2014/main" id="{302F6951-5386-4640-B378-19BD1E587315}"/>
              </a:ext>
            </a:extLst>
          </p:cNvPr>
          <p:cNvSpPr txBox="1">
            <a:spLocks/>
          </p:cNvSpPr>
          <p:nvPr userDrawn="1"/>
        </p:nvSpPr>
        <p:spPr>
          <a:xfrm>
            <a:off x="2671483" y="6464175"/>
            <a:ext cx="5998406" cy="221018"/>
          </a:xfrm>
          <a:prstGeom prst="rect">
            <a:avLst/>
          </a:prstGeom>
          <a:noFill/>
          <a:ln>
            <a:noFill/>
          </a:ln>
        </p:spPr>
        <p:txBody>
          <a:bodyPr wrap="square" lIns="0" tIns="18000" rIns="0" bIns="18000" anchor="ctr" anchorCtr="0">
            <a:spAutoFit/>
          </a:bodyPr>
          <a:lstStyle>
            <a:defPPr marR="0" lvl="0" algn="l" rtl="0">
              <a:lnSpc>
                <a:spcPct val="100000"/>
              </a:lnSpc>
              <a:spcBef>
                <a:spcPts val="0"/>
              </a:spcBef>
              <a:spcAft>
                <a:spcPts val="0"/>
              </a:spcAft>
            </a:defPPr>
            <a:lvl1pPr marL="256032" indent="-154432" algn="r">
              <a:spcBef>
                <a:spcPts val="1500"/>
              </a:spcBef>
              <a:buClr>
                <a:srgbClr val="007FA3"/>
              </a:buClr>
              <a:buSzPct val="100000"/>
              <a:buFont typeface="Arial"/>
              <a:defRPr sz="1200">
                <a:solidFill>
                  <a:schemeClr val="dk1"/>
                </a:solidFill>
                <a:latin typeface="Verdana" panose="020B0604030504040204" pitchFamily="34" charset="0"/>
                <a:ea typeface="Verdana" panose="020B0604030504040204" pitchFamily="34" charset="0"/>
                <a:cs typeface="Verdana" panose="020B0604030504040204" pitchFamily="34" charset="0"/>
              </a:defRPr>
            </a:lvl1pPr>
            <a:lvl2pPr marL="742950" indent="-184150">
              <a:spcBef>
                <a:spcPts val="600"/>
              </a:spcBef>
              <a:buClr>
                <a:srgbClr val="007FA3"/>
              </a:buClr>
              <a:buSzPct val="100000"/>
              <a:buFont typeface="Arial"/>
              <a:buChar char="–"/>
              <a:defRPr sz="1600">
                <a:solidFill>
                  <a:schemeClr val="dk1"/>
                </a:solidFill>
              </a:defRPr>
            </a:lvl2pPr>
            <a:lvl3pPr marL="1143000" indent="-127000">
              <a:spcBef>
                <a:spcPts val="600"/>
              </a:spcBef>
              <a:buClr>
                <a:srgbClr val="007FA3"/>
              </a:buClr>
              <a:buSzPct val="100000"/>
              <a:buFont typeface="Arial"/>
              <a:buChar char="▪"/>
              <a:defRPr sz="1600">
                <a:solidFill>
                  <a:schemeClr val="dk1"/>
                </a:solidFill>
              </a:defRPr>
            </a:lvl3pPr>
            <a:lvl4pPr marL="1600200" indent="-127000">
              <a:spcBef>
                <a:spcPts val="600"/>
              </a:spcBef>
              <a:buClr>
                <a:srgbClr val="007FA3"/>
              </a:buClr>
              <a:buSzPct val="100000"/>
              <a:buFont typeface="Arial"/>
              <a:buChar char="–"/>
              <a:defRPr sz="1600">
                <a:solidFill>
                  <a:schemeClr val="dk1"/>
                </a:solidFill>
              </a:defRPr>
            </a:lvl4pPr>
            <a:lvl5pPr marL="2057400" indent="-127000">
              <a:spcBef>
                <a:spcPts val="600"/>
              </a:spcBef>
              <a:buClr>
                <a:srgbClr val="007FA3"/>
              </a:buClr>
              <a:buSzPct val="100000"/>
              <a:buFont typeface="Arial"/>
              <a:buChar char="•"/>
              <a:defRPr sz="1600">
                <a:solidFill>
                  <a:schemeClr val="dk1"/>
                </a:solidFill>
              </a:defRPr>
            </a:lvl5pPr>
            <a:lvl6pPr marL="2514600" indent="-127000">
              <a:spcBef>
                <a:spcPts val="300"/>
              </a:spcBef>
              <a:buClr>
                <a:srgbClr val="007FA3"/>
              </a:buClr>
              <a:buSzPct val="100000"/>
              <a:buFont typeface="Arial"/>
              <a:buChar char="•"/>
              <a:defRPr sz="1600">
                <a:solidFill>
                  <a:schemeClr val="dk1"/>
                </a:solidFill>
              </a:defRPr>
            </a:lvl6pPr>
            <a:lvl7pPr marL="2971800" indent="-127000">
              <a:spcBef>
                <a:spcPts val="300"/>
              </a:spcBef>
              <a:buClr>
                <a:srgbClr val="007FA3"/>
              </a:buClr>
              <a:buSzPct val="100000"/>
              <a:buFont typeface="Arial"/>
              <a:buChar char="•"/>
              <a:defRPr sz="1600">
                <a:solidFill>
                  <a:schemeClr val="dk1"/>
                </a:solidFill>
              </a:defRPr>
            </a:lvl7pPr>
            <a:lvl8pPr marL="3429000" indent="-127000">
              <a:spcBef>
                <a:spcPts val="300"/>
              </a:spcBef>
              <a:buClr>
                <a:srgbClr val="007FA3"/>
              </a:buClr>
              <a:buSzPct val="100000"/>
              <a:buFont typeface="Arial"/>
              <a:buChar char="•"/>
              <a:defRPr sz="1600">
                <a:solidFill>
                  <a:schemeClr val="dk1"/>
                </a:solidFill>
              </a:defRPr>
            </a:lvl8pPr>
            <a:lvl9pPr marL="3886200" indent="-127000">
              <a:spcBef>
                <a:spcPts val="300"/>
              </a:spcBef>
              <a:buClr>
                <a:srgbClr val="007FA3"/>
              </a:buClr>
              <a:buSzPct val="100000"/>
              <a:buFont typeface="Arial"/>
              <a:buChar char="•"/>
              <a:defRPr sz="1600">
                <a:solidFill>
                  <a:schemeClr val="dk1"/>
                </a:solidFill>
              </a:defRPr>
            </a:lvl9pPr>
          </a:lstStyle>
          <a:p>
            <a:pPr lvl="0"/>
            <a:r>
              <a:rPr lang="en-US" dirty="0"/>
              <a:t>© 2024 Pearson Education Ltd. All Rights Reserved.</a:t>
            </a:r>
          </a:p>
        </p:txBody>
      </p:sp>
    </p:spTree>
  </p:cSld>
  <p:clrMap bg1="lt1" tx1="dk1" bg2="dk2" tx2="lt2" accent1="accent1" accent2="accent2" accent3="accent3" accent4="accent4" accent5="accent5" accent6="accent6" hlink="hlink" folHlink="folHlink"/>
  <p:sldLayoutIdLst>
    <p:sldLayoutId id="2147483649" r:id="rId1"/>
    <p:sldLayoutId id="2147483676" r:id="rId2"/>
    <p:sldLayoutId id="2147483677" r:id="rId3"/>
    <p:sldLayoutId id="2147483678" r:id="rId4"/>
    <p:sldLayoutId id="2147483679" r:id="rId5"/>
    <p:sldLayoutId id="2147483680" r:id="rId6"/>
    <p:sldLayoutId id="2147483671" r:id="rId7"/>
    <p:sldLayoutId id="2147483673" r:id="rId8"/>
    <p:sldLayoutId id="2147483670" r:id="rId9"/>
    <p:sldLayoutId id="2147483669" r:id="rId10"/>
    <p:sldLayoutId id="2147483655" r:id="rId11"/>
    <p:sldLayoutId id="2147483681"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3600" b="0" i="0" u="none" strike="noStrike" cap="none">
          <a:solidFill>
            <a:srgbClr val="000000"/>
          </a:solidFill>
          <a:latin typeface="+mj-lt"/>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jp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8.xml"/><Relationship Id="rId6" Type="http://schemas.openxmlformats.org/officeDocument/2006/relationships/image" Target="../media/image5.png"/><Relationship Id="rId5" Type="http://schemas.openxmlformats.org/officeDocument/2006/relationships/image" Target="../media/image4.wmf"/><Relationship Id="rId4" Type="http://schemas.openxmlformats.org/officeDocument/2006/relationships/oleObject" Target="../embeddings/oleObject1.bin"/></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8.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8.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8" Type="http://schemas.openxmlformats.org/officeDocument/2006/relationships/oleObject" Target="../embeddings/oleObject4.bin"/><Relationship Id="rId3" Type="http://schemas.openxmlformats.org/officeDocument/2006/relationships/image" Target="../media/image5.png"/><Relationship Id="rId7" Type="http://schemas.openxmlformats.org/officeDocument/2006/relationships/image" Target="../media/image9.wmf"/><Relationship Id="rId2" Type="http://schemas.openxmlformats.org/officeDocument/2006/relationships/notesSlide" Target="../notesSlides/notesSlide7.xml"/><Relationship Id="rId1" Type="http://schemas.openxmlformats.org/officeDocument/2006/relationships/slideLayout" Target="../slideLayouts/slideLayout8.xml"/><Relationship Id="rId6" Type="http://schemas.openxmlformats.org/officeDocument/2006/relationships/oleObject" Target="../embeddings/oleObject3.bin"/><Relationship Id="rId5" Type="http://schemas.openxmlformats.org/officeDocument/2006/relationships/image" Target="../media/image8.wmf"/><Relationship Id="rId4" Type="http://schemas.openxmlformats.org/officeDocument/2006/relationships/oleObject" Target="../embeddings/oleObject2.bin"/><Relationship Id="rId9" Type="http://schemas.openxmlformats.org/officeDocument/2006/relationships/image" Target="../media/image10.wmf"/></Relationships>
</file>

<file path=ppt/slides/_rels/slide8.xml.rels><?xml version="1.0" encoding="UTF-8" standalone="yes"?>
<Relationships xmlns="http://schemas.openxmlformats.org/package/2006/relationships"><Relationship Id="rId8" Type="http://schemas.openxmlformats.org/officeDocument/2006/relationships/oleObject" Target="../embeddings/oleObject3.bin"/><Relationship Id="rId3" Type="http://schemas.openxmlformats.org/officeDocument/2006/relationships/image" Target="../media/image5.png"/><Relationship Id="rId7"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8.xml"/><Relationship Id="rId6" Type="http://schemas.openxmlformats.org/officeDocument/2006/relationships/image" Target="../media/image8.wmf"/><Relationship Id="rId11" Type="http://schemas.openxmlformats.org/officeDocument/2006/relationships/image" Target="../media/image10.wmf"/><Relationship Id="rId5" Type="http://schemas.openxmlformats.org/officeDocument/2006/relationships/oleObject" Target="../embeddings/oleObject2.bin"/><Relationship Id="rId10" Type="http://schemas.openxmlformats.org/officeDocument/2006/relationships/oleObject" Target="../embeddings/oleObject4.bin"/><Relationship Id="rId4" Type="http://schemas.openxmlformats.org/officeDocument/2006/relationships/image" Target="../media/image7.png"/><Relationship Id="rId9" Type="http://schemas.openxmlformats.org/officeDocument/2006/relationships/image" Target="../media/image9.wmf"/></Relationships>
</file>

<file path=ppt/slides/_rels/slide9.xml.rels><?xml version="1.0" encoding="UTF-8" standalone="yes"?>
<Relationships xmlns="http://schemas.openxmlformats.org/package/2006/relationships"><Relationship Id="rId8" Type="http://schemas.openxmlformats.org/officeDocument/2006/relationships/oleObject" Target="../embeddings/oleObject7.bin"/><Relationship Id="rId3" Type="http://schemas.openxmlformats.org/officeDocument/2006/relationships/image" Target="../media/image11.png"/><Relationship Id="rId7" Type="http://schemas.openxmlformats.org/officeDocument/2006/relationships/image" Target="../media/image13.wmf"/><Relationship Id="rId2" Type="http://schemas.openxmlformats.org/officeDocument/2006/relationships/notesSlide" Target="../notesSlides/notesSlide9.xml"/><Relationship Id="rId1" Type="http://schemas.openxmlformats.org/officeDocument/2006/relationships/slideLayout" Target="../slideLayouts/slideLayout8.xml"/><Relationship Id="rId6" Type="http://schemas.openxmlformats.org/officeDocument/2006/relationships/oleObject" Target="../embeddings/oleObject6.bin"/><Relationship Id="rId5" Type="http://schemas.openxmlformats.org/officeDocument/2006/relationships/image" Target="../media/image12.wmf"/><Relationship Id="rId4" Type="http://schemas.openxmlformats.org/officeDocument/2006/relationships/oleObject" Target="../embeddings/oleObject5.bin"/><Relationship Id="rId9" Type="http://schemas.openxmlformats.org/officeDocument/2006/relationships/image" Target="../media/image14.wmf"/></Relationships>
</file>

<file path=ppt/slides/_rels/slide10.xml.rels><?xml version="1.0" encoding="UTF-8" standalone="yes"?>
<Relationships xmlns="http://schemas.openxmlformats.org/package/2006/relationships"><Relationship Id="rId8" Type="http://schemas.openxmlformats.org/officeDocument/2006/relationships/oleObject" Target="../embeddings/oleObject10.bin"/><Relationship Id="rId3" Type="http://schemas.openxmlformats.org/officeDocument/2006/relationships/oleObject" Target="../embeddings/oleObject8.bin"/><Relationship Id="rId7" Type="http://schemas.openxmlformats.org/officeDocument/2006/relationships/image" Target="../media/image17.wmf"/><Relationship Id="rId2" Type="http://schemas.openxmlformats.org/officeDocument/2006/relationships/notesSlide" Target="../notesSlides/notesSlide10.xml"/><Relationship Id="rId1" Type="http://schemas.openxmlformats.org/officeDocument/2006/relationships/slideLayout" Target="../slideLayouts/slideLayout8.xml"/><Relationship Id="rId6" Type="http://schemas.openxmlformats.org/officeDocument/2006/relationships/oleObject" Target="../embeddings/oleObject9.bin"/><Relationship Id="rId5" Type="http://schemas.openxmlformats.org/officeDocument/2006/relationships/image" Target="../media/image16.png"/><Relationship Id="rId10" Type="http://schemas.openxmlformats.org/officeDocument/2006/relationships/image" Target="../media/image19.png"/><Relationship Id="rId4" Type="http://schemas.openxmlformats.org/officeDocument/2006/relationships/image" Target="../media/image15.wmf"/><Relationship Id="rId9" Type="http://schemas.openxmlformats.org/officeDocument/2006/relationships/image" Target="../media/image18.wmf"/></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8.xml"/><Relationship Id="rId5" Type="http://schemas.openxmlformats.org/officeDocument/2006/relationships/image" Target="../media/image7.png"/><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8" Type="http://schemas.openxmlformats.org/officeDocument/2006/relationships/image" Target="../media/image23.wmf"/><Relationship Id="rId3" Type="http://schemas.openxmlformats.org/officeDocument/2006/relationships/image" Target="../media/image20.png"/><Relationship Id="rId7" Type="http://schemas.openxmlformats.org/officeDocument/2006/relationships/oleObject" Target="../embeddings/oleObject12.bin"/><Relationship Id="rId2" Type="http://schemas.openxmlformats.org/officeDocument/2006/relationships/notesSlide" Target="../notesSlides/notesSlide12.xml"/><Relationship Id="rId1" Type="http://schemas.openxmlformats.org/officeDocument/2006/relationships/slideLayout" Target="../slideLayouts/slideLayout8.xml"/><Relationship Id="rId6" Type="http://schemas.openxmlformats.org/officeDocument/2006/relationships/image" Target="../media/image22.wmf"/><Relationship Id="rId5" Type="http://schemas.openxmlformats.org/officeDocument/2006/relationships/oleObject" Target="../embeddings/oleObject11.bin"/><Relationship Id="rId4" Type="http://schemas.openxmlformats.org/officeDocument/2006/relationships/image" Target="../media/image21.png"/></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3.xml"/><Relationship Id="rId1" Type="http://schemas.openxmlformats.org/officeDocument/2006/relationships/slideLayout" Target="../slideLayouts/slideLayout8.xml"/><Relationship Id="rId4" Type="http://schemas.openxmlformats.org/officeDocument/2006/relationships/image" Target="../media/image24.png"/></Relationships>
</file>

<file path=ppt/slides/_rels/slide1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4.xml"/><Relationship Id="rId1" Type="http://schemas.openxmlformats.org/officeDocument/2006/relationships/slideLayout" Target="../slideLayouts/slideLayout8.xml"/><Relationship Id="rId4" Type="http://schemas.openxmlformats.org/officeDocument/2006/relationships/image" Target="../media/image19.png"/></Relationships>
</file>

<file path=ppt/slides/_rels/slide15.xml.rels><?xml version="1.0" encoding="UTF-8" standalone="yes"?>
<Relationships xmlns="http://schemas.openxmlformats.org/package/2006/relationships"><Relationship Id="rId8" Type="http://schemas.openxmlformats.org/officeDocument/2006/relationships/image" Target="../media/image28.wmf"/><Relationship Id="rId3" Type="http://schemas.openxmlformats.org/officeDocument/2006/relationships/image" Target="../media/image5.png"/><Relationship Id="rId7" Type="http://schemas.openxmlformats.org/officeDocument/2006/relationships/oleObject" Target="../embeddings/oleObject14.bin"/><Relationship Id="rId2" Type="http://schemas.openxmlformats.org/officeDocument/2006/relationships/notesSlide" Target="../notesSlides/notesSlide15.xml"/><Relationship Id="rId1" Type="http://schemas.openxmlformats.org/officeDocument/2006/relationships/slideLayout" Target="../slideLayouts/slideLayout8.xml"/><Relationship Id="rId6" Type="http://schemas.openxmlformats.org/officeDocument/2006/relationships/image" Target="../media/image27.png"/><Relationship Id="rId5" Type="http://schemas.openxmlformats.org/officeDocument/2006/relationships/image" Target="../media/image26.wmf"/><Relationship Id="rId10" Type="http://schemas.openxmlformats.org/officeDocument/2006/relationships/image" Target="../media/image29.wmf"/><Relationship Id="rId4" Type="http://schemas.openxmlformats.org/officeDocument/2006/relationships/oleObject" Target="../embeddings/oleObject13.bin"/><Relationship Id="rId9" Type="http://schemas.openxmlformats.org/officeDocument/2006/relationships/oleObject" Target="../embeddings/oleObject15.bin"/></Relationships>
</file>

<file path=ppt/slides/_rels/slide16.xml.rels><?xml version="1.0" encoding="UTF-8" standalone="yes"?>
<Relationships xmlns="http://schemas.openxmlformats.org/package/2006/relationships"><Relationship Id="rId8" Type="http://schemas.openxmlformats.org/officeDocument/2006/relationships/oleObject" Target="../embeddings/oleObject14.bin"/><Relationship Id="rId3" Type="http://schemas.openxmlformats.org/officeDocument/2006/relationships/image" Target="../media/image5.png"/><Relationship Id="rId7" Type="http://schemas.openxmlformats.org/officeDocument/2006/relationships/image" Target="../media/image6.png"/><Relationship Id="rId12" Type="http://schemas.openxmlformats.org/officeDocument/2006/relationships/image" Target="../media/image7.png"/><Relationship Id="rId2" Type="http://schemas.openxmlformats.org/officeDocument/2006/relationships/notesSlide" Target="../notesSlides/notesSlide16.xml"/><Relationship Id="rId1" Type="http://schemas.openxmlformats.org/officeDocument/2006/relationships/slideLayout" Target="../slideLayouts/slideLayout8.xml"/><Relationship Id="rId6" Type="http://schemas.openxmlformats.org/officeDocument/2006/relationships/image" Target="../media/image27.png"/><Relationship Id="rId11" Type="http://schemas.openxmlformats.org/officeDocument/2006/relationships/image" Target="../media/image29.wmf"/><Relationship Id="rId5" Type="http://schemas.openxmlformats.org/officeDocument/2006/relationships/image" Target="../media/image26.wmf"/><Relationship Id="rId10" Type="http://schemas.openxmlformats.org/officeDocument/2006/relationships/oleObject" Target="../embeddings/oleObject15.bin"/><Relationship Id="rId4" Type="http://schemas.openxmlformats.org/officeDocument/2006/relationships/oleObject" Target="../embeddings/oleObject13.bin"/><Relationship Id="rId9" Type="http://schemas.openxmlformats.org/officeDocument/2006/relationships/image" Target="../media/image28.wmf"/></Relationships>
</file>

<file path=ppt/slides/_rels/slide1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7.xml"/><Relationship Id="rId1" Type="http://schemas.openxmlformats.org/officeDocument/2006/relationships/slideLayout" Target="../slideLayouts/slideLayout8.xml"/><Relationship Id="rId6" Type="http://schemas.openxmlformats.org/officeDocument/2006/relationships/image" Target="../media/image19.png"/><Relationship Id="rId5" Type="http://schemas.openxmlformats.org/officeDocument/2006/relationships/image" Target="../media/image30.wmf"/><Relationship Id="rId4" Type="http://schemas.openxmlformats.org/officeDocument/2006/relationships/oleObject" Target="../embeddings/oleObject16.bin"/></Relationships>
</file>

<file path=ppt/slides/_rels/slide1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8.xml"/><Relationship Id="rId1" Type="http://schemas.openxmlformats.org/officeDocument/2006/relationships/slideLayout" Target="../slideLayouts/slideLayout14.xml"/><Relationship Id="rId4" Type="http://schemas.openxmlformats.org/officeDocument/2006/relationships/image" Target="../media/image32.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E98728-A241-43F4-95FF-6C49FEEA0911}"/>
              </a:ext>
            </a:extLst>
          </p:cNvPr>
          <p:cNvSpPr>
            <a:spLocks noGrp="1"/>
          </p:cNvSpPr>
          <p:nvPr>
            <p:ph type="title"/>
          </p:nvPr>
        </p:nvSpPr>
        <p:spPr>
          <a:xfrm>
            <a:off x="430304" y="215371"/>
            <a:ext cx="8239583" cy="590349"/>
          </a:xfrm>
        </p:spPr>
        <p:txBody>
          <a:bodyPr wrap="square" lIns="0" tIns="18000" rIns="0" bIns="18000" anchor="ctr">
            <a:spAutoFit/>
          </a:bodyPr>
          <a:lstStyle/>
          <a:p>
            <a:r>
              <a:rPr lang="en-US" noProof="0" dirty="0"/>
              <a:t>Electric Circuits</a:t>
            </a:r>
          </a:p>
        </p:txBody>
      </p:sp>
      <p:sp>
        <p:nvSpPr>
          <p:cNvPr id="3" name="Content Placeholder 2">
            <a:extLst>
              <a:ext uri="{FF2B5EF4-FFF2-40B4-BE49-F238E27FC236}">
                <a16:creationId xmlns:a16="http://schemas.microsoft.com/office/drawing/2014/main" id="{ABE18F80-D4FC-4D8F-B2BD-E7BEE7E012B5}"/>
              </a:ext>
            </a:extLst>
          </p:cNvPr>
          <p:cNvSpPr>
            <a:spLocks noGrp="1"/>
          </p:cNvSpPr>
          <p:nvPr>
            <p:ph type="body" idx="1"/>
          </p:nvPr>
        </p:nvSpPr>
        <p:spPr>
          <a:xfrm>
            <a:off x="430305" y="1029136"/>
            <a:ext cx="8240620" cy="344128"/>
          </a:xfrm>
        </p:spPr>
        <p:txBody>
          <a:bodyPr wrap="square" lIns="0" tIns="18000" rIns="0" bIns="18000" anchor="ctr">
            <a:spAutoFit/>
          </a:bodyPr>
          <a:lstStyle/>
          <a:p>
            <a:r>
              <a:rPr lang="en-US" noProof="0" dirty="0"/>
              <a:t>Twelfth </a:t>
            </a:r>
            <a:r>
              <a:rPr lang="en-US" dirty="0"/>
              <a:t>Edition, Global Edition</a:t>
            </a:r>
            <a:endParaRPr lang="en-US" noProof="0" dirty="0"/>
          </a:p>
        </p:txBody>
      </p:sp>
      <p:pic>
        <p:nvPicPr>
          <p:cNvPr id="9" name="Picture 8">
            <a:extLst>
              <a:ext uri="{FF2B5EF4-FFF2-40B4-BE49-F238E27FC236}">
                <a16:creationId xmlns:a16="http://schemas.microsoft.com/office/drawing/2014/main" id="{7F773014-13B1-4BB0-B792-2CE6BABB289F}"/>
              </a:ext>
            </a:extLst>
          </p:cNvPr>
          <p:cNvPicPr>
            <a:picLocks noChangeAspect="1"/>
          </p:cNvPicPr>
          <p:nvPr/>
        </p:nvPicPr>
        <p:blipFill>
          <a:blip r:embed="rId3"/>
          <a:stretch>
            <a:fillRect/>
          </a:stretch>
        </p:blipFill>
        <p:spPr>
          <a:xfrm>
            <a:off x="492662" y="1771328"/>
            <a:ext cx="3609247" cy="4511158"/>
          </a:xfrm>
          <a:prstGeom prst="rect">
            <a:avLst/>
          </a:prstGeom>
        </p:spPr>
      </p:pic>
      <p:sp>
        <p:nvSpPr>
          <p:cNvPr id="5" name="Content Placeholder 4">
            <a:extLst>
              <a:ext uri="{FF2B5EF4-FFF2-40B4-BE49-F238E27FC236}">
                <a16:creationId xmlns:a16="http://schemas.microsoft.com/office/drawing/2014/main" id="{2D222376-7AD7-4443-B67A-120BE12F4DDB}"/>
              </a:ext>
            </a:extLst>
          </p:cNvPr>
          <p:cNvSpPr>
            <a:spLocks noGrp="1"/>
          </p:cNvSpPr>
          <p:nvPr>
            <p:ph sz="quarter" idx="14"/>
          </p:nvPr>
        </p:nvSpPr>
        <p:spPr>
          <a:xfrm>
            <a:off x="4578799" y="2815153"/>
            <a:ext cx="3657600" cy="498016"/>
          </a:xfrm>
        </p:spPr>
        <p:txBody>
          <a:bodyPr lIns="0" tIns="18000" rIns="0" bIns="18000" anchor="ctr">
            <a:spAutoFit/>
          </a:bodyPr>
          <a:lstStyle/>
          <a:p>
            <a:pPr indent="-101600"/>
            <a:r>
              <a:rPr lang="en-US" dirty="0">
                <a:solidFill>
                  <a:schemeClr val="tx1"/>
                </a:solidFill>
              </a:rPr>
              <a:t>Chapter 4 – Part 6</a:t>
            </a:r>
          </a:p>
        </p:txBody>
      </p:sp>
      <p:sp>
        <p:nvSpPr>
          <p:cNvPr id="6" name="Content Placeholder 5">
            <a:extLst>
              <a:ext uri="{FF2B5EF4-FFF2-40B4-BE49-F238E27FC236}">
                <a16:creationId xmlns:a16="http://schemas.microsoft.com/office/drawing/2014/main" id="{82FD4EC9-4778-4E2F-B136-2A176CA2BA69}"/>
              </a:ext>
            </a:extLst>
          </p:cNvPr>
          <p:cNvSpPr>
            <a:spLocks noGrp="1"/>
          </p:cNvSpPr>
          <p:nvPr>
            <p:ph sz="quarter" idx="15"/>
          </p:nvPr>
        </p:nvSpPr>
        <p:spPr>
          <a:xfrm>
            <a:off x="4578798" y="3536908"/>
            <a:ext cx="3987232" cy="374906"/>
          </a:xfrm>
        </p:spPr>
        <p:txBody>
          <a:bodyPr wrap="square" lIns="0" tIns="18000" rIns="0" bIns="18000" anchor="ctr">
            <a:spAutoFit/>
          </a:bodyPr>
          <a:lstStyle/>
          <a:p>
            <a:pPr indent="-101600"/>
            <a:r>
              <a:rPr lang="en-US" dirty="0"/>
              <a:t>Techniques of Circuit Analysis</a:t>
            </a:r>
          </a:p>
        </p:txBody>
      </p:sp>
      <p:pic>
        <p:nvPicPr>
          <p:cNvPr id="7" name="Picture 6" descr="Pearson Logo">
            <a:extLst>
              <a:ext uri="{FF2B5EF4-FFF2-40B4-BE49-F238E27FC236}">
                <a16:creationId xmlns:a16="http://schemas.microsoft.com/office/drawing/2014/main" id="{2D6CD67E-9719-942F-6EF3-6FAF10F92244}"/>
              </a:ext>
            </a:extLst>
          </p:cNvPr>
          <p:cNvPicPr>
            <a:picLocks noChangeAspect="1"/>
          </p:cNvPicPr>
          <p:nvPr/>
        </p:nvPicPr>
        <p:blipFill>
          <a:blip r:embed="rId4"/>
          <a:stretch>
            <a:fillRect/>
          </a:stretch>
        </p:blipFill>
        <p:spPr>
          <a:xfrm>
            <a:off x="430085" y="6404072"/>
            <a:ext cx="986560" cy="310866"/>
          </a:xfrm>
          <a:prstGeom prst="rect">
            <a:avLst/>
          </a:prstGeom>
        </p:spPr>
      </p:pic>
      <p:sp>
        <p:nvSpPr>
          <p:cNvPr id="8" name="Content Placeholder 7">
            <a:extLst>
              <a:ext uri="{FF2B5EF4-FFF2-40B4-BE49-F238E27FC236}">
                <a16:creationId xmlns:a16="http://schemas.microsoft.com/office/drawing/2014/main" id="{C8E88D28-1A9F-4FC4-946F-10B4629D1438}"/>
              </a:ext>
            </a:extLst>
          </p:cNvPr>
          <p:cNvSpPr>
            <a:spLocks noGrp="1"/>
          </p:cNvSpPr>
          <p:nvPr>
            <p:ph sz="quarter" idx="17"/>
          </p:nvPr>
        </p:nvSpPr>
        <p:spPr>
          <a:xfrm>
            <a:off x="2671483" y="6464175"/>
            <a:ext cx="5998406" cy="221018"/>
          </a:xfrm>
        </p:spPr>
        <p:txBody>
          <a:bodyPr wrap="square" lIns="0" tIns="18000" rIns="0" bIns="18000" anchor="ctr">
            <a:spAutoFit/>
          </a:bodyPr>
          <a:lstStyle/>
          <a:p>
            <a:r>
              <a:rPr lang="en-US" dirty="0">
                <a:cs typeface="Verdana" panose="020B0604030504040204" pitchFamily="34" charset="0"/>
              </a:rPr>
              <a:t>© 2024 Pearson Education Ltd. All Rights Reserved.</a:t>
            </a:r>
          </a:p>
        </p:txBody>
      </p:sp>
    </p:spTree>
    <p:extLst>
      <p:ext uri="{BB962C8B-B14F-4D97-AF65-F5344CB8AC3E}">
        <p14:creationId xmlns:p14="http://schemas.microsoft.com/office/powerpoint/2010/main" val="38013359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27727" y="210215"/>
            <a:ext cx="8256588" cy="1144347"/>
          </a:xfrm>
        </p:spPr>
        <p:txBody>
          <a:bodyPr anchor="ctr" anchorCtr="0"/>
          <a:lstStyle/>
          <a:p>
            <a:r>
              <a:rPr lang="en-US" dirty="0"/>
              <a:t>Chapter 4 – techniques of circuit analysis </a:t>
            </a:r>
            <a:r>
              <a:rPr lang="en-US" sz="2800" dirty="0"/>
              <a:t>(1 of 12)</a:t>
            </a:r>
            <a:endParaRPr lang="en-US" sz="2800" noProof="0" dirty="0"/>
          </a:p>
        </p:txBody>
      </p:sp>
      <p:sp>
        <p:nvSpPr>
          <p:cNvPr id="7" name="Content Placeholder 6">
            <a:extLst>
              <a:ext uri="{FF2B5EF4-FFF2-40B4-BE49-F238E27FC236}">
                <a16:creationId xmlns:a16="http://schemas.microsoft.com/office/drawing/2014/main" id="{820FA4CC-CF9B-0CF4-A205-E646AF0DC072}"/>
              </a:ext>
            </a:extLst>
          </p:cNvPr>
          <p:cNvSpPr>
            <a:spLocks noGrp="1"/>
          </p:cNvSpPr>
          <p:nvPr>
            <p:ph sz="quarter" idx="12"/>
          </p:nvPr>
        </p:nvSpPr>
        <p:spPr>
          <a:xfrm>
            <a:off x="427726" y="1496410"/>
            <a:ext cx="8256588" cy="1667567"/>
          </a:xfrm>
        </p:spPr>
        <p:txBody>
          <a:bodyPr wrap="square" lIns="0" tIns="18000" rIns="0" bIns="18000" anchor="ctr" anchorCtr="0">
            <a:spAutoFit/>
          </a:bodyPr>
          <a:lstStyle/>
          <a:p>
            <a:pPr marL="0" indent="0">
              <a:spcBef>
                <a:spcPts val="600"/>
              </a:spcBef>
              <a:buNone/>
            </a:pPr>
            <a:r>
              <a:rPr lang="en-US" sz="2400" dirty="0"/>
              <a:t>Thevenin and Norton equivalents</a:t>
            </a:r>
          </a:p>
          <a:p>
            <a:pPr marL="342900" indent="-342900">
              <a:spcBef>
                <a:spcPts val="600"/>
              </a:spcBef>
            </a:pPr>
            <a:r>
              <a:rPr lang="en-US" sz="2400" dirty="0"/>
              <a:t>A circuit simplification technique</a:t>
            </a:r>
          </a:p>
          <a:p>
            <a:pPr marL="342900" indent="-342900">
              <a:spcBef>
                <a:spcPts val="600"/>
              </a:spcBef>
            </a:pPr>
            <a:r>
              <a:rPr lang="en-US" sz="2400" dirty="0"/>
              <a:t>Can be applied to any circuit consisting of resistors and sources </a:t>
            </a:r>
          </a:p>
        </p:txBody>
      </p:sp>
      <p:pic>
        <p:nvPicPr>
          <p:cNvPr id="4" name="Picture 3" descr="An image shows square block with points a at the top right and b at the bottom right. Wires extend outside the block to the right from points a and b. Text describes the square block as “A resistive network containing independent and dependent sources.”">
            <a:extLst>
              <a:ext uri="{FF2B5EF4-FFF2-40B4-BE49-F238E27FC236}">
                <a16:creationId xmlns:a16="http://schemas.microsoft.com/office/drawing/2014/main" id="{14B65E35-BCCB-41FD-B3A7-E59455EBD73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31678" y="3695172"/>
            <a:ext cx="2343150" cy="1952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24" name="Object 23" descr="Equivalent.">
            <a:extLst>
              <a:ext uri="{FF2B5EF4-FFF2-40B4-BE49-F238E27FC236}">
                <a16:creationId xmlns:a16="http://schemas.microsoft.com/office/drawing/2014/main" id="{1BC45920-4792-4A96-91A5-F6473218CA80}"/>
              </a:ext>
            </a:extLst>
          </p:cNvPr>
          <p:cNvGraphicFramePr>
            <a:graphicFrameLocks noChangeAspect="1"/>
          </p:cNvGraphicFramePr>
          <p:nvPr>
            <p:extLst>
              <p:ext uri="{D42A27DB-BD31-4B8C-83A1-F6EECF244321}">
                <p14:modId xmlns:p14="http://schemas.microsoft.com/office/powerpoint/2010/main" val="2950306226"/>
              </p:ext>
            </p:extLst>
          </p:nvPr>
        </p:nvGraphicFramePr>
        <p:xfrm>
          <a:off x="4238671" y="4355977"/>
          <a:ext cx="340112" cy="340112"/>
        </p:xfrm>
        <a:graphic>
          <a:graphicData uri="http://schemas.openxmlformats.org/presentationml/2006/ole">
            <mc:AlternateContent xmlns:mc="http://schemas.openxmlformats.org/markup-compatibility/2006">
              <mc:Choice xmlns:v="urn:schemas-microsoft-com:vml" Requires="v">
                <p:oleObj name="Equation" r:id="rId4" imgW="126720" imgH="126720" progId="Equation.DSMT4">
                  <p:embed/>
                </p:oleObj>
              </mc:Choice>
              <mc:Fallback>
                <p:oleObj name="Equation" r:id="rId4" imgW="126720" imgH="126720" progId="Equation.DSMT4">
                  <p:embed/>
                  <p:pic>
                    <p:nvPicPr>
                      <p:cNvPr id="0" name=""/>
                      <p:cNvPicPr/>
                      <p:nvPr/>
                    </p:nvPicPr>
                    <p:blipFill>
                      <a:blip r:embed="rId5"/>
                      <a:stretch>
                        <a:fillRect/>
                      </a:stretch>
                    </p:blipFill>
                    <p:spPr>
                      <a:xfrm>
                        <a:off x="4238671" y="4355977"/>
                        <a:ext cx="340112" cy="340112"/>
                      </a:xfrm>
                      <a:prstGeom prst="rect">
                        <a:avLst/>
                      </a:prstGeom>
                    </p:spPr>
                  </p:pic>
                </p:oleObj>
              </mc:Fallback>
            </mc:AlternateContent>
          </a:graphicData>
        </a:graphic>
      </p:graphicFrame>
      <p:pic>
        <p:nvPicPr>
          <p:cNvPr id="8" name="Picture 3" descr="A rectangular block shows a circuit diagram with an independent voltage source V subscript Th with positive polarity at the top and negative at the bottom. The top wire of the circuit houses resistor R subscript Th. The top wire extends outside the block and point a is located on it. The bottom wire extends outside the block and point b is located on it. ">
            <a:extLst>
              <a:ext uri="{FF2B5EF4-FFF2-40B4-BE49-F238E27FC236}">
                <a16:creationId xmlns:a16="http://schemas.microsoft.com/office/drawing/2014/main" id="{28BCBC82-A71D-40F2-9991-42D95D3800E5}"/>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257800" y="3657600"/>
            <a:ext cx="2536825" cy="1968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8655187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29524" y="205362"/>
            <a:ext cx="8229600" cy="1144347"/>
          </a:xfrm>
        </p:spPr>
        <p:txBody>
          <a:bodyPr anchor="ctr" anchorCtr="0"/>
          <a:lstStyle/>
          <a:p>
            <a:r>
              <a:rPr lang="en-US" noProof="0" dirty="0"/>
              <a:t>Chapter 4 – techniques of circuit analysis </a:t>
            </a:r>
            <a:r>
              <a:rPr lang="en-US" sz="2800" noProof="0" dirty="0"/>
              <a:t>(2 of 12)</a:t>
            </a:r>
            <a:endParaRPr lang="en-US" noProof="0" dirty="0"/>
          </a:p>
        </p:txBody>
      </p:sp>
      <p:sp>
        <p:nvSpPr>
          <p:cNvPr id="7" name="Content Placeholder 6">
            <a:extLst>
              <a:ext uri="{FF2B5EF4-FFF2-40B4-BE49-F238E27FC236}">
                <a16:creationId xmlns:a16="http://schemas.microsoft.com/office/drawing/2014/main" id="{820FA4CC-CF9B-0CF4-A205-E646AF0DC072}"/>
              </a:ext>
            </a:extLst>
          </p:cNvPr>
          <p:cNvSpPr>
            <a:spLocks noGrp="1"/>
          </p:cNvSpPr>
          <p:nvPr>
            <p:ph sz="quarter" idx="12"/>
          </p:nvPr>
        </p:nvSpPr>
        <p:spPr>
          <a:xfrm>
            <a:off x="429524" y="1490064"/>
            <a:ext cx="8229600" cy="775015"/>
          </a:xfrm>
        </p:spPr>
        <p:txBody>
          <a:bodyPr wrap="square" lIns="0" tIns="18000" rIns="0" bIns="18000" anchor="ctr" anchorCtr="0">
            <a:spAutoFit/>
          </a:bodyPr>
          <a:lstStyle/>
          <a:p>
            <a:pPr marL="0" indent="0">
              <a:spcBef>
                <a:spcPts val="600"/>
              </a:spcBef>
              <a:buNone/>
            </a:pPr>
            <a:r>
              <a:rPr lang="en-US" sz="2400" dirty="0"/>
              <a:t>What instrument could we use to determine the voltage across the open circuit in these two circuits?</a:t>
            </a:r>
          </a:p>
        </p:txBody>
      </p:sp>
      <p:pic>
        <p:nvPicPr>
          <p:cNvPr id="14" name="Picture 2" descr="An image shows square block with points a at the top right and b at the bottom right. Wires extend outside the block to the right from points a and b. Text describes the square block as “A resistive network containing independent and dependent sources.”">
            <a:extLst>
              <a:ext uri="{FF2B5EF4-FFF2-40B4-BE49-F238E27FC236}">
                <a16:creationId xmlns:a16="http://schemas.microsoft.com/office/drawing/2014/main" id="{4FA3A963-6A8F-43D6-AA77-03DF2A3A19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39499" y="2404400"/>
            <a:ext cx="2207353" cy="18394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 name="Picture 3" descr="A rectangular block shows a circuit diagram with an independent voltage source V subscript Th with positive polarity at the top and negative at the bottom. The top wire of the circuit houses resistor R subscript Th. The top wire extends outside the block and point a is located on it. The bottom wire extends outside the block and point b is located on it. ">
            <a:extLst>
              <a:ext uri="{FF2B5EF4-FFF2-40B4-BE49-F238E27FC236}">
                <a16:creationId xmlns:a16="http://schemas.microsoft.com/office/drawing/2014/main" id="{959FB6CD-9AFA-4261-A281-0569D425F1B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83492" y="2412103"/>
            <a:ext cx="2437840" cy="1891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Content Placeholder 7">
            <a:extLst>
              <a:ext uri="{FF2B5EF4-FFF2-40B4-BE49-F238E27FC236}">
                <a16:creationId xmlns:a16="http://schemas.microsoft.com/office/drawing/2014/main" id="{35A46DF3-C551-29A5-B0D9-C5F9659EC66C}"/>
              </a:ext>
            </a:extLst>
          </p:cNvPr>
          <p:cNvSpPr>
            <a:spLocks noGrp="1"/>
          </p:cNvSpPr>
          <p:nvPr>
            <p:ph sz="quarter" idx="13"/>
          </p:nvPr>
        </p:nvSpPr>
        <p:spPr>
          <a:xfrm>
            <a:off x="1395681" y="4554992"/>
            <a:ext cx="2207353" cy="405683"/>
          </a:xfrm>
        </p:spPr>
        <p:txBody>
          <a:bodyPr wrap="square" lIns="0" tIns="18000" rIns="0" bIns="18000" anchor="ctr" anchorCtr="0">
            <a:spAutoFit/>
          </a:bodyPr>
          <a:lstStyle/>
          <a:p>
            <a:pPr marL="0" indent="0">
              <a:spcBef>
                <a:spcPts val="600"/>
              </a:spcBef>
              <a:buNone/>
            </a:pPr>
            <a:r>
              <a:rPr lang="en-US" sz="2400" noProof="0" dirty="0">
                <a:solidFill>
                  <a:srgbClr val="007FA3"/>
                </a:solidFill>
              </a:rPr>
              <a:t>A. </a:t>
            </a:r>
            <a:r>
              <a:rPr lang="en-US" sz="2400" dirty="0"/>
              <a:t>An ohmmeter</a:t>
            </a:r>
          </a:p>
        </p:txBody>
      </p:sp>
      <p:sp>
        <p:nvSpPr>
          <p:cNvPr id="9" name="Content Placeholder 8">
            <a:extLst>
              <a:ext uri="{FF2B5EF4-FFF2-40B4-BE49-F238E27FC236}">
                <a16:creationId xmlns:a16="http://schemas.microsoft.com/office/drawing/2014/main" id="{AE71D1E2-D191-5C75-DAF0-705986F2DAC9}"/>
              </a:ext>
            </a:extLst>
          </p:cNvPr>
          <p:cNvSpPr>
            <a:spLocks noGrp="1"/>
          </p:cNvSpPr>
          <p:nvPr>
            <p:ph sz="quarter" idx="14"/>
          </p:nvPr>
        </p:nvSpPr>
        <p:spPr>
          <a:xfrm>
            <a:off x="1387054" y="5007699"/>
            <a:ext cx="2098018" cy="405683"/>
          </a:xfrm>
        </p:spPr>
        <p:txBody>
          <a:bodyPr wrap="square" lIns="0" tIns="18000" rIns="0" bIns="18000" anchor="ctr" anchorCtr="0">
            <a:spAutoFit/>
          </a:bodyPr>
          <a:lstStyle/>
          <a:p>
            <a:pPr marL="0" indent="0">
              <a:spcBef>
                <a:spcPts val="600"/>
              </a:spcBef>
              <a:buNone/>
            </a:pPr>
            <a:r>
              <a:rPr lang="en-US" sz="2400" noProof="0" dirty="0">
                <a:solidFill>
                  <a:srgbClr val="007FA3"/>
                </a:solidFill>
              </a:rPr>
              <a:t>B. </a:t>
            </a:r>
            <a:r>
              <a:rPr lang="en-US" sz="2400" dirty="0"/>
              <a:t>A voltmeter</a:t>
            </a:r>
          </a:p>
        </p:txBody>
      </p:sp>
      <p:sp>
        <p:nvSpPr>
          <p:cNvPr id="10" name="Content Placeholder 9">
            <a:extLst>
              <a:ext uri="{FF2B5EF4-FFF2-40B4-BE49-F238E27FC236}">
                <a16:creationId xmlns:a16="http://schemas.microsoft.com/office/drawing/2014/main" id="{49421B9A-C9FF-E0C8-F993-51BCA03C7BDC}"/>
              </a:ext>
            </a:extLst>
          </p:cNvPr>
          <p:cNvSpPr>
            <a:spLocks noGrp="1"/>
          </p:cNvSpPr>
          <p:nvPr>
            <p:ph sz="quarter" idx="15"/>
          </p:nvPr>
        </p:nvSpPr>
        <p:spPr>
          <a:xfrm>
            <a:off x="1395681" y="5469996"/>
            <a:ext cx="2374062" cy="405683"/>
          </a:xfrm>
        </p:spPr>
        <p:txBody>
          <a:bodyPr wrap="square" lIns="0" tIns="18000" rIns="0" bIns="18000" anchor="ctr" anchorCtr="0">
            <a:spAutoFit/>
          </a:bodyPr>
          <a:lstStyle/>
          <a:p>
            <a:pPr marL="0" indent="0">
              <a:spcBef>
                <a:spcPts val="600"/>
              </a:spcBef>
              <a:buNone/>
            </a:pPr>
            <a:r>
              <a:rPr lang="en-US" sz="2400" noProof="0" dirty="0">
                <a:solidFill>
                  <a:srgbClr val="007FA3"/>
                </a:solidFill>
              </a:rPr>
              <a:t>C. </a:t>
            </a:r>
            <a:r>
              <a:rPr lang="en-US" sz="2400" dirty="0"/>
              <a:t>An ammeter</a:t>
            </a:r>
          </a:p>
        </p:txBody>
      </p:sp>
      <p:sp>
        <p:nvSpPr>
          <p:cNvPr id="11" name="Content Placeholder 10">
            <a:extLst>
              <a:ext uri="{FF2B5EF4-FFF2-40B4-BE49-F238E27FC236}">
                <a16:creationId xmlns:a16="http://schemas.microsoft.com/office/drawing/2014/main" id="{F2D073E9-9822-CBB6-5144-9C7134299EE5}"/>
              </a:ext>
            </a:extLst>
          </p:cNvPr>
          <p:cNvSpPr>
            <a:spLocks noGrp="1"/>
          </p:cNvSpPr>
          <p:nvPr>
            <p:ph sz="quarter" idx="16"/>
          </p:nvPr>
        </p:nvSpPr>
        <p:spPr>
          <a:xfrm>
            <a:off x="1395149" y="5919750"/>
            <a:ext cx="2917525" cy="405683"/>
          </a:xfrm>
        </p:spPr>
        <p:txBody>
          <a:bodyPr wrap="square" lIns="0" tIns="18000" rIns="0" bIns="18000" anchor="ctr" anchorCtr="0">
            <a:spAutoFit/>
          </a:bodyPr>
          <a:lstStyle/>
          <a:p>
            <a:pPr marL="0" indent="0">
              <a:spcBef>
                <a:spcPts val="600"/>
              </a:spcBef>
              <a:buNone/>
            </a:pPr>
            <a:r>
              <a:rPr lang="en-US" sz="2400" noProof="0" dirty="0">
                <a:solidFill>
                  <a:srgbClr val="007FA3"/>
                </a:solidFill>
              </a:rPr>
              <a:t>D. </a:t>
            </a:r>
            <a:r>
              <a:rPr lang="en-US" sz="2400" noProof="0" dirty="0"/>
              <a:t>None of the above</a:t>
            </a:r>
          </a:p>
        </p:txBody>
      </p:sp>
    </p:spTree>
    <p:extLst>
      <p:ext uri="{BB962C8B-B14F-4D97-AF65-F5344CB8AC3E}">
        <p14:creationId xmlns:p14="http://schemas.microsoft.com/office/powerpoint/2010/main" val="32983983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E44F54-1CEA-7071-4851-96B64363C9F1}"/>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AD045983-D31B-9394-FCBD-E45AA81AE1C1}"/>
              </a:ext>
            </a:extLst>
          </p:cNvPr>
          <p:cNvSpPr>
            <a:spLocks noGrp="1"/>
          </p:cNvSpPr>
          <p:nvPr>
            <p:ph type="title"/>
          </p:nvPr>
        </p:nvSpPr>
        <p:spPr>
          <a:xfrm>
            <a:off x="429524" y="205362"/>
            <a:ext cx="8229600" cy="1144347"/>
          </a:xfrm>
        </p:spPr>
        <p:txBody>
          <a:bodyPr anchor="ctr" anchorCtr="0"/>
          <a:lstStyle/>
          <a:p>
            <a:r>
              <a:rPr lang="en-US" noProof="0" dirty="0"/>
              <a:t>Chapter 4 – techniques of circuit analysis </a:t>
            </a:r>
            <a:r>
              <a:rPr lang="en-US" sz="2800" noProof="0" dirty="0"/>
              <a:t>(2 of 12)</a:t>
            </a:r>
            <a:endParaRPr lang="en-US" noProof="0" dirty="0"/>
          </a:p>
        </p:txBody>
      </p:sp>
      <p:sp>
        <p:nvSpPr>
          <p:cNvPr id="7" name="Content Placeholder 6">
            <a:extLst>
              <a:ext uri="{FF2B5EF4-FFF2-40B4-BE49-F238E27FC236}">
                <a16:creationId xmlns:a16="http://schemas.microsoft.com/office/drawing/2014/main" id="{88AEC3E3-0F0D-E6B8-B2B7-14EF354DD1BA}"/>
              </a:ext>
            </a:extLst>
          </p:cNvPr>
          <p:cNvSpPr>
            <a:spLocks noGrp="1"/>
          </p:cNvSpPr>
          <p:nvPr>
            <p:ph sz="quarter" idx="12"/>
          </p:nvPr>
        </p:nvSpPr>
        <p:spPr>
          <a:xfrm>
            <a:off x="429524" y="1490064"/>
            <a:ext cx="8229600" cy="775015"/>
          </a:xfrm>
        </p:spPr>
        <p:txBody>
          <a:bodyPr wrap="square" lIns="0" tIns="18000" rIns="0" bIns="18000" anchor="ctr" anchorCtr="0">
            <a:spAutoFit/>
          </a:bodyPr>
          <a:lstStyle/>
          <a:p>
            <a:pPr marL="0" indent="0">
              <a:spcBef>
                <a:spcPts val="600"/>
              </a:spcBef>
              <a:buNone/>
            </a:pPr>
            <a:r>
              <a:rPr lang="en-US" sz="2400" dirty="0"/>
              <a:t>What instrument could we use to determine the voltage across the open circuit in these two circuits?</a:t>
            </a:r>
          </a:p>
        </p:txBody>
      </p:sp>
      <p:pic>
        <p:nvPicPr>
          <p:cNvPr id="14" name="Picture 2" descr="An image shows square block with points a at the top right and b at the bottom right. Wires extend outside the block to the right from points a and b. Text describes the square block as “A resistive network containing independent and dependent sources.”">
            <a:extLst>
              <a:ext uri="{FF2B5EF4-FFF2-40B4-BE49-F238E27FC236}">
                <a16:creationId xmlns:a16="http://schemas.microsoft.com/office/drawing/2014/main" id="{3B5366E4-CA96-1A2C-C5C3-31A977B90EE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39499" y="2404400"/>
            <a:ext cx="2207353" cy="18394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 name="Picture 3" descr="A rectangular block shows a circuit diagram with an independent voltage source V subscript Th with positive polarity at the top and negative at the bottom. The top wire of the circuit houses resistor R subscript Th. The top wire extends outside the block and point a is located on it. The bottom wire extends outside the block and point b is located on it. ">
            <a:extLst>
              <a:ext uri="{FF2B5EF4-FFF2-40B4-BE49-F238E27FC236}">
                <a16:creationId xmlns:a16="http://schemas.microsoft.com/office/drawing/2014/main" id="{823021EA-2BB6-04FD-BD89-40236D3D158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83492" y="2412103"/>
            <a:ext cx="2437840" cy="1891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5" name="Picture 3" descr="cross mark.">
            <a:extLst>
              <a:ext uri="{FF2B5EF4-FFF2-40B4-BE49-F238E27FC236}">
                <a16:creationId xmlns:a16="http://schemas.microsoft.com/office/drawing/2014/main" id="{0E571EB3-C84F-F959-49FA-18D46FB1BE30}"/>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942955" y="4626179"/>
            <a:ext cx="282472" cy="25948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8" name="Content Placeholder 7">
            <a:extLst>
              <a:ext uri="{FF2B5EF4-FFF2-40B4-BE49-F238E27FC236}">
                <a16:creationId xmlns:a16="http://schemas.microsoft.com/office/drawing/2014/main" id="{A4C8D885-34FA-4807-FEE1-481946DF17F4}"/>
              </a:ext>
            </a:extLst>
          </p:cNvPr>
          <p:cNvSpPr>
            <a:spLocks noGrp="1"/>
          </p:cNvSpPr>
          <p:nvPr>
            <p:ph sz="quarter" idx="13"/>
          </p:nvPr>
        </p:nvSpPr>
        <p:spPr>
          <a:xfrm>
            <a:off x="1395681" y="4554992"/>
            <a:ext cx="2207353" cy="405683"/>
          </a:xfrm>
        </p:spPr>
        <p:txBody>
          <a:bodyPr wrap="square" lIns="0" tIns="18000" rIns="0" bIns="18000" anchor="ctr" anchorCtr="0">
            <a:spAutoFit/>
          </a:bodyPr>
          <a:lstStyle/>
          <a:p>
            <a:pPr marL="0" indent="0">
              <a:spcBef>
                <a:spcPts val="600"/>
              </a:spcBef>
              <a:buNone/>
            </a:pPr>
            <a:r>
              <a:rPr lang="en-US" sz="2400" noProof="0" dirty="0">
                <a:solidFill>
                  <a:srgbClr val="007FA3"/>
                </a:solidFill>
              </a:rPr>
              <a:t>A. </a:t>
            </a:r>
            <a:r>
              <a:rPr lang="en-US" sz="2400" dirty="0"/>
              <a:t>An ohmmeter</a:t>
            </a:r>
          </a:p>
        </p:txBody>
      </p:sp>
      <p:pic>
        <p:nvPicPr>
          <p:cNvPr id="76" name="Picture 2" descr=" tick mark.">
            <a:extLst>
              <a:ext uri="{FF2B5EF4-FFF2-40B4-BE49-F238E27FC236}">
                <a16:creationId xmlns:a16="http://schemas.microsoft.com/office/drawing/2014/main" id="{C3F84B8B-4333-1347-3389-5FB5BBDCBA0E}"/>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938699" y="5087759"/>
            <a:ext cx="280501" cy="24624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9" name="Content Placeholder 8">
            <a:extLst>
              <a:ext uri="{FF2B5EF4-FFF2-40B4-BE49-F238E27FC236}">
                <a16:creationId xmlns:a16="http://schemas.microsoft.com/office/drawing/2014/main" id="{4958CDB1-77A4-C303-4355-4A808B10FE93}"/>
              </a:ext>
            </a:extLst>
          </p:cNvPr>
          <p:cNvSpPr>
            <a:spLocks noGrp="1"/>
          </p:cNvSpPr>
          <p:nvPr>
            <p:ph sz="quarter" idx="14"/>
          </p:nvPr>
        </p:nvSpPr>
        <p:spPr>
          <a:xfrm>
            <a:off x="1387054" y="5007699"/>
            <a:ext cx="2098018" cy="405683"/>
          </a:xfrm>
        </p:spPr>
        <p:txBody>
          <a:bodyPr wrap="square" lIns="0" tIns="18000" rIns="0" bIns="18000" anchor="ctr" anchorCtr="0">
            <a:spAutoFit/>
          </a:bodyPr>
          <a:lstStyle/>
          <a:p>
            <a:pPr marL="0" indent="0">
              <a:spcBef>
                <a:spcPts val="600"/>
              </a:spcBef>
              <a:buNone/>
            </a:pPr>
            <a:r>
              <a:rPr lang="en-US" sz="2400" noProof="0" dirty="0">
                <a:solidFill>
                  <a:srgbClr val="007FA3"/>
                </a:solidFill>
              </a:rPr>
              <a:t>B. </a:t>
            </a:r>
            <a:r>
              <a:rPr lang="en-US" sz="2400" dirty="0"/>
              <a:t>A voltmeter</a:t>
            </a:r>
          </a:p>
        </p:txBody>
      </p:sp>
      <p:pic>
        <p:nvPicPr>
          <p:cNvPr id="77" name="Picture 4" descr=" cross mark.">
            <a:extLst>
              <a:ext uri="{FF2B5EF4-FFF2-40B4-BE49-F238E27FC236}">
                <a16:creationId xmlns:a16="http://schemas.microsoft.com/office/drawing/2014/main" id="{96C85DD8-A4FE-8F5E-8078-6EF0C0AE8FE5}"/>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942955" y="5531719"/>
            <a:ext cx="282472" cy="25948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0" name="Content Placeholder 9">
            <a:extLst>
              <a:ext uri="{FF2B5EF4-FFF2-40B4-BE49-F238E27FC236}">
                <a16:creationId xmlns:a16="http://schemas.microsoft.com/office/drawing/2014/main" id="{FA1A89CD-5855-1B14-4833-171F9F6B8764}"/>
              </a:ext>
            </a:extLst>
          </p:cNvPr>
          <p:cNvSpPr>
            <a:spLocks noGrp="1"/>
          </p:cNvSpPr>
          <p:nvPr>
            <p:ph sz="quarter" idx="15"/>
          </p:nvPr>
        </p:nvSpPr>
        <p:spPr>
          <a:xfrm>
            <a:off x="1395681" y="5469996"/>
            <a:ext cx="2374062" cy="405683"/>
          </a:xfrm>
        </p:spPr>
        <p:txBody>
          <a:bodyPr wrap="square" lIns="0" tIns="18000" rIns="0" bIns="18000" anchor="ctr" anchorCtr="0">
            <a:spAutoFit/>
          </a:bodyPr>
          <a:lstStyle/>
          <a:p>
            <a:pPr marL="0" indent="0">
              <a:spcBef>
                <a:spcPts val="600"/>
              </a:spcBef>
              <a:buNone/>
            </a:pPr>
            <a:r>
              <a:rPr lang="en-US" sz="2400" noProof="0" dirty="0">
                <a:solidFill>
                  <a:srgbClr val="007FA3"/>
                </a:solidFill>
              </a:rPr>
              <a:t>C. </a:t>
            </a:r>
            <a:r>
              <a:rPr lang="en-US" sz="2400" dirty="0"/>
              <a:t>An ammeter</a:t>
            </a:r>
          </a:p>
        </p:txBody>
      </p:sp>
      <p:pic>
        <p:nvPicPr>
          <p:cNvPr id="78" name="Picture 5" descr="cross mark.">
            <a:extLst>
              <a:ext uri="{FF2B5EF4-FFF2-40B4-BE49-F238E27FC236}">
                <a16:creationId xmlns:a16="http://schemas.microsoft.com/office/drawing/2014/main" id="{5B6C2FC9-84F5-CFE1-DD9E-D70BD8592C49}"/>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965690" y="6007304"/>
            <a:ext cx="282472" cy="25948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1" name="Content Placeholder 10">
            <a:extLst>
              <a:ext uri="{FF2B5EF4-FFF2-40B4-BE49-F238E27FC236}">
                <a16:creationId xmlns:a16="http://schemas.microsoft.com/office/drawing/2014/main" id="{52945E2F-BA5C-FACE-4622-531AB0278D9C}"/>
              </a:ext>
            </a:extLst>
          </p:cNvPr>
          <p:cNvSpPr>
            <a:spLocks noGrp="1"/>
          </p:cNvSpPr>
          <p:nvPr>
            <p:ph sz="quarter" idx="16"/>
          </p:nvPr>
        </p:nvSpPr>
        <p:spPr>
          <a:xfrm>
            <a:off x="1395149" y="5919750"/>
            <a:ext cx="2917525" cy="405683"/>
          </a:xfrm>
        </p:spPr>
        <p:txBody>
          <a:bodyPr wrap="square" lIns="0" tIns="18000" rIns="0" bIns="18000" anchor="ctr" anchorCtr="0">
            <a:spAutoFit/>
          </a:bodyPr>
          <a:lstStyle/>
          <a:p>
            <a:pPr marL="0" indent="0">
              <a:spcBef>
                <a:spcPts val="600"/>
              </a:spcBef>
              <a:buNone/>
            </a:pPr>
            <a:r>
              <a:rPr lang="en-US" sz="2400" noProof="0" dirty="0">
                <a:solidFill>
                  <a:srgbClr val="007FA3"/>
                </a:solidFill>
              </a:rPr>
              <a:t>D. </a:t>
            </a:r>
            <a:r>
              <a:rPr lang="en-US" sz="2400" noProof="0" dirty="0"/>
              <a:t>None of the above</a:t>
            </a:r>
          </a:p>
        </p:txBody>
      </p:sp>
    </p:spTree>
    <p:extLst>
      <p:ext uri="{BB962C8B-B14F-4D97-AF65-F5344CB8AC3E}">
        <p14:creationId xmlns:p14="http://schemas.microsoft.com/office/powerpoint/2010/main" val="40924571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29524" y="205362"/>
            <a:ext cx="8229600" cy="1144347"/>
          </a:xfrm>
        </p:spPr>
        <p:txBody>
          <a:bodyPr anchor="ctr" anchorCtr="0"/>
          <a:lstStyle/>
          <a:p>
            <a:r>
              <a:rPr lang="en-US" noProof="0" dirty="0"/>
              <a:t>Chapter 4 – techniques of circuit analysis </a:t>
            </a:r>
            <a:r>
              <a:rPr lang="en-US" sz="2800" noProof="0" dirty="0"/>
              <a:t>(3 of 12)</a:t>
            </a:r>
            <a:endParaRPr lang="en-US" noProof="0" dirty="0"/>
          </a:p>
        </p:txBody>
      </p:sp>
      <p:sp>
        <p:nvSpPr>
          <p:cNvPr id="7" name="Content Placeholder 6">
            <a:extLst>
              <a:ext uri="{FF2B5EF4-FFF2-40B4-BE49-F238E27FC236}">
                <a16:creationId xmlns:a16="http://schemas.microsoft.com/office/drawing/2014/main" id="{820FA4CC-CF9B-0CF4-A205-E646AF0DC072}"/>
              </a:ext>
            </a:extLst>
          </p:cNvPr>
          <p:cNvSpPr>
            <a:spLocks noGrp="1"/>
          </p:cNvSpPr>
          <p:nvPr>
            <p:ph sz="quarter" idx="12"/>
          </p:nvPr>
        </p:nvSpPr>
        <p:spPr>
          <a:xfrm>
            <a:off x="429524" y="1495515"/>
            <a:ext cx="8229600" cy="1144347"/>
          </a:xfrm>
        </p:spPr>
        <p:txBody>
          <a:bodyPr wrap="square" lIns="0" tIns="18000" rIns="0" bIns="18000" anchor="ctr" anchorCtr="0">
            <a:spAutoFit/>
          </a:bodyPr>
          <a:lstStyle/>
          <a:p>
            <a:pPr marL="0" indent="0">
              <a:spcBef>
                <a:spcPts val="600"/>
              </a:spcBef>
              <a:buNone/>
            </a:pPr>
            <a:r>
              <a:rPr lang="en-US" sz="2400" dirty="0"/>
              <a:t>What instrument could we use to determine the current through a short circuit between nodes a and b in these two circuits?</a:t>
            </a:r>
          </a:p>
        </p:txBody>
      </p:sp>
      <p:pic>
        <p:nvPicPr>
          <p:cNvPr id="16" name="Picture 2" descr="An image shows square block with points a at the top right and b at the bottom right. Wires extend outside the block to the right from points a and b. Text describes the square block as “A resistive network containing independent and dependent sources.”">
            <a:extLst>
              <a:ext uri="{FF2B5EF4-FFF2-40B4-BE49-F238E27FC236}">
                <a16:creationId xmlns:a16="http://schemas.microsoft.com/office/drawing/2014/main" id="{C1C8B895-D106-4C76-AD98-388A757D8A9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87326" y="2732042"/>
            <a:ext cx="2058839" cy="17156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 name="Picture 3" descr="A rectangular block shows a circuit diagram with an independent voltage source V subscript Th with positive polarity at the top and negative at the bottom. The top wire of the circuit houses resistor R subscript Th. The top wire extends outside the block and point a is located on it. The bottom wire extends outside the block and point b is located on it. ">
            <a:extLst>
              <a:ext uri="{FF2B5EF4-FFF2-40B4-BE49-F238E27FC236}">
                <a16:creationId xmlns:a16="http://schemas.microsoft.com/office/drawing/2014/main" id="{AF707A41-63DD-48D6-85BA-2F380B09C88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61475" y="2732603"/>
            <a:ext cx="2229015" cy="17296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Content Placeholder 7">
            <a:extLst>
              <a:ext uri="{FF2B5EF4-FFF2-40B4-BE49-F238E27FC236}">
                <a16:creationId xmlns:a16="http://schemas.microsoft.com/office/drawing/2014/main" id="{35A46DF3-C551-29A5-B0D9-C5F9659EC66C}"/>
              </a:ext>
            </a:extLst>
          </p:cNvPr>
          <p:cNvSpPr>
            <a:spLocks noGrp="1"/>
          </p:cNvSpPr>
          <p:nvPr>
            <p:ph sz="quarter" idx="13"/>
          </p:nvPr>
        </p:nvSpPr>
        <p:spPr>
          <a:xfrm>
            <a:off x="1395681" y="4554992"/>
            <a:ext cx="2207353" cy="405683"/>
          </a:xfrm>
        </p:spPr>
        <p:txBody>
          <a:bodyPr wrap="square" lIns="0" tIns="18000" rIns="0" bIns="18000" anchor="ctr" anchorCtr="0">
            <a:spAutoFit/>
          </a:bodyPr>
          <a:lstStyle/>
          <a:p>
            <a:pPr marL="0" indent="0">
              <a:spcBef>
                <a:spcPts val="600"/>
              </a:spcBef>
              <a:buNone/>
            </a:pPr>
            <a:r>
              <a:rPr lang="en-US" sz="2400" noProof="0" dirty="0">
                <a:solidFill>
                  <a:srgbClr val="007FA3"/>
                </a:solidFill>
              </a:rPr>
              <a:t>A. </a:t>
            </a:r>
            <a:r>
              <a:rPr lang="en-US" sz="2400" dirty="0"/>
              <a:t>An ohmmeter</a:t>
            </a:r>
          </a:p>
        </p:txBody>
      </p:sp>
      <p:sp>
        <p:nvSpPr>
          <p:cNvPr id="9" name="Content Placeholder 8">
            <a:extLst>
              <a:ext uri="{FF2B5EF4-FFF2-40B4-BE49-F238E27FC236}">
                <a16:creationId xmlns:a16="http://schemas.microsoft.com/office/drawing/2014/main" id="{AE71D1E2-D191-5C75-DAF0-705986F2DAC9}"/>
              </a:ext>
            </a:extLst>
          </p:cNvPr>
          <p:cNvSpPr>
            <a:spLocks noGrp="1"/>
          </p:cNvSpPr>
          <p:nvPr>
            <p:ph sz="quarter" idx="14"/>
          </p:nvPr>
        </p:nvSpPr>
        <p:spPr>
          <a:xfrm>
            <a:off x="1387054" y="5007699"/>
            <a:ext cx="2098018" cy="405683"/>
          </a:xfrm>
        </p:spPr>
        <p:txBody>
          <a:bodyPr wrap="square" lIns="0" tIns="18000" rIns="0" bIns="18000" anchor="ctr" anchorCtr="0">
            <a:spAutoFit/>
          </a:bodyPr>
          <a:lstStyle/>
          <a:p>
            <a:pPr marL="0" indent="0">
              <a:spcBef>
                <a:spcPts val="600"/>
              </a:spcBef>
              <a:buNone/>
            </a:pPr>
            <a:r>
              <a:rPr lang="en-US" sz="2400" noProof="0" dirty="0">
                <a:solidFill>
                  <a:srgbClr val="007FA3"/>
                </a:solidFill>
              </a:rPr>
              <a:t>B. </a:t>
            </a:r>
            <a:r>
              <a:rPr lang="en-US" sz="2400" dirty="0"/>
              <a:t>A voltmeter</a:t>
            </a:r>
          </a:p>
        </p:txBody>
      </p:sp>
      <p:sp>
        <p:nvSpPr>
          <p:cNvPr id="10" name="Content Placeholder 9">
            <a:extLst>
              <a:ext uri="{FF2B5EF4-FFF2-40B4-BE49-F238E27FC236}">
                <a16:creationId xmlns:a16="http://schemas.microsoft.com/office/drawing/2014/main" id="{49421B9A-C9FF-E0C8-F993-51BCA03C7BDC}"/>
              </a:ext>
            </a:extLst>
          </p:cNvPr>
          <p:cNvSpPr>
            <a:spLocks noGrp="1"/>
          </p:cNvSpPr>
          <p:nvPr>
            <p:ph sz="quarter" idx="15"/>
          </p:nvPr>
        </p:nvSpPr>
        <p:spPr>
          <a:xfrm>
            <a:off x="1395681" y="5469996"/>
            <a:ext cx="2374062" cy="405683"/>
          </a:xfrm>
        </p:spPr>
        <p:txBody>
          <a:bodyPr wrap="square" lIns="0" tIns="18000" rIns="0" bIns="18000" anchor="ctr" anchorCtr="0">
            <a:spAutoFit/>
          </a:bodyPr>
          <a:lstStyle/>
          <a:p>
            <a:pPr marL="0" indent="0">
              <a:spcBef>
                <a:spcPts val="600"/>
              </a:spcBef>
              <a:buNone/>
            </a:pPr>
            <a:r>
              <a:rPr lang="en-US" sz="2400" noProof="0" dirty="0">
                <a:solidFill>
                  <a:srgbClr val="007FA3"/>
                </a:solidFill>
              </a:rPr>
              <a:t>C. </a:t>
            </a:r>
            <a:r>
              <a:rPr lang="en-US" sz="2400" dirty="0"/>
              <a:t>An ammeter</a:t>
            </a:r>
          </a:p>
        </p:txBody>
      </p:sp>
      <p:sp>
        <p:nvSpPr>
          <p:cNvPr id="11" name="Content Placeholder 10">
            <a:extLst>
              <a:ext uri="{FF2B5EF4-FFF2-40B4-BE49-F238E27FC236}">
                <a16:creationId xmlns:a16="http://schemas.microsoft.com/office/drawing/2014/main" id="{F2D073E9-9822-CBB6-5144-9C7134299EE5}"/>
              </a:ext>
            </a:extLst>
          </p:cNvPr>
          <p:cNvSpPr>
            <a:spLocks noGrp="1"/>
          </p:cNvSpPr>
          <p:nvPr>
            <p:ph sz="quarter" idx="16"/>
          </p:nvPr>
        </p:nvSpPr>
        <p:spPr>
          <a:xfrm>
            <a:off x="1395149" y="5919750"/>
            <a:ext cx="2917525" cy="405683"/>
          </a:xfrm>
        </p:spPr>
        <p:txBody>
          <a:bodyPr wrap="square" lIns="0" tIns="18000" rIns="0" bIns="18000" anchor="ctr" anchorCtr="0">
            <a:spAutoFit/>
          </a:bodyPr>
          <a:lstStyle/>
          <a:p>
            <a:pPr marL="0" indent="0">
              <a:spcBef>
                <a:spcPts val="600"/>
              </a:spcBef>
              <a:buNone/>
            </a:pPr>
            <a:r>
              <a:rPr lang="en-US" sz="2400" noProof="0" dirty="0">
                <a:solidFill>
                  <a:srgbClr val="007FA3"/>
                </a:solidFill>
              </a:rPr>
              <a:t>D. </a:t>
            </a:r>
            <a:r>
              <a:rPr lang="en-US" sz="2400" noProof="0" dirty="0"/>
              <a:t>None of the above</a:t>
            </a:r>
          </a:p>
        </p:txBody>
      </p:sp>
    </p:spTree>
    <p:extLst>
      <p:ext uri="{BB962C8B-B14F-4D97-AF65-F5344CB8AC3E}">
        <p14:creationId xmlns:p14="http://schemas.microsoft.com/office/powerpoint/2010/main" val="2608998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DCCD24-2ADA-8FD6-21BB-5087E6D64A6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B2953C27-15E3-E6DB-4727-025FFE6FE323}"/>
              </a:ext>
            </a:extLst>
          </p:cNvPr>
          <p:cNvSpPr>
            <a:spLocks noGrp="1"/>
          </p:cNvSpPr>
          <p:nvPr>
            <p:ph type="title"/>
          </p:nvPr>
        </p:nvSpPr>
        <p:spPr>
          <a:xfrm>
            <a:off x="429524" y="205362"/>
            <a:ext cx="8229600" cy="1144347"/>
          </a:xfrm>
        </p:spPr>
        <p:txBody>
          <a:bodyPr anchor="ctr" anchorCtr="0"/>
          <a:lstStyle/>
          <a:p>
            <a:r>
              <a:rPr lang="en-US" noProof="0" dirty="0"/>
              <a:t>Chapter 4 – techniques of circuit analysis </a:t>
            </a:r>
            <a:r>
              <a:rPr lang="en-US" sz="2800" noProof="0" dirty="0"/>
              <a:t>(3 of 12)</a:t>
            </a:r>
            <a:endParaRPr lang="en-US" noProof="0" dirty="0"/>
          </a:p>
        </p:txBody>
      </p:sp>
      <p:sp>
        <p:nvSpPr>
          <p:cNvPr id="7" name="Content Placeholder 6">
            <a:extLst>
              <a:ext uri="{FF2B5EF4-FFF2-40B4-BE49-F238E27FC236}">
                <a16:creationId xmlns:a16="http://schemas.microsoft.com/office/drawing/2014/main" id="{512CAC1B-D5B7-2191-A640-EE04032CF531}"/>
              </a:ext>
            </a:extLst>
          </p:cNvPr>
          <p:cNvSpPr>
            <a:spLocks noGrp="1"/>
          </p:cNvSpPr>
          <p:nvPr>
            <p:ph sz="quarter" idx="12"/>
          </p:nvPr>
        </p:nvSpPr>
        <p:spPr>
          <a:xfrm>
            <a:off x="429524" y="1495515"/>
            <a:ext cx="8229600" cy="1144347"/>
          </a:xfrm>
        </p:spPr>
        <p:txBody>
          <a:bodyPr wrap="square" lIns="0" tIns="18000" rIns="0" bIns="18000" anchor="ctr" anchorCtr="0">
            <a:spAutoFit/>
          </a:bodyPr>
          <a:lstStyle/>
          <a:p>
            <a:pPr marL="0" indent="0">
              <a:spcBef>
                <a:spcPts val="600"/>
              </a:spcBef>
              <a:buNone/>
            </a:pPr>
            <a:r>
              <a:rPr lang="en-US" sz="2400" dirty="0"/>
              <a:t>What instrument could we use to determine the current through a short circuit between nodes a and b in these two circuits?</a:t>
            </a:r>
          </a:p>
        </p:txBody>
      </p:sp>
      <p:pic>
        <p:nvPicPr>
          <p:cNvPr id="16" name="Picture 2" descr="An image shows square block with points a at the top right and b at the bottom right. Wires extend outside the block to the right from points a and b. Text describes the square block as “A resistive network containing independent and dependent sources.”">
            <a:extLst>
              <a:ext uri="{FF2B5EF4-FFF2-40B4-BE49-F238E27FC236}">
                <a16:creationId xmlns:a16="http://schemas.microsoft.com/office/drawing/2014/main" id="{00251605-8F4C-ED05-201E-6D0F799DD0D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87326" y="2732042"/>
            <a:ext cx="2058839" cy="17156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 name="Picture 3" descr="A rectangular block shows a circuit diagram with an independent voltage source V subscript Th with positive polarity at the top and negative at the bottom. The top wire of the circuit houses resistor R subscript Th. The top wire extends outside the block and point a is located on it. The bottom wire extends outside the block and point b is located on it. ">
            <a:extLst>
              <a:ext uri="{FF2B5EF4-FFF2-40B4-BE49-F238E27FC236}">
                <a16:creationId xmlns:a16="http://schemas.microsoft.com/office/drawing/2014/main" id="{21600C80-FF35-8942-4A6F-388A480A882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61475" y="2732603"/>
            <a:ext cx="2229015" cy="17296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5" name="Picture 3" descr=" cross mark.">
            <a:extLst>
              <a:ext uri="{FF2B5EF4-FFF2-40B4-BE49-F238E27FC236}">
                <a16:creationId xmlns:a16="http://schemas.microsoft.com/office/drawing/2014/main" id="{2B663C7A-10FC-F2BC-070C-3BFD80471816}"/>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942955" y="4626179"/>
            <a:ext cx="282472" cy="25948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8" name="Content Placeholder 7">
            <a:extLst>
              <a:ext uri="{FF2B5EF4-FFF2-40B4-BE49-F238E27FC236}">
                <a16:creationId xmlns:a16="http://schemas.microsoft.com/office/drawing/2014/main" id="{D9A5FA6C-83A8-7A92-2C94-128E7312BCC4}"/>
              </a:ext>
            </a:extLst>
          </p:cNvPr>
          <p:cNvSpPr>
            <a:spLocks noGrp="1"/>
          </p:cNvSpPr>
          <p:nvPr>
            <p:ph sz="quarter" idx="13"/>
          </p:nvPr>
        </p:nvSpPr>
        <p:spPr>
          <a:xfrm>
            <a:off x="1395681" y="4554992"/>
            <a:ext cx="2207353" cy="405683"/>
          </a:xfrm>
        </p:spPr>
        <p:txBody>
          <a:bodyPr wrap="square" lIns="0" tIns="18000" rIns="0" bIns="18000" anchor="ctr" anchorCtr="0">
            <a:spAutoFit/>
          </a:bodyPr>
          <a:lstStyle/>
          <a:p>
            <a:pPr marL="0" indent="0">
              <a:spcBef>
                <a:spcPts val="600"/>
              </a:spcBef>
              <a:buNone/>
            </a:pPr>
            <a:r>
              <a:rPr lang="en-US" sz="2400" noProof="0" dirty="0">
                <a:solidFill>
                  <a:srgbClr val="007FA3"/>
                </a:solidFill>
              </a:rPr>
              <a:t>A. </a:t>
            </a:r>
            <a:r>
              <a:rPr lang="en-US" sz="2400" dirty="0"/>
              <a:t>An ohmmeter</a:t>
            </a:r>
          </a:p>
        </p:txBody>
      </p:sp>
      <p:pic>
        <p:nvPicPr>
          <p:cNvPr id="77" name="Picture 4" descr="cross mark.">
            <a:extLst>
              <a:ext uri="{FF2B5EF4-FFF2-40B4-BE49-F238E27FC236}">
                <a16:creationId xmlns:a16="http://schemas.microsoft.com/office/drawing/2014/main" id="{1112C1F2-62E1-A573-AE08-DD8E9372BE87}"/>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934549" y="5097007"/>
            <a:ext cx="282472" cy="25948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9" name="Content Placeholder 8">
            <a:extLst>
              <a:ext uri="{FF2B5EF4-FFF2-40B4-BE49-F238E27FC236}">
                <a16:creationId xmlns:a16="http://schemas.microsoft.com/office/drawing/2014/main" id="{649200E2-3770-3552-029C-0B8FFF23D383}"/>
              </a:ext>
            </a:extLst>
          </p:cNvPr>
          <p:cNvSpPr>
            <a:spLocks noGrp="1"/>
          </p:cNvSpPr>
          <p:nvPr>
            <p:ph sz="quarter" idx="14"/>
          </p:nvPr>
        </p:nvSpPr>
        <p:spPr>
          <a:xfrm>
            <a:off x="1387054" y="5007699"/>
            <a:ext cx="2098018" cy="405683"/>
          </a:xfrm>
        </p:spPr>
        <p:txBody>
          <a:bodyPr wrap="square" lIns="0" tIns="18000" rIns="0" bIns="18000" anchor="ctr" anchorCtr="0">
            <a:spAutoFit/>
          </a:bodyPr>
          <a:lstStyle/>
          <a:p>
            <a:pPr marL="0" indent="0">
              <a:spcBef>
                <a:spcPts val="600"/>
              </a:spcBef>
              <a:buNone/>
            </a:pPr>
            <a:r>
              <a:rPr lang="en-US" sz="2400" noProof="0" dirty="0">
                <a:solidFill>
                  <a:srgbClr val="007FA3"/>
                </a:solidFill>
              </a:rPr>
              <a:t>B. </a:t>
            </a:r>
            <a:r>
              <a:rPr lang="en-US" sz="2400" dirty="0"/>
              <a:t>A voltmeter</a:t>
            </a:r>
          </a:p>
        </p:txBody>
      </p:sp>
      <p:pic>
        <p:nvPicPr>
          <p:cNvPr id="76" name="Picture 2" descr=" tick mark.">
            <a:extLst>
              <a:ext uri="{FF2B5EF4-FFF2-40B4-BE49-F238E27FC236}">
                <a16:creationId xmlns:a16="http://schemas.microsoft.com/office/drawing/2014/main" id="{9A9A1A18-1292-1904-270B-E9A24542FDB7}"/>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934549" y="5558775"/>
            <a:ext cx="280501" cy="24624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0" name="Content Placeholder 9">
            <a:extLst>
              <a:ext uri="{FF2B5EF4-FFF2-40B4-BE49-F238E27FC236}">
                <a16:creationId xmlns:a16="http://schemas.microsoft.com/office/drawing/2014/main" id="{AF57358D-7F1E-C501-EDB0-96BFB5CDA047}"/>
              </a:ext>
            </a:extLst>
          </p:cNvPr>
          <p:cNvSpPr>
            <a:spLocks noGrp="1"/>
          </p:cNvSpPr>
          <p:nvPr>
            <p:ph sz="quarter" idx="15"/>
          </p:nvPr>
        </p:nvSpPr>
        <p:spPr>
          <a:xfrm>
            <a:off x="1395681" y="5469996"/>
            <a:ext cx="2374062" cy="405683"/>
          </a:xfrm>
        </p:spPr>
        <p:txBody>
          <a:bodyPr wrap="square" lIns="0" tIns="18000" rIns="0" bIns="18000" anchor="ctr" anchorCtr="0">
            <a:spAutoFit/>
          </a:bodyPr>
          <a:lstStyle/>
          <a:p>
            <a:pPr marL="0" indent="0">
              <a:spcBef>
                <a:spcPts val="600"/>
              </a:spcBef>
              <a:buNone/>
            </a:pPr>
            <a:r>
              <a:rPr lang="en-US" sz="2400" noProof="0" dirty="0">
                <a:solidFill>
                  <a:srgbClr val="007FA3"/>
                </a:solidFill>
              </a:rPr>
              <a:t>C. </a:t>
            </a:r>
            <a:r>
              <a:rPr lang="en-US" sz="2400" dirty="0"/>
              <a:t>An ammeter</a:t>
            </a:r>
          </a:p>
        </p:txBody>
      </p:sp>
      <p:pic>
        <p:nvPicPr>
          <p:cNvPr id="78" name="Picture 5" descr="cross mark.">
            <a:extLst>
              <a:ext uri="{FF2B5EF4-FFF2-40B4-BE49-F238E27FC236}">
                <a16:creationId xmlns:a16="http://schemas.microsoft.com/office/drawing/2014/main" id="{04CA3E50-D0BE-9372-D949-ED33F80F9086}"/>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965690" y="6007304"/>
            <a:ext cx="282472" cy="25948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1" name="Content Placeholder 10">
            <a:extLst>
              <a:ext uri="{FF2B5EF4-FFF2-40B4-BE49-F238E27FC236}">
                <a16:creationId xmlns:a16="http://schemas.microsoft.com/office/drawing/2014/main" id="{7F79B1AB-68F6-3BB0-FA78-7A0203D1592D}"/>
              </a:ext>
            </a:extLst>
          </p:cNvPr>
          <p:cNvSpPr>
            <a:spLocks noGrp="1"/>
          </p:cNvSpPr>
          <p:nvPr>
            <p:ph sz="quarter" idx="16"/>
          </p:nvPr>
        </p:nvSpPr>
        <p:spPr>
          <a:xfrm>
            <a:off x="1395149" y="5919750"/>
            <a:ext cx="2917525" cy="405683"/>
          </a:xfrm>
        </p:spPr>
        <p:txBody>
          <a:bodyPr wrap="square" lIns="0" tIns="18000" rIns="0" bIns="18000" anchor="ctr" anchorCtr="0">
            <a:spAutoFit/>
          </a:bodyPr>
          <a:lstStyle/>
          <a:p>
            <a:pPr marL="0" indent="0">
              <a:spcBef>
                <a:spcPts val="600"/>
              </a:spcBef>
              <a:buNone/>
            </a:pPr>
            <a:r>
              <a:rPr lang="en-US" sz="2400" noProof="0" dirty="0">
                <a:solidFill>
                  <a:srgbClr val="007FA3"/>
                </a:solidFill>
              </a:rPr>
              <a:t>D. </a:t>
            </a:r>
            <a:r>
              <a:rPr lang="en-US" sz="2400" noProof="0" dirty="0"/>
              <a:t>None of the above</a:t>
            </a:r>
          </a:p>
        </p:txBody>
      </p:sp>
    </p:spTree>
    <p:extLst>
      <p:ext uri="{BB962C8B-B14F-4D97-AF65-F5344CB8AC3E}">
        <p14:creationId xmlns:p14="http://schemas.microsoft.com/office/powerpoint/2010/main" val="17912729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29524" y="205362"/>
            <a:ext cx="8229600" cy="1144347"/>
          </a:xfrm>
        </p:spPr>
        <p:txBody>
          <a:bodyPr anchor="ctr" anchorCtr="0"/>
          <a:lstStyle/>
          <a:p>
            <a:r>
              <a:rPr lang="en-US" noProof="0" dirty="0"/>
              <a:t>Chapter 4 – techniques of circuit analysis </a:t>
            </a:r>
            <a:r>
              <a:rPr lang="en-US" sz="2800" noProof="0" dirty="0"/>
              <a:t>(4 of 12)</a:t>
            </a:r>
            <a:endParaRPr lang="en-US" noProof="0" dirty="0"/>
          </a:p>
        </p:txBody>
      </p:sp>
      <p:sp>
        <p:nvSpPr>
          <p:cNvPr id="7" name="Content Placeholder 6">
            <a:extLst>
              <a:ext uri="{FF2B5EF4-FFF2-40B4-BE49-F238E27FC236}">
                <a16:creationId xmlns:a16="http://schemas.microsoft.com/office/drawing/2014/main" id="{820FA4CC-CF9B-0CF4-A205-E646AF0DC072}"/>
              </a:ext>
            </a:extLst>
          </p:cNvPr>
          <p:cNvSpPr>
            <a:spLocks noGrp="1"/>
          </p:cNvSpPr>
          <p:nvPr>
            <p:ph sz="quarter" idx="12"/>
          </p:nvPr>
        </p:nvSpPr>
        <p:spPr>
          <a:xfrm>
            <a:off x="429524" y="1499027"/>
            <a:ext cx="8229600" cy="775015"/>
          </a:xfrm>
        </p:spPr>
        <p:txBody>
          <a:bodyPr wrap="square" lIns="0" tIns="18000" rIns="0" bIns="18000" anchor="ctr" anchorCtr="0">
            <a:spAutoFit/>
          </a:bodyPr>
          <a:lstStyle/>
          <a:p>
            <a:pPr marL="0" indent="0">
              <a:spcBef>
                <a:spcPts val="600"/>
              </a:spcBef>
              <a:buNone/>
            </a:pPr>
            <a:r>
              <a:rPr lang="en-US" sz="2400" dirty="0"/>
              <a:t>If we create a short circuit at the output, between nodes a and b, what is the current in this short circuit?</a:t>
            </a:r>
          </a:p>
        </p:txBody>
      </p:sp>
      <p:pic>
        <p:nvPicPr>
          <p:cNvPr id="14" name="Picture 3" descr="A rectangular block shows a circuit diagram with an independent voltage source V subscript Th with positive polarity at the top and negative at the bottom. The top wire of the circuit houses resistor R subscript Th. The top wire extends outside the block and point a is located on it. The bottom wire extends outside the block and point b is located on it. ">
            <a:extLst>
              <a:ext uri="{FF2B5EF4-FFF2-40B4-BE49-F238E27FC236}">
                <a16:creationId xmlns:a16="http://schemas.microsoft.com/office/drawing/2014/main" id="{616506FE-246A-4B35-859B-92CE5DDEE26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99045" y="2374900"/>
            <a:ext cx="2536825" cy="1968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Content Placeholder 7">
            <a:extLst>
              <a:ext uri="{FF2B5EF4-FFF2-40B4-BE49-F238E27FC236}">
                <a16:creationId xmlns:a16="http://schemas.microsoft.com/office/drawing/2014/main" id="{35A46DF3-C551-29A5-B0D9-C5F9659EC66C}"/>
              </a:ext>
            </a:extLst>
          </p:cNvPr>
          <p:cNvSpPr>
            <a:spLocks noGrp="1"/>
          </p:cNvSpPr>
          <p:nvPr>
            <p:ph sz="quarter" idx="13"/>
          </p:nvPr>
        </p:nvSpPr>
        <p:spPr>
          <a:xfrm>
            <a:off x="1395681" y="4503236"/>
            <a:ext cx="312349" cy="405683"/>
          </a:xfrm>
        </p:spPr>
        <p:txBody>
          <a:bodyPr wrap="square" lIns="0" tIns="18000" rIns="0" bIns="18000" anchor="ctr" anchorCtr="0">
            <a:spAutoFit/>
          </a:bodyPr>
          <a:lstStyle/>
          <a:p>
            <a:pPr marL="0" indent="0">
              <a:spcBef>
                <a:spcPts val="600"/>
              </a:spcBef>
              <a:buNone/>
            </a:pPr>
            <a:r>
              <a:rPr lang="en-US" sz="2400" noProof="0" dirty="0">
                <a:solidFill>
                  <a:srgbClr val="007FA3"/>
                </a:solidFill>
              </a:rPr>
              <a:t>A. </a:t>
            </a:r>
            <a:endParaRPr lang="en-US" sz="2400" dirty="0"/>
          </a:p>
        </p:txBody>
      </p:sp>
      <p:graphicFrame>
        <p:nvGraphicFramePr>
          <p:cNvPr id="2" name="Object 1" descr="V subscript T h BaseLine divided by R subscript T h BaseLine.">
            <a:extLst>
              <a:ext uri="{FF2B5EF4-FFF2-40B4-BE49-F238E27FC236}">
                <a16:creationId xmlns:a16="http://schemas.microsoft.com/office/drawing/2014/main" id="{B1B39F61-53C5-408B-B93F-6160CBF50DFA}"/>
              </a:ext>
            </a:extLst>
          </p:cNvPr>
          <p:cNvGraphicFramePr>
            <a:graphicFrameLocks noChangeAspect="1"/>
          </p:cNvGraphicFramePr>
          <p:nvPr>
            <p:extLst>
              <p:ext uri="{D42A27DB-BD31-4B8C-83A1-F6EECF244321}">
                <p14:modId xmlns:p14="http://schemas.microsoft.com/office/powerpoint/2010/main" val="2588016317"/>
              </p:ext>
            </p:extLst>
          </p:nvPr>
        </p:nvGraphicFramePr>
        <p:xfrm>
          <a:off x="1796860" y="4552196"/>
          <a:ext cx="932538" cy="364907"/>
        </p:xfrm>
        <a:graphic>
          <a:graphicData uri="http://schemas.openxmlformats.org/presentationml/2006/ole">
            <mc:AlternateContent xmlns:mc="http://schemas.openxmlformats.org/markup-compatibility/2006">
              <mc:Choice xmlns:v="urn:schemas-microsoft-com:vml" Requires="v">
                <p:oleObj name="Equation" r:id="rId4" imgW="583920" imgH="228600" progId="Equation.DSMT4">
                  <p:embed/>
                </p:oleObj>
              </mc:Choice>
              <mc:Fallback>
                <p:oleObj name="Equation" r:id="rId4" imgW="583920" imgH="228600" progId="Equation.DSMT4">
                  <p:embed/>
                  <p:pic>
                    <p:nvPicPr>
                      <p:cNvPr id="0" name=""/>
                      <p:cNvPicPr/>
                      <p:nvPr/>
                    </p:nvPicPr>
                    <p:blipFill>
                      <a:blip r:embed="rId5"/>
                      <a:stretch>
                        <a:fillRect/>
                      </a:stretch>
                    </p:blipFill>
                    <p:spPr>
                      <a:xfrm>
                        <a:off x="1796860" y="4552196"/>
                        <a:ext cx="932538" cy="364907"/>
                      </a:xfrm>
                      <a:prstGeom prst="rect">
                        <a:avLst/>
                      </a:prstGeom>
                    </p:spPr>
                  </p:pic>
                </p:oleObj>
              </mc:Fallback>
            </mc:AlternateContent>
          </a:graphicData>
        </a:graphic>
      </p:graphicFrame>
      <p:sp>
        <p:nvSpPr>
          <p:cNvPr id="9" name="Content Placeholder 8">
            <a:extLst>
              <a:ext uri="{FF2B5EF4-FFF2-40B4-BE49-F238E27FC236}">
                <a16:creationId xmlns:a16="http://schemas.microsoft.com/office/drawing/2014/main" id="{AE71D1E2-D191-5C75-DAF0-705986F2DAC9}"/>
              </a:ext>
            </a:extLst>
          </p:cNvPr>
          <p:cNvSpPr>
            <a:spLocks noGrp="1"/>
          </p:cNvSpPr>
          <p:nvPr>
            <p:ph sz="quarter" idx="14"/>
          </p:nvPr>
        </p:nvSpPr>
        <p:spPr>
          <a:xfrm>
            <a:off x="1387055" y="4964569"/>
            <a:ext cx="346854" cy="405683"/>
          </a:xfrm>
        </p:spPr>
        <p:txBody>
          <a:bodyPr wrap="square" lIns="0" tIns="18000" rIns="0" bIns="18000" anchor="ctr" anchorCtr="0">
            <a:spAutoFit/>
          </a:bodyPr>
          <a:lstStyle/>
          <a:p>
            <a:pPr marL="0" indent="0">
              <a:spcBef>
                <a:spcPts val="600"/>
              </a:spcBef>
              <a:buNone/>
            </a:pPr>
            <a:r>
              <a:rPr lang="en-US" sz="2400" noProof="0" dirty="0">
                <a:solidFill>
                  <a:srgbClr val="007FA3"/>
                </a:solidFill>
              </a:rPr>
              <a:t>B. </a:t>
            </a:r>
            <a:r>
              <a:rPr lang="en-US" sz="2400" dirty="0"/>
              <a:t> </a:t>
            </a:r>
          </a:p>
        </p:txBody>
      </p:sp>
      <p:graphicFrame>
        <p:nvGraphicFramePr>
          <p:cNvPr id="18" name="Object 17" descr="V subscript T h BaseLine R subscript T h BaseLine.">
            <a:extLst>
              <a:ext uri="{FF2B5EF4-FFF2-40B4-BE49-F238E27FC236}">
                <a16:creationId xmlns:a16="http://schemas.microsoft.com/office/drawing/2014/main" id="{7E7FFE21-7E7E-4E2C-94E0-5B79C6829148}"/>
              </a:ext>
            </a:extLst>
          </p:cNvPr>
          <p:cNvGraphicFramePr>
            <a:graphicFrameLocks noChangeAspect="1"/>
          </p:cNvGraphicFramePr>
          <p:nvPr>
            <p:extLst>
              <p:ext uri="{D42A27DB-BD31-4B8C-83A1-F6EECF244321}">
                <p14:modId xmlns:p14="http://schemas.microsoft.com/office/powerpoint/2010/main" val="4135926652"/>
              </p:ext>
            </p:extLst>
          </p:nvPr>
        </p:nvGraphicFramePr>
        <p:xfrm>
          <a:off x="1825800" y="5035550"/>
          <a:ext cx="749300" cy="365125"/>
        </p:xfrm>
        <a:graphic>
          <a:graphicData uri="http://schemas.openxmlformats.org/presentationml/2006/ole">
            <mc:AlternateContent xmlns:mc="http://schemas.openxmlformats.org/markup-compatibility/2006">
              <mc:Choice xmlns:v="urn:schemas-microsoft-com:vml" Requires="v">
                <p:oleObj name="Equation" r:id="rId6" imgW="469800" imgH="228600" progId="Equation.DSMT4">
                  <p:embed/>
                </p:oleObj>
              </mc:Choice>
              <mc:Fallback>
                <p:oleObj name="Equation" r:id="rId6" imgW="469800" imgH="228600" progId="Equation.DSMT4">
                  <p:embed/>
                  <p:pic>
                    <p:nvPicPr>
                      <p:cNvPr id="2" name="Object 1">
                        <a:extLst>
                          <a:ext uri="{FF2B5EF4-FFF2-40B4-BE49-F238E27FC236}">
                            <a16:creationId xmlns:a16="http://schemas.microsoft.com/office/drawing/2014/main" id="{B1B39F61-53C5-408B-B93F-6160CBF50DFA}"/>
                          </a:ext>
                        </a:extLst>
                      </p:cNvPr>
                      <p:cNvPicPr/>
                      <p:nvPr/>
                    </p:nvPicPr>
                    <p:blipFill>
                      <a:blip r:embed="rId7"/>
                      <a:stretch>
                        <a:fillRect/>
                      </a:stretch>
                    </p:blipFill>
                    <p:spPr>
                      <a:xfrm>
                        <a:off x="1825800" y="5035550"/>
                        <a:ext cx="749300" cy="365125"/>
                      </a:xfrm>
                      <a:prstGeom prst="rect">
                        <a:avLst/>
                      </a:prstGeom>
                    </p:spPr>
                  </p:pic>
                </p:oleObj>
              </mc:Fallback>
            </mc:AlternateContent>
          </a:graphicData>
        </a:graphic>
      </p:graphicFrame>
      <p:sp>
        <p:nvSpPr>
          <p:cNvPr id="10" name="Content Placeholder 9">
            <a:extLst>
              <a:ext uri="{FF2B5EF4-FFF2-40B4-BE49-F238E27FC236}">
                <a16:creationId xmlns:a16="http://schemas.microsoft.com/office/drawing/2014/main" id="{49421B9A-C9FF-E0C8-F993-51BCA03C7BDC}"/>
              </a:ext>
            </a:extLst>
          </p:cNvPr>
          <p:cNvSpPr>
            <a:spLocks noGrp="1"/>
          </p:cNvSpPr>
          <p:nvPr>
            <p:ph sz="quarter" idx="15"/>
          </p:nvPr>
        </p:nvSpPr>
        <p:spPr>
          <a:xfrm>
            <a:off x="1395681" y="5469996"/>
            <a:ext cx="381360" cy="405683"/>
          </a:xfrm>
        </p:spPr>
        <p:txBody>
          <a:bodyPr wrap="square" lIns="0" tIns="18000" rIns="0" bIns="18000" anchor="ctr" anchorCtr="0">
            <a:spAutoFit/>
          </a:bodyPr>
          <a:lstStyle/>
          <a:p>
            <a:pPr marL="0" indent="0">
              <a:spcBef>
                <a:spcPts val="600"/>
              </a:spcBef>
              <a:buNone/>
            </a:pPr>
            <a:r>
              <a:rPr lang="en-US" sz="2400" noProof="0" dirty="0">
                <a:solidFill>
                  <a:srgbClr val="007FA3"/>
                </a:solidFill>
              </a:rPr>
              <a:t>C. </a:t>
            </a:r>
            <a:r>
              <a:rPr lang="en-US" sz="2400" dirty="0"/>
              <a:t> </a:t>
            </a:r>
          </a:p>
        </p:txBody>
      </p:sp>
      <p:graphicFrame>
        <p:nvGraphicFramePr>
          <p:cNvPr id="19" name="Object 18" descr="R subscript T h BaseLine divided by V subscript T h BaseLine.">
            <a:extLst>
              <a:ext uri="{FF2B5EF4-FFF2-40B4-BE49-F238E27FC236}">
                <a16:creationId xmlns:a16="http://schemas.microsoft.com/office/drawing/2014/main" id="{72D409D1-3611-4D20-81FB-1D7319BD4FCC}"/>
              </a:ext>
            </a:extLst>
          </p:cNvPr>
          <p:cNvGraphicFramePr>
            <a:graphicFrameLocks noChangeAspect="1"/>
          </p:cNvGraphicFramePr>
          <p:nvPr>
            <p:extLst>
              <p:ext uri="{D42A27DB-BD31-4B8C-83A1-F6EECF244321}">
                <p14:modId xmlns:p14="http://schemas.microsoft.com/office/powerpoint/2010/main" val="4269951388"/>
              </p:ext>
            </p:extLst>
          </p:nvPr>
        </p:nvGraphicFramePr>
        <p:xfrm>
          <a:off x="1861660" y="5525947"/>
          <a:ext cx="932538" cy="364907"/>
        </p:xfrm>
        <a:graphic>
          <a:graphicData uri="http://schemas.openxmlformats.org/presentationml/2006/ole">
            <mc:AlternateContent xmlns:mc="http://schemas.openxmlformats.org/markup-compatibility/2006">
              <mc:Choice xmlns:v="urn:schemas-microsoft-com:vml" Requires="v">
                <p:oleObj name="Equation" r:id="rId8" imgW="583920" imgH="228600" progId="Equation.DSMT4">
                  <p:embed/>
                </p:oleObj>
              </mc:Choice>
              <mc:Fallback>
                <p:oleObj name="Equation" r:id="rId8" imgW="583920" imgH="228600" progId="Equation.DSMT4">
                  <p:embed/>
                  <p:pic>
                    <p:nvPicPr>
                      <p:cNvPr id="2" name="Object 1">
                        <a:extLst>
                          <a:ext uri="{FF2B5EF4-FFF2-40B4-BE49-F238E27FC236}">
                            <a16:creationId xmlns:a16="http://schemas.microsoft.com/office/drawing/2014/main" id="{B1B39F61-53C5-408B-B93F-6160CBF50DFA}"/>
                          </a:ext>
                        </a:extLst>
                      </p:cNvPr>
                      <p:cNvPicPr/>
                      <p:nvPr/>
                    </p:nvPicPr>
                    <p:blipFill>
                      <a:blip r:embed="rId9"/>
                      <a:stretch>
                        <a:fillRect/>
                      </a:stretch>
                    </p:blipFill>
                    <p:spPr>
                      <a:xfrm>
                        <a:off x="1861660" y="5525947"/>
                        <a:ext cx="932538" cy="364907"/>
                      </a:xfrm>
                      <a:prstGeom prst="rect">
                        <a:avLst/>
                      </a:prstGeom>
                    </p:spPr>
                  </p:pic>
                </p:oleObj>
              </mc:Fallback>
            </mc:AlternateContent>
          </a:graphicData>
        </a:graphic>
      </p:graphicFrame>
      <p:sp>
        <p:nvSpPr>
          <p:cNvPr id="11" name="Content Placeholder 10">
            <a:extLst>
              <a:ext uri="{FF2B5EF4-FFF2-40B4-BE49-F238E27FC236}">
                <a16:creationId xmlns:a16="http://schemas.microsoft.com/office/drawing/2014/main" id="{F2D073E9-9822-CBB6-5144-9C7134299EE5}"/>
              </a:ext>
            </a:extLst>
          </p:cNvPr>
          <p:cNvSpPr>
            <a:spLocks noGrp="1"/>
          </p:cNvSpPr>
          <p:nvPr>
            <p:ph sz="quarter" idx="16"/>
          </p:nvPr>
        </p:nvSpPr>
        <p:spPr>
          <a:xfrm>
            <a:off x="1395149" y="5919750"/>
            <a:ext cx="2917525" cy="405683"/>
          </a:xfrm>
        </p:spPr>
        <p:txBody>
          <a:bodyPr wrap="square" lIns="0" tIns="18000" rIns="0" bIns="18000" anchor="ctr" anchorCtr="0">
            <a:spAutoFit/>
          </a:bodyPr>
          <a:lstStyle/>
          <a:p>
            <a:pPr marL="0" indent="0">
              <a:spcBef>
                <a:spcPts val="600"/>
              </a:spcBef>
              <a:buNone/>
            </a:pPr>
            <a:r>
              <a:rPr lang="en-US" sz="2400" noProof="0" dirty="0">
                <a:solidFill>
                  <a:srgbClr val="007FA3"/>
                </a:solidFill>
              </a:rPr>
              <a:t>D. </a:t>
            </a:r>
            <a:r>
              <a:rPr lang="en-US" sz="2400" noProof="0" dirty="0"/>
              <a:t>None of the above</a:t>
            </a:r>
          </a:p>
        </p:txBody>
      </p:sp>
    </p:spTree>
    <p:extLst>
      <p:ext uri="{BB962C8B-B14F-4D97-AF65-F5344CB8AC3E}">
        <p14:creationId xmlns:p14="http://schemas.microsoft.com/office/powerpoint/2010/main" val="27253259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7EB3A0-DBB5-4423-EFA2-98182C3B3C31}"/>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840F071-E3EF-73EF-F05F-497BD1B7546D}"/>
              </a:ext>
            </a:extLst>
          </p:cNvPr>
          <p:cNvSpPr>
            <a:spLocks noGrp="1"/>
          </p:cNvSpPr>
          <p:nvPr>
            <p:ph type="title"/>
          </p:nvPr>
        </p:nvSpPr>
        <p:spPr>
          <a:xfrm>
            <a:off x="429524" y="205362"/>
            <a:ext cx="8229600" cy="1144347"/>
          </a:xfrm>
        </p:spPr>
        <p:txBody>
          <a:bodyPr anchor="ctr" anchorCtr="0"/>
          <a:lstStyle/>
          <a:p>
            <a:r>
              <a:rPr lang="en-US" noProof="0" dirty="0"/>
              <a:t>Chapter 4 – techniques of circuit analysis </a:t>
            </a:r>
            <a:r>
              <a:rPr lang="en-US" sz="2800" noProof="0" dirty="0"/>
              <a:t>(4 of 12)</a:t>
            </a:r>
            <a:endParaRPr lang="en-US" noProof="0" dirty="0"/>
          </a:p>
        </p:txBody>
      </p:sp>
      <p:sp>
        <p:nvSpPr>
          <p:cNvPr id="7" name="Content Placeholder 6">
            <a:extLst>
              <a:ext uri="{FF2B5EF4-FFF2-40B4-BE49-F238E27FC236}">
                <a16:creationId xmlns:a16="http://schemas.microsoft.com/office/drawing/2014/main" id="{FEADB220-4C2E-9058-738C-6DD4D62184D7}"/>
              </a:ext>
            </a:extLst>
          </p:cNvPr>
          <p:cNvSpPr>
            <a:spLocks noGrp="1"/>
          </p:cNvSpPr>
          <p:nvPr>
            <p:ph sz="quarter" idx="12"/>
          </p:nvPr>
        </p:nvSpPr>
        <p:spPr>
          <a:xfrm>
            <a:off x="429524" y="1499027"/>
            <a:ext cx="8229600" cy="775015"/>
          </a:xfrm>
        </p:spPr>
        <p:txBody>
          <a:bodyPr wrap="square" lIns="0" tIns="18000" rIns="0" bIns="18000" anchor="ctr" anchorCtr="0">
            <a:spAutoFit/>
          </a:bodyPr>
          <a:lstStyle/>
          <a:p>
            <a:pPr marL="0" indent="0">
              <a:spcBef>
                <a:spcPts val="600"/>
              </a:spcBef>
              <a:buNone/>
            </a:pPr>
            <a:r>
              <a:rPr lang="en-US" sz="2400" dirty="0"/>
              <a:t>If we create a short circuit at the output, between nodes a and b, what is the current in this short circuit?</a:t>
            </a:r>
          </a:p>
        </p:txBody>
      </p:sp>
      <p:pic>
        <p:nvPicPr>
          <p:cNvPr id="14" name="Picture 3" descr="A rectangular block shows a circuit diagram with an independent voltage source V subscript Th with positive polarity at the top and negative at the bottom. The top wire of the circuit houses resistor R subscript Th. The top wire extends outside the block and point a is located on it. The bottom wire extends outside the block and point b is located on it. ">
            <a:extLst>
              <a:ext uri="{FF2B5EF4-FFF2-40B4-BE49-F238E27FC236}">
                <a16:creationId xmlns:a16="http://schemas.microsoft.com/office/drawing/2014/main" id="{D2BAFC27-8A42-0F95-F627-29325D7FE23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99045" y="2374900"/>
            <a:ext cx="2536825" cy="1968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6" name="Picture 2" descr=" tick mark.">
            <a:extLst>
              <a:ext uri="{FF2B5EF4-FFF2-40B4-BE49-F238E27FC236}">
                <a16:creationId xmlns:a16="http://schemas.microsoft.com/office/drawing/2014/main" id="{A95546D6-3E6E-9FF0-CF69-896D90086A08}"/>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90204" y="4581533"/>
            <a:ext cx="280501" cy="24624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8" name="Content Placeholder 7">
            <a:extLst>
              <a:ext uri="{FF2B5EF4-FFF2-40B4-BE49-F238E27FC236}">
                <a16:creationId xmlns:a16="http://schemas.microsoft.com/office/drawing/2014/main" id="{B7BFBEA7-438E-0D9D-A4DD-1D75D07B3B28}"/>
              </a:ext>
            </a:extLst>
          </p:cNvPr>
          <p:cNvSpPr>
            <a:spLocks noGrp="1"/>
          </p:cNvSpPr>
          <p:nvPr>
            <p:ph sz="quarter" idx="13"/>
          </p:nvPr>
        </p:nvSpPr>
        <p:spPr>
          <a:xfrm>
            <a:off x="1395681" y="4503236"/>
            <a:ext cx="312349" cy="405683"/>
          </a:xfrm>
        </p:spPr>
        <p:txBody>
          <a:bodyPr wrap="square" lIns="0" tIns="18000" rIns="0" bIns="18000" anchor="ctr" anchorCtr="0">
            <a:spAutoFit/>
          </a:bodyPr>
          <a:lstStyle/>
          <a:p>
            <a:pPr marL="0" indent="0">
              <a:spcBef>
                <a:spcPts val="600"/>
              </a:spcBef>
              <a:buNone/>
            </a:pPr>
            <a:r>
              <a:rPr lang="en-US" sz="2400" noProof="0" dirty="0">
                <a:solidFill>
                  <a:srgbClr val="007FA3"/>
                </a:solidFill>
              </a:rPr>
              <a:t>A. </a:t>
            </a:r>
            <a:endParaRPr lang="en-US" sz="2400" dirty="0"/>
          </a:p>
        </p:txBody>
      </p:sp>
      <p:graphicFrame>
        <p:nvGraphicFramePr>
          <p:cNvPr id="2" name="Object 1" descr="V subscript T h BaseLine divided by R subscript T h BaseLine.">
            <a:extLst>
              <a:ext uri="{FF2B5EF4-FFF2-40B4-BE49-F238E27FC236}">
                <a16:creationId xmlns:a16="http://schemas.microsoft.com/office/drawing/2014/main" id="{6F825117-B499-46EA-526A-FC30C7B60565}"/>
              </a:ext>
            </a:extLst>
          </p:cNvPr>
          <p:cNvGraphicFramePr>
            <a:graphicFrameLocks noChangeAspect="1"/>
          </p:cNvGraphicFramePr>
          <p:nvPr/>
        </p:nvGraphicFramePr>
        <p:xfrm>
          <a:off x="1796860" y="4552196"/>
          <a:ext cx="932538" cy="364907"/>
        </p:xfrm>
        <a:graphic>
          <a:graphicData uri="http://schemas.openxmlformats.org/presentationml/2006/ole">
            <mc:AlternateContent xmlns:mc="http://schemas.openxmlformats.org/markup-compatibility/2006">
              <mc:Choice xmlns:v="urn:schemas-microsoft-com:vml" Requires="v">
                <p:oleObj name="Equation" r:id="rId5" imgW="583920" imgH="228600" progId="Equation.DSMT4">
                  <p:embed/>
                </p:oleObj>
              </mc:Choice>
              <mc:Fallback>
                <p:oleObj name="Equation" r:id="rId5" imgW="583920" imgH="228600" progId="Equation.DSMT4">
                  <p:embed/>
                  <p:pic>
                    <p:nvPicPr>
                      <p:cNvPr id="2" name="Object 1" descr="V subscript T h BaseLine divided by R subscript T h BaseLine.">
                        <a:extLst>
                          <a:ext uri="{FF2B5EF4-FFF2-40B4-BE49-F238E27FC236}">
                            <a16:creationId xmlns:a16="http://schemas.microsoft.com/office/drawing/2014/main" id="{B1B39F61-53C5-408B-B93F-6160CBF50DFA}"/>
                          </a:ext>
                        </a:extLst>
                      </p:cNvPr>
                      <p:cNvPicPr/>
                      <p:nvPr/>
                    </p:nvPicPr>
                    <p:blipFill>
                      <a:blip r:embed="rId6"/>
                      <a:stretch>
                        <a:fillRect/>
                      </a:stretch>
                    </p:blipFill>
                    <p:spPr>
                      <a:xfrm>
                        <a:off x="1796860" y="4552196"/>
                        <a:ext cx="932538" cy="364907"/>
                      </a:xfrm>
                      <a:prstGeom prst="rect">
                        <a:avLst/>
                      </a:prstGeom>
                    </p:spPr>
                  </p:pic>
                </p:oleObj>
              </mc:Fallback>
            </mc:AlternateContent>
          </a:graphicData>
        </a:graphic>
      </p:graphicFrame>
      <p:pic>
        <p:nvPicPr>
          <p:cNvPr id="75" name="Picture 3" descr="cross mark.">
            <a:extLst>
              <a:ext uri="{FF2B5EF4-FFF2-40B4-BE49-F238E27FC236}">
                <a16:creationId xmlns:a16="http://schemas.microsoft.com/office/drawing/2014/main" id="{42EB5D7A-1A6D-9EE1-2366-91B50CBA3560}"/>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969062" y="5038748"/>
            <a:ext cx="282472" cy="25948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9" name="Content Placeholder 8">
            <a:extLst>
              <a:ext uri="{FF2B5EF4-FFF2-40B4-BE49-F238E27FC236}">
                <a16:creationId xmlns:a16="http://schemas.microsoft.com/office/drawing/2014/main" id="{D8643399-443F-8A62-C5FD-33833570E0FF}"/>
              </a:ext>
            </a:extLst>
          </p:cNvPr>
          <p:cNvSpPr>
            <a:spLocks noGrp="1"/>
          </p:cNvSpPr>
          <p:nvPr>
            <p:ph sz="quarter" idx="14"/>
          </p:nvPr>
        </p:nvSpPr>
        <p:spPr>
          <a:xfrm>
            <a:off x="1387055" y="4964569"/>
            <a:ext cx="346854" cy="405683"/>
          </a:xfrm>
        </p:spPr>
        <p:txBody>
          <a:bodyPr wrap="square" lIns="0" tIns="18000" rIns="0" bIns="18000" anchor="ctr" anchorCtr="0">
            <a:spAutoFit/>
          </a:bodyPr>
          <a:lstStyle/>
          <a:p>
            <a:pPr marL="0" indent="0">
              <a:spcBef>
                <a:spcPts val="600"/>
              </a:spcBef>
              <a:buNone/>
            </a:pPr>
            <a:r>
              <a:rPr lang="en-US" sz="2400" noProof="0" dirty="0">
                <a:solidFill>
                  <a:srgbClr val="007FA3"/>
                </a:solidFill>
              </a:rPr>
              <a:t>B. </a:t>
            </a:r>
            <a:r>
              <a:rPr lang="en-US" sz="2400" dirty="0"/>
              <a:t> </a:t>
            </a:r>
          </a:p>
        </p:txBody>
      </p:sp>
      <p:graphicFrame>
        <p:nvGraphicFramePr>
          <p:cNvPr id="18" name="Object 17" descr="V subscript T h BaseLine R subscript T h BaseLine.">
            <a:extLst>
              <a:ext uri="{FF2B5EF4-FFF2-40B4-BE49-F238E27FC236}">
                <a16:creationId xmlns:a16="http://schemas.microsoft.com/office/drawing/2014/main" id="{EAF60206-DAB3-CEAC-EEC7-2F9DEBC75772}"/>
              </a:ext>
            </a:extLst>
          </p:cNvPr>
          <p:cNvGraphicFramePr>
            <a:graphicFrameLocks noChangeAspect="1"/>
          </p:cNvGraphicFramePr>
          <p:nvPr/>
        </p:nvGraphicFramePr>
        <p:xfrm>
          <a:off x="1825800" y="5035550"/>
          <a:ext cx="749300" cy="365125"/>
        </p:xfrm>
        <a:graphic>
          <a:graphicData uri="http://schemas.openxmlformats.org/presentationml/2006/ole">
            <mc:AlternateContent xmlns:mc="http://schemas.openxmlformats.org/markup-compatibility/2006">
              <mc:Choice xmlns:v="urn:schemas-microsoft-com:vml" Requires="v">
                <p:oleObj name="Equation" r:id="rId8" imgW="469800" imgH="228600" progId="Equation.DSMT4">
                  <p:embed/>
                </p:oleObj>
              </mc:Choice>
              <mc:Fallback>
                <p:oleObj name="Equation" r:id="rId8" imgW="469800" imgH="228600" progId="Equation.DSMT4">
                  <p:embed/>
                  <p:pic>
                    <p:nvPicPr>
                      <p:cNvPr id="18" name="Object 17" descr="V subscript T h BaseLine R subscript T h BaseLine.">
                        <a:extLst>
                          <a:ext uri="{FF2B5EF4-FFF2-40B4-BE49-F238E27FC236}">
                            <a16:creationId xmlns:a16="http://schemas.microsoft.com/office/drawing/2014/main" id="{7E7FFE21-7E7E-4E2C-94E0-5B79C6829148}"/>
                          </a:ext>
                        </a:extLst>
                      </p:cNvPr>
                      <p:cNvPicPr/>
                      <p:nvPr/>
                    </p:nvPicPr>
                    <p:blipFill>
                      <a:blip r:embed="rId9"/>
                      <a:stretch>
                        <a:fillRect/>
                      </a:stretch>
                    </p:blipFill>
                    <p:spPr>
                      <a:xfrm>
                        <a:off x="1825800" y="5035550"/>
                        <a:ext cx="749300" cy="365125"/>
                      </a:xfrm>
                      <a:prstGeom prst="rect">
                        <a:avLst/>
                      </a:prstGeom>
                    </p:spPr>
                  </p:pic>
                </p:oleObj>
              </mc:Fallback>
            </mc:AlternateContent>
          </a:graphicData>
        </a:graphic>
      </p:graphicFrame>
      <p:pic>
        <p:nvPicPr>
          <p:cNvPr id="77" name="Picture 4" descr=" cross mark.">
            <a:extLst>
              <a:ext uri="{FF2B5EF4-FFF2-40B4-BE49-F238E27FC236}">
                <a16:creationId xmlns:a16="http://schemas.microsoft.com/office/drawing/2014/main" id="{538250DE-FE77-57D3-B936-F4569F723FF1}"/>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966317" y="5520251"/>
            <a:ext cx="282472" cy="25948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0" name="Content Placeholder 9">
            <a:extLst>
              <a:ext uri="{FF2B5EF4-FFF2-40B4-BE49-F238E27FC236}">
                <a16:creationId xmlns:a16="http://schemas.microsoft.com/office/drawing/2014/main" id="{686C0268-656C-CE62-40DA-476B3CDFC330}"/>
              </a:ext>
            </a:extLst>
          </p:cNvPr>
          <p:cNvSpPr>
            <a:spLocks noGrp="1"/>
          </p:cNvSpPr>
          <p:nvPr>
            <p:ph sz="quarter" idx="15"/>
          </p:nvPr>
        </p:nvSpPr>
        <p:spPr>
          <a:xfrm>
            <a:off x="1395681" y="5469996"/>
            <a:ext cx="381360" cy="405683"/>
          </a:xfrm>
        </p:spPr>
        <p:txBody>
          <a:bodyPr wrap="square" lIns="0" tIns="18000" rIns="0" bIns="18000" anchor="ctr" anchorCtr="0">
            <a:spAutoFit/>
          </a:bodyPr>
          <a:lstStyle/>
          <a:p>
            <a:pPr marL="0" indent="0">
              <a:spcBef>
                <a:spcPts val="600"/>
              </a:spcBef>
              <a:buNone/>
            </a:pPr>
            <a:r>
              <a:rPr lang="en-US" sz="2400" noProof="0" dirty="0">
                <a:solidFill>
                  <a:srgbClr val="007FA3"/>
                </a:solidFill>
              </a:rPr>
              <a:t>C. </a:t>
            </a:r>
            <a:r>
              <a:rPr lang="en-US" sz="2400" dirty="0"/>
              <a:t> </a:t>
            </a:r>
          </a:p>
        </p:txBody>
      </p:sp>
      <p:graphicFrame>
        <p:nvGraphicFramePr>
          <p:cNvPr id="19" name="Object 18" descr="R subscript T h BaseLine divided by V subscript T h BaseLine.">
            <a:extLst>
              <a:ext uri="{FF2B5EF4-FFF2-40B4-BE49-F238E27FC236}">
                <a16:creationId xmlns:a16="http://schemas.microsoft.com/office/drawing/2014/main" id="{0B177637-FD56-8F66-835A-8933E16CA3EE}"/>
              </a:ext>
            </a:extLst>
          </p:cNvPr>
          <p:cNvGraphicFramePr>
            <a:graphicFrameLocks noChangeAspect="1"/>
          </p:cNvGraphicFramePr>
          <p:nvPr/>
        </p:nvGraphicFramePr>
        <p:xfrm>
          <a:off x="1861660" y="5525947"/>
          <a:ext cx="932538" cy="364907"/>
        </p:xfrm>
        <a:graphic>
          <a:graphicData uri="http://schemas.openxmlformats.org/presentationml/2006/ole">
            <mc:AlternateContent xmlns:mc="http://schemas.openxmlformats.org/markup-compatibility/2006">
              <mc:Choice xmlns:v="urn:schemas-microsoft-com:vml" Requires="v">
                <p:oleObj name="Equation" r:id="rId10" imgW="583920" imgH="228600" progId="Equation.DSMT4">
                  <p:embed/>
                </p:oleObj>
              </mc:Choice>
              <mc:Fallback>
                <p:oleObj name="Equation" r:id="rId10" imgW="583920" imgH="228600" progId="Equation.DSMT4">
                  <p:embed/>
                  <p:pic>
                    <p:nvPicPr>
                      <p:cNvPr id="19" name="Object 18" descr="R subscript T h BaseLine divided by V subscript T h BaseLine.">
                        <a:extLst>
                          <a:ext uri="{FF2B5EF4-FFF2-40B4-BE49-F238E27FC236}">
                            <a16:creationId xmlns:a16="http://schemas.microsoft.com/office/drawing/2014/main" id="{72D409D1-3611-4D20-81FB-1D7319BD4FCC}"/>
                          </a:ext>
                        </a:extLst>
                      </p:cNvPr>
                      <p:cNvPicPr/>
                      <p:nvPr/>
                    </p:nvPicPr>
                    <p:blipFill>
                      <a:blip r:embed="rId11"/>
                      <a:stretch>
                        <a:fillRect/>
                      </a:stretch>
                    </p:blipFill>
                    <p:spPr>
                      <a:xfrm>
                        <a:off x="1861660" y="5525947"/>
                        <a:ext cx="932538" cy="364907"/>
                      </a:xfrm>
                      <a:prstGeom prst="rect">
                        <a:avLst/>
                      </a:prstGeom>
                    </p:spPr>
                  </p:pic>
                </p:oleObj>
              </mc:Fallback>
            </mc:AlternateContent>
          </a:graphicData>
        </a:graphic>
      </p:graphicFrame>
      <p:pic>
        <p:nvPicPr>
          <p:cNvPr id="78" name="Picture 5" descr=" cross mark.">
            <a:extLst>
              <a:ext uri="{FF2B5EF4-FFF2-40B4-BE49-F238E27FC236}">
                <a16:creationId xmlns:a16="http://schemas.microsoft.com/office/drawing/2014/main" id="{0FE0B420-CE06-972F-7A19-0893EEFD7618}"/>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965690" y="6007304"/>
            <a:ext cx="282472" cy="25948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1" name="Content Placeholder 10">
            <a:extLst>
              <a:ext uri="{FF2B5EF4-FFF2-40B4-BE49-F238E27FC236}">
                <a16:creationId xmlns:a16="http://schemas.microsoft.com/office/drawing/2014/main" id="{6BB23CD3-1383-6912-0A18-278BA2F1E36C}"/>
              </a:ext>
            </a:extLst>
          </p:cNvPr>
          <p:cNvSpPr>
            <a:spLocks noGrp="1"/>
          </p:cNvSpPr>
          <p:nvPr>
            <p:ph sz="quarter" idx="16"/>
          </p:nvPr>
        </p:nvSpPr>
        <p:spPr>
          <a:xfrm>
            <a:off x="1395149" y="5919750"/>
            <a:ext cx="2917525" cy="405683"/>
          </a:xfrm>
        </p:spPr>
        <p:txBody>
          <a:bodyPr wrap="square" lIns="0" tIns="18000" rIns="0" bIns="18000" anchor="ctr" anchorCtr="0">
            <a:spAutoFit/>
          </a:bodyPr>
          <a:lstStyle/>
          <a:p>
            <a:pPr marL="0" indent="0">
              <a:spcBef>
                <a:spcPts val="600"/>
              </a:spcBef>
              <a:buNone/>
            </a:pPr>
            <a:r>
              <a:rPr lang="en-US" sz="2400" noProof="0" dirty="0">
                <a:solidFill>
                  <a:srgbClr val="007FA3"/>
                </a:solidFill>
              </a:rPr>
              <a:t>D. </a:t>
            </a:r>
            <a:r>
              <a:rPr lang="en-US" sz="2400" noProof="0" dirty="0"/>
              <a:t>None of the above</a:t>
            </a:r>
          </a:p>
        </p:txBody>
      </p:sp>
    </p:spTree>
    <p:extLst>
      <p:ext uri="{BB962C8B-B14F-4D97-AF65-F5344CB8AC3E}">
        <p14:creationId xmlns:p14="http://schemas.microsoft.com/office/powerpoint/2010/main" val="26769898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29524" y="212338"/>
            <a:ext cx="8229600" cy="1144347"/>
          </a:xfrm>
        </p:spPr>
        <p:txBody>
          <a:bodyPr anchor="ctr" anchorCtr="0"/>
          <a:lstStyle/>
          <a:p>
            <a:r>
              <a:rPr lang="en-US" noProof="0" dirty="0"/>
              <a:t>Chapter 4 – techniques of circuit analysis </a:t>
            </a:r>
            <a:r>
              <a:rPr lang="en-US" sz="2800" noProof="0" dirty="0"/>
              <a:t>(5 of 12)</a:t>
            </a:r>
          </a:p>
        </p:txBody>
      </p:sp>
      <p:sp>
        <p:nvSpPr>
          <p:cNvPr id="7" name="Content Placeholder 6">
            <a:extLst>
              <a:ext uri="{FF2B5EF4-FFF2-40B4-BE49-F238E27FC236}">
                <a16:creationId xmlns:a16="http://schemas.microsoft.com/office/drawing/2014/main" id="{820FA4CC-CF9B-0CF4-A205-E646AF0DC072}"/>
              </a:ext>
            </a:extLst>
          </p:cNvPr>
          <p:cNvSpPr>
            <a:spLocks noGrp="1"/>
          </p:cNvSpPr>
          <p:nvPr>
            <p:ph sz="quarter" idx="12"/>
          </p:nvPr>
        </p:nvSpPr>
        <p:spPr>
          <a:xfrm>
            <a:off x="427726" y="1534414"/>
            <a:ext cx="8240024" cy="1421346"/>
          </a:xfrm>
        </p:spPr>
        <p:txBody>
          <a:bodyPr wrap="square" lIns="0" tIns="18000" rIns="0" bIns="18000" anchor="ctr" anchorCtr="0">
            <a:spAutoFit/>
          </a:bodyPr>
          <a:lstStyle/>
          <a:p>
            <a:pPr marL="342900" indent="-342900">
              <a:spcBef>
                <a:spcPts val="600"/>
              </a:spcBef>
            </a:pPr>
            <a:r>
              <a:rPr lang="en-US" sz="2000" dirty="0"/>
              <a:t>Thevenin and Norton equivalents</a:t>
            </a:r>
          </a:p>
          <a:p>
            <a:pPr marL="829818" lvl="1" indent="-342900"/>
            <a:r>
              <a:rPr lang="en-US" sz="2000" dirty="0"/>
              <a:t>Find the Thevenin equivalent of the circuit below to the left of the terminals </a:t>
            </a:r>
            <a:r>
              <a:rPr lang="en-US" sz="2000" dirty="0" err="1"/>
              <a:t>a,b</a:t>
            </a:r>
            <a:r>
              <a:rPr lang="en-US" sz="2000" dirty="0"/>
              <a:t>. </a:t>
            </a:r>
          </a:p>
          <a:p>
            <a:pPr marL="1229868" lvl="2" indent="-342900"/>
            <a:r>
              <a:rPr lang="en-US" sz="2000" dirty="0"/>
              <a:t>Find the open-circuit voltage:</a:t>
            </a:r>
          </a:p>
        </p:txBody>
      </p:sp>
      <p:pic>
        <p:nvPicPr>
          <p:cNvPr id="4" name="Picture 2" descr="A circuit diagram shows a 15 ampere independent current source with internal arrow pointing upwards as the leftmost wire in the circuit. Connected in parallel to the 15 ampere independent current source are the second and third wires from left. The second wire from left contains an 8 ohms resistor. The third wire from left contains a 12 ohms resistor. Four nodes are marked separately on the top and bottom wires where the second and third wires from left separately connect to the top and bottom wires in the circuit. A 2 ohms resistor is located in the top wire between the nodes formed by the second and third left wires on the top wire. A 10 ohms resistor is located in the bottom wire between the nodes formed by the second and third left wires on the bottom wire. The top and bottom nodes of the third wire from left are extended to the right and points a and b are available on the top and bottom extensions respectively. Voltage v subscript oc is available between points a and b with positive polarity at a and negative polarity at b. A 15 amperes current flows clockwise in the part of the circuit formed between the top and bottom wires by the leftmost wire and second wire from left. Current i flows clockwise in the part of the circuit formed between the top and bottom wires by the second and third wires from left. ">
            <a:extLst>
              <a:ext uri="{FF2B5EF4-FFF2-40B4-BE49-F238E27FC236}">
                <a16:creationId xmlns:a16="http://schemas.microsoft.com/office/drawing/2014/main" id="{AEC07653-1177-4F3A-ABED-2909F82956D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89178" y="3136590"/>
            <a:ext cx="4289018" cy="1553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5" name="Object 4" descr="2 i plus 12 i plus 10 i plus 8 Open Parenthesis i minus 15 Close Parenthesis equals 0.">
            <a:extLst>
              <a:ext uri="{FF2B5EF4-FFF2-40B4-BE49-F238E27FC236}">
                <a16:creationId xmlns:a16="http://schemas.microsoft.com/office/drawing/2014/main" id="{926548F3-EC50-4469-9ABF-80DD0F9782A8}"/>
              </a:ext>
            </a:extLst>
          </p:cNvPr>
          <p:cNvGraphicFramePr>
            <a:graphicFrameLocks noChangeAspect="1"/>
          </p:cNvGraphicFramePr>
          <p:nvPr>
            <p:extLst>
              <p:ext uri="{D42A27DB-BD31-4B8C-83A1-F6EECF244321}">
                <p14:modId xmlns:p14="http://schemas.microsoft.com/office/powerpoint/2010/main" val="2851771051"/>
              </p:ext>
            </p:extLst>
          </p:nvPr>
        </p:nvGraphicFramePr>
        <p:xfrm>
          <a:off x="1693372" y="4836207"/>
          <a:ext cx="2837731" cy="320365"/>
        </p:xfrm>
        <a:graphic>
          <a:graphicData uri="http://schemas.openxmlformats.org/presentationml/2006/ole">
            <mc:AlternateContent xmlns:mc="http://schemas.openxmlformats.org/markup-compatibility/2006">
              <mc:Choice xmlns:v="urn:schemas-microsoft-com:vml" Requires="v">
                <p:oleObj name="Equation" r:id="rId4" imgW="1803240" imgH="203040" progId="Equation.DSMT4">
                  <p:embed/>
                </p:oleObj>
              </mc:Choice>
              <mc:Fallback>
                <p:oleObj name="Equation" r:id="rId4" imgW="1803240" imgH="203040" progId="Equation.DSMT4">
                  <p:embed/>
                  <p:pic>
                    <p:nvPicPr>
                      <p:cNvPr id="12" name="Object 11"/>
                      <p:cNvPicPr>
                        <a:picLocks noChangeAspect="1" noChangeArrowheads="1"/>
                      </p:cNvPicPr>
                      <p:nvPr/>
                    </p:nvPicPr>
                    <p:blipFill>
                      <a:blip r:embed="rId5"/>
                      <a:srcRect/>
                      <a:stretch>
                        <a:fillRect/>
                      </a:stretch>
                    </p:blipFill>
                    <p:spPr bwMode="auto">
                      <a:xfrm>
                        <a:off x="1693372" y="4836207"/>
                        <a:ext cx="2837731" cy="3203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 name="Object 7" descr="Therefore, i Open Parenthesis 2 plus 12 plus 10 plus 8 Close Parenthesis equals Open Parenthesis 8 Close Parenthesis Open Parenthesis 15 Close Parenthesis forward arrow i equals 3.75 Amperes.">
            <a:extLst>
              <a:ext uri="{FF2B5EF4-FFF2-40B4-BE49-F238E27FC236}">
                <a16:creationId xmlns:a16="http://schemas.microsoft.com/office/drawing/2014/main" id="{9F4275D3-DB38-4A2E-BDCB-22AFD7283868}"/>
              </a:ext>
            </a:extLst>
          </p:cNvPr>
          <p:cNvGraphicFramePr>
            <a:graphicFrameLocks noChangeAspect="1"/>
          </p:cNvGraphicFramePr>
          <p:nvPr>
            <p:extLst>
              <p:ext uri="{D42A27DB-BD31-4B8C-83A1-F6EECF244321}">
                <p14:modId xmlns:p14="http://schemas.microsoft.com/office/powerpoint/2010/main" val="937472313"/>
              </p:ext>
            </p:extLst>
          </p:nvPr>
        </p:nvGraphicFramePr>
        <p:xfrm>
          <a:off x="1699696" y="5364746"/>
          <a:ext cx="5715674" cy="339134"/>
        </p:xfrm>
        <a:graphic>
          <a:graphicData uri="http://schemas.openxmlformats.org/presentationml/2006/ole">
            <mc:AlternateContent xmlns:mc="http://schemas.openxmlformats.org/markup-compatibility/2006">
              <mc:Choice xmlns:v="urn:schemas-microsoft-com:vml" Requires="v">
                <p:oleObj name="Equation" r:id="rId6" imgW="3632040" imgH="215640" progId="Equation.DSMT4">
                  <p:embed/>
                </p:oleObj>
              </mc:Choice>
              <mc:Fallback>
                <p:oleObj name="Equation" r:id="rId6" imgW="3632040" imgH="215640" progId="Equation.DSMT4">
                  <p:embed/>
                  <p:pic>
                    <p:nvPicPr>
                      <p:cNvPr id="5" name="Object 4">
                        <a:extLst>
                          <a:ext uri="{FF2B5EF4-FFF2-40B4-BE49-F238E27FC236}">
                            <a16:creationId xmlns:a16="http://schemas.microsoft.com/office/drawing/2014/main" id="{926548F3-EC50-4469-9ABF-80DD0F9782A8}"/>
                          </a:ext>
                        </a:extLst>
                      </p:cNvPr>
                      <p:cNvPicPr>
                        <a:picLocks noChangeAspect="1" noChangeArrowheads="1"/>
                      </p:cNvPicPr>
                      <p:nvPr/>
                    </p:nvPicPr>
                    <p:blipFill>
                      <a:blip r:embed="rId7"/>
                      <a:srcRect/>
                      <a:stretch>
                        <a:fillRect/>
                      </a:stretch>
                    </p:blipFill>
                    <p:spPr bwMode="auto">
                      <a:xfrm>
                        <a:off x="1699696" y="5364746"/>
                        <a:ext cx="5715674" cy="33913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 name="Object 8" descr="v subscript o c BaseLine equals 12 i equals 45 Volts equals V subscript T h BaseLine.">
            <a:extLst>
              <a:ext uri="{FF2B5EF4-FFF2-40B4-BE49-F238E27FC236}">
                <a16:creationId xmlns:a16="http://schemas.microsoft.com/office/drawing/2014/main" id="{FEC2EF3C-FE4A-4CAB-B843-7D9A9A0694F1}"/>
              </a:ext>
            </a:extLst>
          </p:cNvPr>
          <p:cNvGraphicFramePr>
            <a:graphicFrameLocks noChangeAspect="1"/>
          </p:cNvGraphicFramePr>
          <p:nvPr>
            <p:extLst>
              <p:ext uri="{D42A27DB-BD31-4B8C-83A1-F6EECF244321}">
                <p14:modId xmlns:p14="http://schemas.microsoft.com/office/powerpoint/2010/main" val="241668291"/>
              </p:ext>
            </p:extLst>
          </p:nvPr>
        </p:nvGraphicFramePr>
        <p:xfrm>
          <a:off x="1787619" y="5907406"/>
          <a:ext cx="2237210" cy="360580"/>
        </p:xfrm>
        <a:graphic>
          <a:graphicData uri="http://schemas.openxmlformats.org/presentationml/2006/ole">
            <mc:AlternateContent xmlns:mc="http://schemas.openxmlformats.org/markup-compatibility/2006">
              <mc:Choice xmlns:v="urn:schemas-microsoft-com:vml" Requires="v">
                <p:oleObj name="Equation" r:id="rId8" imgW="1422360" imgH="228600" progId="Equation.DSMT4">
                  <p:embed/>
                </p:oleObj>
              </mc:Choice>
              <mc:Fallback>
                <p:oleObj name="Equation" r:id="rId8" imgW="1422360" imgH="228600" progId="Equation.DSMT4">
                  <p:embed/>
                  <p:pic>
                    <p:nvPicPr>
                      <p:cNvPr id="8" name="Object 7">
                        <a:extLst>
                          <a:ext uri="{FF2B5EF4-FFF2-40B4-BE49-F238E27FC236}">
                            <a16:creationId xmlns:a16="http://schemas.microsoft.com/office/drawing/2014/main" id="{9F4275D3-DB38-4A2E-BDCB-22AFD7283868}"/>
                          </a:ext>
                        </a:extLst>
                      </p:cNvPr>
                      <p:cNvPicPr>
                        <a:picLocks noChangeAspect="1" noChangeArrowheads="1"/>
                      </p:cNvPicPr>
                      <p:nvPr/>
                    </p:nvPicPr>
                    <p:blipFill>
                      <a:blip r:embed="rId9"/>
                      <a:srcRect/>
                      <a:stretch>
                        <a:fillRect/>
                      </a:stretch>
                    </p:blipFill>
                    <p:spPr bwMode="auto">
                      <a:xfrm>
                        <a:off x="1787619" y="5907406"/>
                        <a:ext cx="2237210" cy="3605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16201170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29524" y="205362"/>
            <a:ext cx="8229600" cy="1144347"/>
          </a:xfrm>
        </p:spPr>
        <p:txBody>
          <a:bodyPr anchor="ctr" anchorCtr="0"/>
          <a:lstStyle/>
          <a:p>
            <a:r>
              <a:rPr lang="en-US" noProof="0" dirty="0"/>
              <a:t>Chapter 4 – techniques of circuit analysis </a:t>
            </a:r>
            <a:r>
              <a:rPr lang="en-US" sz="2800" noProof="0" dirty="0"/>
              <a:t>(6 of 12)</a:t>
            </a:r>
            <a:endParaRPr lang="en-US" noProof="0" dirty="0"/>
          </a:p>
        </p:txBody>
      </p:sp>
      <p:sp>
        <p:nvSpPr>
          <p:cNvPr id="7" name="Content Placeholder 6">
            <a:extLst>
              <a:ext uri="{FF2B5EF4-FFF2-40B4-BE49-F238E27FC236}">
                <a16:creationId xmlns:a16="http://schemas.microsoft.com/office/drawing/2014/main" id="{820FA4CC-CF9B-0CF4-A205-E646AF0DC072}"/>
              </a:ext>
            </a:extLst>
          </p:cNvPr>
          <p:cNvSpPr>
            <a:spLocks noGrp="1"/>
          </p:cNvSpPr>
          <p:nvPr>
            <p:ph sz="quarter" idx="12"/>
          </p:nvPr>
        </p:nvSpPr>
        <p:spPr>
          <a:xfrm>
            <a:off x="429524" y="1534918"/>
            <a:ext cx="8229600" cy="344128"/>
          </a:xfrm>
        </p:spPr>
        <p:txBody>
          <a:bodyPr wrap="square" lIns="0" tIns="18000" rIns="0" bIns="18000" anchor="ctr" anchorCtr="0">
            <a:spAutoFit/>
          </a:bodyPr>
          <a:lstStyle/>
          <a:p>
            <a:pPr marL="0" indent="0">
              <a:spcBef>
                <a:spcPts val="600"/>
              </a:spcBef>
              <a:buNone/>
            </a:pPr>
            <a:r>
              <a:rPr lang="en-US" sz="2000" dirty="0"/>
              <a:t>Find the short-circuit current. Here we use current division, noting that</a:t>
            </a:r>
            <a:endParaRPr lang="en-US" sz="2000" noProof="0" dirty="0"/>
          </a:p>
        </p:txBody>
      </p:sp>
      <p:sp>
        <p:nvSpPr>
          <p:cNvPr id="8" name="Content Placeholder 7">
            <a:extLst>
              <a:ext uri="{FF2B5EF4-FFF2-40B4-BE49-F238E27FC236}">
                <a16:creationId xmlns:a16="http://schemas.microsoft.com/office/drawing/2014/main" id="{35A46DF3-C551-29A5-B0D9-C5F9659EC66C}"/>
              </a:ext>
            </a:extLst>
          </p:cNvPr>
          <p:cNvSpPr>
            <a:spLocks noGrp="1"/>
          </p:cNvSpPr>
          <p:nvPr>
            <p:ph sz="quarter" idx="13"/>
          </p:nvPr>
        </p:nvSpPr>
        <p:spPr>
          <a:xfrm>
            <a:off x="429525" y="1961824"/>
            <a:ext cx="4401268" cy="344128"/>
          </a:xfrm>
        </p:spPr>
        <p:txBody>
          <a:bodyPr wrap="square" lIns="0" tIns="18000" rIns="0" bIns="18000" anchor="ctr" anchorCtr="0">
            <a:spAutoFit/>
          </a:bodyPr>
          <a:lstStyle/>
          <a:p>
            <a:pPr marL="0" indent="0">
              <a:spcBef>
                <a:spcPts val="600"/>
              </a:spcBef>
              <a:buNone/>
            </a:pPr>
            <a:r>
              <a:rPr lang="en-US" sz="2000" dirty="0">
                <a:solidFill>
                  <a:schemeClr val="tx1"/>
                </a:solidFill>
              </a:rPr>
              <a:t>the short circuit effectively removes the </a:t>
            </a:r>
            <a:endParaRPr lang="en-US" sz="2000" noProof="0" dirty="0">
              <a:solidFill>
                <a:schemeClr val="tx1"/>
              </a:solidFill>
            </a:endParaRPr>
          </a:p>
        </p:txBody>
      </p:sp>
      <p:graphicFrame>
        <p:nvGraphicFramePr>
          <p:cNvPr id="2" name="Object 1" descr="12 Ohms.">
            <a:extLst>
              <a:ext uri="{FF2B5EF4-FFF2-40B4-BE49-F238E27FC236}">
                <a16:creationId xmlns:a16="http://schemas.microsoft.com/office/drawing/2014/main" id="{9DDECD19-B34C-4C1D-BA70-8AD41B54E5E7}"/>
              </a:ext>
            </a:extLst>
          </p:cNvPr>
          <p:cNvGraphicFramePr>
            <a:graphicFrameLocks noChangeAspect="1"/>
          </p:cNvGraphicFramePr>
          <p:nvPr>
            <p:extLst>
              <p:ext uri="{D42A27DB-BD31-4B8C-83A1-F6EECF244321}">
                <p14:modId xmlns:p14="http://schemas.microsoft.com/office/powerpoint/2010/main" val="2409053907"/>
              </p:ext>
            </p:extLst>
          </p:nvPr>
        </p:nvGraphicFramePr>
        <p:xfrm>
          <a:off x="4903692" y="2041528"/>
          <a:ext cx="467645" cy="258013"/>
        </p:xfrm>
        <a:graphic>
          <a:graphicData uri="http://schemas.openxmlformats.org/presentationml/2006/ole">
            <mc:AlternateContent xmlns:mc="http://schemas.openxmlformats.org/markup-compatibility/2006">
              <mc:Choice xmlns:v="urn:schemas-microsoft-com:vml" Requires="v">
                <p:oleObj name="Equation" r:id="rId3" imgW="368280" imgH="203040" progId="Equation.DSMT4">
                  <p:embed/>
                </p:oleObj>
              </mc:Choice>
              <mc:Fallback>
                <p:oleObj name="Equation" r:id="rId3" imgW="368280" imgH="203040" progId="Equation.DSMT4">
                  <p:embed/>
                  <p:pic>
                    <p:nvPicPr>
                      <p:cNvPr id="0" name=""/>
                      <p:cNvPicPr/>
                      <p:nvPr/>
                    </p:nvPicPr>
                    <p:blipFill>
                      <a:blip r:embed="rId4"/>
                      <a:stretch>
                        <a:fillRect/>
                      </a:stretch>
                    </p:blipFill>
                    <p:spPr>
                      <a:xfrm>
                        <a:off x="4903692" y="2041528"/>
                        <a:ext cx="467645" cy="258013"/>
                      </a:xfrm>
                      <a:prstGeom prst="rect">
                        <a:avLst/>
                      </a:prstGeom>
                    </p:spPr>
                  </p:pic>
                </p:oleObj>
              </mc:Fallback>
            </mc:AlternateContent>
          </a:graphicData>
        </a:graphic>
      </p:graphicFrame>
      <p:sp>
        <p:nvSpPr>
          <p:cNvPr id="9" name="Content Placeholder 8">
            <a:extLst>
              <a:ext uri="{FF2B5EF4-FFF2-40B4-BE49-F238E27FC236}">
                <a16:creationId xmlns:a16="http://schemas.microsoft.com/office/drawing/2014/main" id="{AE71D1E2-D191-5C75-DAF0-705986F2DAC9}"/>
              </a:ext>
            </a:extLst>
          </p:cNvPr>
          <p:cNvSpPr>
            <a:spLocks noGrp="1"/>
          </p:cNvSpPr>
          <p:nvPr>
            <p:ph sz="quarter" idx="14"/>
          </p:nvPr>
        </p:nvSpPr>
        <p:spPr>
          <a:xfrm>
            <a:off x="5484602" y="1992601"/>
            <a:ext cx="3174522" cy="344128"/>
          </a:xfrm>
        </p:spPr>
        <p:txBody>
          <a:bodyPr wrap="square" lIns="0" tIns="18000" rIns="0" bIns="18000" anchor="ctr" anchorCtr="0">
            <a:spAutoFit/>
          </a:bodyPr>
          <a:lstStyle/>
          <a:p>
            <a:pPr marL="0" indent="0">
              <a:spcBef>
                <a:spcPts val="600"/>
              </a:spcBef>
              <a:buNone/>
            </a:pPr>
            <a:r>
              <a:rPr lang="en-US" sz="2000" dirty="0">
                <a:solidFill>
                  <a:schemeClr val="tx1"/>
                </a:solidFill>
              </a:rPr>
              <a:t>resistor from the circuit:</a:t>
            </a:r>
          </a:p>
        </p:txBody>
      </p:sp>
      <p:pic>
        <p:nvPicPr>
          <p:cNvPr id="15" name="Picture 3" descr="A circuit diagram shows a 15 ampere independent current source with internal arrow pointing upwards as the leftmost wire in the circuit. Connected in parallel to the 15 ampere independent current source are the second and third wires from left. The second wire from left contains an 8 ohms resistor. The third wire from left contains a 12 ohms resistor. Four nodes are marked separately on the top and bottom wires where the second and third wires from left separately connect to the top and bottom wires in the circuit. A 2 ohms resistor is located in the top wire between the nodes formed by the second and third left wires on the top wire. A 10 ohms resistor is located in the bottom wire between the nodes formed by the second and third left wires on the bottom wire. The top and bottom nodes of the third wire from left are extended to the right and points a and b are available on the top and bottom extensions respectively. Points a and b are connected. Current i subscript sc flows clockwise in the part of the circuit formed between the top and bottom wires by the third wires from left and the wire connecting points a and b. ">
            <a:extLst>
              <a:ext uri="{FF2B5EF4-FFF2-40B4-BE49-F238E27FC236}">
                <a16:creationId xmlns:a16="http://schemas.microsoft.com/office/drawing/2014/main" id="{1CCBA4A4-CF05-43D6-BAC4-07E19D98876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22984" y="2485098"/>
            <a:ext cx="4257479" cy="15216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16" name="Object 2" descr="i subscript s c BaseLine equals Start Fraction 8 parallel to Open Parenthesis 2 plus 10 Close Parenthesis over 2 plus 10 End Fraction Open Parenthesis 15 Close Parenthesis equals 6 Amperes.">
            <a:extLst>
              <a:ext uri="{FF2B5EF4-FFF2-40B4-BE49-F238E27FC236}">
                <a16:creationId xmlns:a16="http://schemas.microsoft.com/office/drawing/2014/main" id="{F1A596A7-9117-4275-BE78-A8792D613831}"/>
              </a:ext>
            </a:extLst>
          </p:cNvPr>
          <p:cNvGraphicFramePr>
            <a:graphicFrameLocks noChangeAspect="1"/>
          </p:cNvGraphicFramePr>
          <p:nvPr>
            <p:extLst>
              <p:ext uri="{D42A27DB-BD31-4B8C-83A1-F6EECF244321}">
                <p14:modId xmlns:p14="http://schemas.microsoft.com/office/powerpoint/2010/main" val="1146044789"/>
              </p:ext>
            </p:extLst>
          </p:nvPr>
        </p:nvGraphicFramePr>
        <p:xfrm>
          <a:off x="5484602" y="2629701"/>
          <a:ext cx="2798762" cy="623887"/>
        </p:xfrm>
        <a:graphic>
          <a:graphicData uri="http://schemas.openxmlformats.org/presentationml/2006/ole">
            <mc:AlternateContent xmlns:mc="http://schemas.openxmlformats.org/markup-compatibility/2006">
              <mc:Choice xmlns:v="urn:schemas-microsoft-com:vml" Requires="v">
                <p:oleObj name="Equation" r:id="rId6" imgW="1765080" imgH="393480" progId="Equation.DSMT4">
                  <p:embed/>
                </p:oleObj>
              </mc:Choice>
              <mc:Fallback>
                <p:oleObj name="Equation" r:id="rId6" imgW="1765080" imgH="393480" progId="Equation.DSMT4">
                  <p:embed/>
                  <p:pic>
                    <p:nvPicPr>
                      <p:cNvPr id="7" name="Object 2"/>
                      <p:cNvPicPr>
                        <a:picLocks noChangeAspect="1" noChangeArrowheads="1"/>
                      </p:cNvPicPr>
                      <p:nvPr/>
                    </p:nvPicPr>
                    <p:blipFill>
                      <a:blip r:embed="rId7"/>
                      <a:srcRect/>
                      <a:stretch>
                        <a:fillRect/>
                      </a:stretch>
                    </p:blipFill>
                    <p:spPr bwMode="auto">
                      <a:xfrm>
                        <a:off x="5484602" y="2629701"/>
                        <a:ext cx="2798762" cy="6238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8" name="Object 2" descr="Therefore, R subscript T h BaseLine equals Start Fraction v subscript o c BaseLine over i subscript s c BaseLine End Fraction equals 45 divided by 6 equals 7.5 Ohms.">
            <a:extLst>
              <a:ext uri="{FF2B5EF4-FFF2-40B4-BE49-F238E27FC236}">
                <a16:creationId xmlns:a16="http://schemas.microsoft.com/office/drawing/2014/main" id="{A84695E9-6D0E-4162-BB9C-69536FD3985C}"/>
              </a:ext>
            </a:extLst>
          </p:cNvPr>
          <p:cNvGraphicFramePr>
            <a:graphicFrameLocks noChangeAspect="1"/>
          </p:cNvGraphicFramePr>
          <p:nvPr>
            <p:extLst>
              <p:ext uri="{D42A27DB-BD31-4B8C-83A1-F6EECF244321}">
                <p14:modId xmlns:p14="http://schemas.microsoft.com/office/powerpoint/2010/main" val="841388163"/>
              </p:ext>
            </p:extLst>
          </p:nvPr>
        </p:nvGraphicFramePr>
        <p:xfrm>
          <a:off x="5373476" y="3376529"/>
          <a:ext cx="3021013" cy="704850"/>
        </p:xfrm>
        <a:graphic>
          <a:graphicData uri="http://schemas.openxmlformats.org/presentationml/2006/ole">
            <mc:AlternateContent xmlns:mc="http://schemas.openxmlformats.org/markup-compatibility/2006">
              <mc:Choice xmlns:v="urn:schemas-microsoft-com:vml" Requires="v">
                <p:oleObj name="Equation" r:id="rId8" imgW="1904760" imgH="444240" progId="Equation.DSMT4">
                  <p:embed/>
                </p:oleObj>
              </mc:Choice>
              <mc:Fallback>
                <p:oleObj name="Equation" r:id="rId8" imgW="1904760" imgH="444240" progId="Equation.DSMT4">
                  <p:embed/>
                  <p:pic>
                    <p:nvPicPr>
                      <p:cNvPr id="16" name="Object 2">
                        <a:extLst>
                          <a:ext uri="{FF2B5EF4-FFF2-40B4-BE49-F238E27FC236}">
                            <a16:creationId xmlns:a16="http://schemas.microsoft.com/office/drawing/2014/main" id="{F1A596A7-9117-4275-BE78-A8792D613831}"/>
                          </a:ext>
                        </a:extLst>
                      </p:cNvPr>
                      <p:cNvPicPr>
                        <a:picLocks noChangeAspect="1" noChangeArrowheads="1"/>
                      </p:cNvPicPr>
                      <p:nvPr/>
                    </p:nvPicPr>
                    <p:blipFill>
                      <a:blip r:embed="rId9"/>
                      <a:srcRect/>
                      <a:stretch>
                        <a:fillRect/>
                      </a:stretch>
                    </p:blipFill>
                    <p:spPr bwMode="auto">
                      <a:xfrm>
                        <a:off x="5373476" y="3376529"/>
                        <a:ext cx="3021013" cy="7048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 name="Content Placeholder 9">
            <a:extLst>
              <a:ext uri="{FF2B5EF4-FFF2-40B4-BE49-F238E27FC236}">
                <a16:creationId xmlns:a16="http://schemas.microsoft.com/office/drawing/2014/main" id="{49421B9A-C9FF-E0C8-F993-51BCA03C7BDC}"/>
              </a:ext>
            </a:extLst>
          </p:cNvPr>
          <p:cNvSpPr>
            <a:spLocks noGrp="1"/>
          </p:cNvSpPr>
          <p:nvPr>
            <p:ph sz="quarter" idx="15"/>
          </p:nvPr>
        </p:nvSpPr>
        <p:spPr>
          <a:xfrm>
            <a:off x="429524" y="4209831"/>
            <a:ext cx="8246164" cy="344128"/>
          </a:xfrm>
        </p:spPr>
        <p:txBody>
          <a:bodyPr wrap="square" lIns="0" tIns="18000" rIns="0" bIns="18000" anchor="ctr" anchorCtr="0">
            <a:spAutoFit/>
          </a:bodyPr>
          <a:lstStyle/>
          <a:p>
            <a:pPr marL="0" indent="0">
              <a:spcBef>
                <a:spcPts val="600"/>
              </a:spcBef>
              <a:buNone/>
            </a:pPr>
            <a:r>
              <a:rPr lang="en-US" sz="2000" dirty="0">
                <a:solidFill>
                  <a:schemeClr val="tx1"/>
                </a:solidFill>
              </a:rPr>
              <a:t>The Thevenin equivalent for this original circuit is shown below:</a:t>
            </a:r>
          </a:p>
        </p:txBody>
      </p:sp>
      <p:pic>
        <p:nvPicPr>
          <p:cNvPr id="3" name="Picture 3" descr="A circuit diagram shows a 45 volt independent voltage source as the left wire in the circuit with positive polarity at the top end and negative at the bottom along with the calculation of 6 multiplied by 7.5 equaling 45 volts. The top wire contains a 7.5 ohms resistance. The top wire is extended rightwards and ends in point a. The bottom wire of the circuit is extended rightwards and ends in point b that is vertically below point a.">
            <a:extLst>
              <a:ext uri="{FF2B5EF4-FFF2-40B4-BE49-F238E27FC236}">
                <a16:creationId xmlns:a16="http://schemas.microsoft.com/office/drawing/2014/main" id="{B26D63B1-3118-75D4-001A-92867B108879}"/>
              </a:ext>
            </a:extLst>
          </p:cNvPr>
          <p:cNvPicPr>
            <a:picLocks noChangeAspect="1" noChangeArrowheads="1"/>
          </p:cNvPicPr>
          <p:nvPr/>
        </p:nvPicPr>
        <p:blipFill rotWithShape="1">
          <a:blip r:embed="rId10">
            <a:extLst>
              <a:ext uri="{28A0092B-C50C-407E-A947-70E740481C1C}">
                <a14:useLocalDpi xmlns:a14="http://schemas.microsoft.com/office/drawing/2010/main" val="0"/>
              </a:ext>
            </a:extLst>
          </a:blip>
          <a:srcRect b="8515"/>
          <a:stretch/>
        </p:blipFill>
        <p:spPr bwMode="auto">
          <a:xfrm>
            <a:off x="2859523" y="4804735"/>
            <a:ext cx="2388151" cy="1332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4789519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29524" y="205362"/>
            <a:ext cx="8229600" cy="1144347"/>
          </a:xfrm>
        </p:spPr>
        <p:txBody>
          <a:bodyPr anchor="ctr" anchorCtr="0"/>
          <a:lstStyle/>
          <a:p>
            <a:r>
              <a:rPr lang="en-US" noProof="0" dirty="0"/>
              <a:t>Chapter 4 – techniques of circuit analysis </a:t>
            </a:r>
            <a:r>
              <a:rPr lang="en-US" sz="2800" noProof="0" dirty="0"/>
              <a:t>(7 of 12)</a:t>
            </a:r>
            <a:endParaRPr lang="en-US" noProof="0" dirty="0"/>
          </a:p>
        </p:txBody>
      </p:sp>
      <p:sp>
        <p:nvSpPr>
          <p:cNvPr id="7" name="Content Placeholder 6">
            <a:extLst>
              <a:ext uri="{FF2B5EF4-FFF2-40B4-BE49-F238E27FC236}">
                <a16:creationId xmlns:a16="http://schemas.microsoft.com/office/drawing/2014/main" id="{820FA4CC-CF9B-0CF4-A205-E646AF0DC072}"/>
              </a:ext>
            </a:extLst>
          </p:cNvPr>
          <p:cNvSpPr>
            <a:spLocks noGrp="1"/>
          </p:cNvSpPr>
          <p:nvPr>
            <p:ph sz="quarter" idx="12"/>
          </p:nvPr>
        </p:nvSpPr>
        <p:spPr>
          <a:xfrm>
            <a:off x="429524" y="1495513"/>
            <a:ext cx="8229600" cy="1144347"/>
          </a:xfrm>
        </p:spPr>
        <p:txBody>
          <a:bodyPr wrap="square" lIns="0" tIns="18000" rIns="0" bIns="18000" anchor="ctr" anchorCtr="0">
            <a:spAutoFit/>
          </a:bodyPr>
          <a:lstStyle/>
          <a:p>
            <a:pPr marL="0" indent="0">
              <a:spcBef>
                <a:spcPts val="600"/>
              </a:spcBef>
              <a:buNone/>
            </a:pPr>
            <a:r>
              <a:rPr lang="en-US" sz="2400" dirty="0"/>
              <a:t>We could use an ohmmeter to measure the Thevenin resistance, so long as there are no dependent sources in the circuit and we remember to</a:t>
            </a:r>
          </a:p>
        </p:txBody>
      </p:sp>
      <p:pic>
        <p:nvPicPr>
          <p:cNvPr id="16" name="Picture 3" descr="A rectangular block shows a circuit diagram with an independent voltage source V subscript Th with positive polarity at the top and negative at the bottom. The top wire of the circuit houses resistor R subscript Th. The top wire extends outside the block and point a is located on it. The bottom wire extends outside the block and point b is located on it. ">
            <a:extLst>
              <a:ext uri="{FF2B5EF4-FFF2-40B4-BE49-F238E27FC236}">
                <a16:creationId xmlns:a16="http://schemas.microsoft.com/office/drawing/2014/main" id="{32EC7DF5-5D30-49D6-AF3A-ABA49BEA2FB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99054" y="2702256"/>
            <a:ext cx="2342717" cy="1817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5" name="Picture 3" descr="cross mark.">
            <a:extLst>
              <a:ext uri="{FF2B5EF4-FFF2-40B4-BE49-F238E27FC236}">
                <a16:creationId xmlns:a16="http://schemas.microsoft.com/office/drawing/2014/main" id="{DA918F86-D045-49BC-92F1-45E7AC6CE0F3}"/>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71807" y="4650541"/>
            <a:ext cx="282472" cy="25948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8" name="Content Placeholder 7">
            <a:extLst>
              <a:ext uri="{FF2B5EF4-FFF2-40B4-BE49-F238E27FC236}">
                <a16:creationId xmlns:a16="http://schemas.microsoft.com/office/drawing/2014/main" id="{35A46DF3-C551-29A5-B0D9-C5F9659EC66C}"/>
              </a:ext>
            </a:extLst>
          </p:cNvPr>
          <p:cNvSpPr>
            <a:spLocks noGrp="1"/>
          </p:cNvSpPr>
          <p:nvPr>
            <p:ph sz="quarter" idx="13"/>
          </p:nvPr>
        </p:nvSpPr>
        <p:spPr>
          <a:xfrm>
            <a:off x="1395680" y="4580870"/>
            <a:ext cx="4470281" cy="405683"/>
          </a:xfrm>
        </p:spPr>
        <p:txBody>
          <a:bodyPr wrap="square" lIns="0" tIns="18000" rIns="0" bIns="18000" anchor="ctr" anchorCtr="0">
            <a:spAutoFit/>
          </a:bodyPr>
          <a:lstStyle/>
          <a:p>
            <a:pPr marL="0" indent="0">
              <a:spcBef>
                <a:spcPts val="600"/>
              </a:spcBef>
              <a:buNone/>
            </a:pPr>
            <a:r>
              <a:rPr lang="en-US" sz="2400" noProof="0" dirty="0">
                <a:solidFill>
                  <a:srgbClr val="007FA3"/>
                </a:solidFill>
              </a:rPr>
              <a:t>A. </a:t>
            </a:r>
            <a:r>
              <a:rPr lang="en-US" sz="2400" dirty="0"/>
              <a:t>Create a short at the output</a:t>
            </a:r>
            <a:r>
              <a:rPr lang="en-US" sz="2400" noProof="0" dirty="0">
                <a:solidFill>
                  <a:srgbClr val="007FA3"/>
                </a:solidFill>
              </a:rPr>
              <a:t> </a:t>
            </a:r>
            <a:endParaRPr lang="en-US" sz="2400" dirty="0"/>
          </a:p>
        </p:txBody>
      </p:sp>
      <p:pic>
        <p:nvPicPr>
          <p:cNvPr id="77" name="Picture 4" descr=" cross mark.">
            <a:extLst>
              <a:ext uri="{FF2B5EF4-FFF2-40B4-BE49-F238E27FC236}">
                <a16:creationId xmlns:a16="http://schemas.microsoft.com/office/drawing/2014/main" id="{E3B2023B-C439-40A9-B627-831D613F8DEC}"/>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65690" y="5166005"/>
            <a:ext cx="282472" cy="25948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9" name="Content Placeholder 8">
            <a:extLst>
              <a:ext uri="{FF2B5EF4-FFF2-40B4-BE49-F238E27FC236}">
                <a16:creationId xmlns:a16="http://schemas.microsoft.com/office/drawing/2014/main" id="{AE71D1E2-D191-5C75-DAF0-705986F2DAC9}"/>
              </a:ext>
            </a:extLst>
          </p:cNvPr>
          <p:cNvSpPr>
            <a:spLocks noGrp="1"/>
          </p:cNvSpPr>
          <p:nvPr>
            <p:ph sz="quarter" idx="14"/>
          </p:nvPr>
        </p:nvSpPr>
        <p:spPr>
          <a:xfrm>
            <a:off x="1387054" y="5042203"/>
            <a:ext cx="5522703" cy="405683"/>
          </a:xfrm>
        </p:spPr>
        <p:txBody>
          <a:bodyPr wrap="square" lIns="0" tIns="18000" rIns="0" bIns="18000" anchor="ctr" anchorCtr="0">
            <a:spAutoFit/>
          </a:bodyPr>
          <a:lstStyle/>
          <a:p>
            <a:pPr marL="0" indent="0">
              <a:spcBef>
                <a:spcPts val="600"/>
              </a:spcBef>
              <a:buNone/>
            </a:pPr>
            <a:r>
              <a:rPr lang="en-US" sz="2400" noProof="0" dirty="0">
                <a:solidFill>
                  <a:srgbClr val="007FA3"/>
                </a:solidFill>
              </a:rPr>
              <a:t>B. </a:t>
            </a:r>
            <a:r>
              <a:rPr lang="en-US" sz="2400" dirty="0"/>
              <a:t>Place a load resistor at the output</a:t>
            </a:r>
          </a:p>
        </p:txBody>
      </p:sp>
      <p:pic>
        <p:nvPicPr>
          <p:cNvPr id="76" name="Picture 2" descr=" tick mark.">
            <a:extLst>
              <a:ext uri="{FF2B5EF4-FFF2-40B4-BE49-F238E27FC236}">
                <a16:creationId xmlns:a16="http://schemas.microsoft.com/office/drawing/2014/main" id="{A1E1C2B3-8651-41F9-8F89-9AE367AC2AF3}"/>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971807" y="5662913"/>
            <a:ext cx="280501" cy="24624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0" name="Content Placeholder 9">
            <a:extLst>
              <a:ext uri="{FF2B5EF4-FFF2-40B4-BE49-F238E27FC236}">
                <a16:creationId xmlns:a16="http://schemas.microsoft.com/office/drawing/2014/main" id="{49421B9A-C9FF-E0C8-F993-51BCA03C7BDC}"/>
              </a:ext>
            </a:extLst>
          </p:cNvPr>
          <p:cNvSpPr>
            <a:spLocks noGrp="1"/>
          </p:cNvSpPr>
          <p:nvPr>
            <p:ph sz="quarter" idx="15"/>
          </p:nvPr>
        </p:nvSpPr>
        <p:spPr>
          <a:xfrm>
            <a:off x="1395680" y="5547630"/>
            <a:ext cx="6361266" cy="405683"/>
          </a:xfrm>
        </p:spPr>
        <p:txBody>
          <a:bodyPr wrap="square" lIns="0" tIns="18000" rIns="0" bIns="18000" anchor="ctr" anchorCtr="0">
            <a:spAutoFit/>
          </a:bodyPr>
          <a:lstStyle/>
          <a:p>
            <a:pPr marL="0" indent="0">
              <a:spcBef>
                <a:spcPts val="600"/>
              </a:spcBef>
              <a:buNone/>
            </a:pPr>
            <a:r>
              <a:rPr lang="en-US" sz="2400" noProof="0" dirty="0">
                <a:solidFill>
                  <a:srgbClr val="007FA3"/>
                </a:solidFill>
              </a:rPr>
              <a:t>C. </a:t>
            </a:r>
            <a:r>
              <a:rPr lang="en-US" sz="2400" dirty="0"/>
              <a:t>“Kill” the source by setting its value to zero</a:t>
            </a:r>
          </a:p>
        </p:txBody>
      </p:sp>
      <p:pic>
        <p:nvPicPr>
          <p:cNvPr id="78" name="Picture 5" descr=" cross mark.">
            <a:extLst>
              <a:ext uri="{FF2B5EF4-FFF2-40B4-BE49-F238E27FC236}">
                <a16:creationId xmlns:a16="http://schemas.microsoft.com/office/drawing/2014/main" id="{4C546176-022E-41C9-81F4-700A94A5EBB8}"/>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65690" y="6084938"/>
            <a:ext cx="282472" cy="25948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1" name="Content Placeholder 10">
            <a:extLst>
              <a:ext uri="{FF2B5EF4-FFF2-40B4-BE49-F238E27FC236}">
                <a16:creationId xmlns:a16="http://schemas.microsoft.com/office/drawing/2014/main" id="{F2D073E9-9822-CBB6-5144-9C7134299EE5}"/>
              </a:ext>
            </a:extLst>
          </p:cNvPr>
          <p:cNvSpPr>
            <a:spLocks noGrp="1"/>
          </p:cNvSpPr>
          <p:nvPr>
            <p:ph sz="quarter" idx="16"/>
          </p:nvPr>
        </p:nvSpPr>
        <p:spPr>
          <a:xfrm>
            <a:off x="1395149" y="5997384"/>
            <a:ext cx="2917525" cy="405683"/>
          </a:xfrm>
        </p:spPr>
        <p:txBody>
          <a:bodyPr wrap="square" lIns="0" tIns="18000" rIns="0" bIns="18000" anchor="ctr" anchorCtr="0">
            <a:spAutoFit/>
          </a:bodyPr>
          <a:lstStyle/>
          <a:p>
            <a:pPr marL="0" indent="0">
              <a:spcBef>
                <a:spcPts val="600"/>
              </a:spcBef>
              <a:buNone/>
            </a:pPr>
            <a:r>
              <a:rPr lang="en-US" sz="2400" noProof="0" dirty="0">
                <a:solidFill>
                  <a:srgbClr val="007FA3"/>
                </a:solidFill>
              </a:rPr>
              <a:t>D. </a:t>
            </a:r>
            <a:r>
              <a:rPr lang="en-US" sz="2400" dirty="0"/>
              <a:t>All of the above</a:t>
            </a:r>
          </a:p>
        </p:txBody>
      </p:sp>
    </p:spTree>
    <p:extLst>
      <p:ext uri="{BB962C8B-B14F-4D97-AF65-F5344CB8AC3E}">
        <p14:creationId xmlns:p14="http://schemas.microsoft.com/office/powerpoint/2010/main" val="309510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29524" y="212338"/>
            <a:ext cx="8229600" cy="1144347"/>
          </a:xfrm>
        </p:spPr>
        <p:txBody>
          <a:bodyPr anchor="ctr" anchorCtr="0"/>
          <a:lstStyle/>
          <a:p>
            <a:r>
              <a:rPr lang="en-US" noProof="0" dirty="0"/>
              <a:t>Chapter 4 – techniques of circuit analysis </a:t>
            </a:r>
            <a:r>
              <a:rPr lang="en-US" sz="2800" noProof="0" dirty="0"/>
              <a:t>(8 of 12)</a:t>
            </a:r>
          </a:p>
        </p:txBody>
      </p:sp>
      <p:sp>
        <p:nvSpPr>
          <p:cNvPr id="7" name="Content Placeholder 6">
            <a:extLst>
              <a:ext uri="{FF2B5EF4-FFF2-40B4-BE49-F238E27FC236}">
                <a16:creationId xmlns:a16="http://schemas.microsoft.com/office/drawing/2014/main" id="{820FA4CC-CF9B-0CF4-A205-E646AF0DC072}"/>
              </a:ext>
            </a:extLst>
          </p:cNvPr>
          <p:cNvSpPr>
            <a:spLocks noGrp="1"/>
          </p:cNvSpPr>
          <p:nvPr>
            <p:ph sz="quarter" idx="12"/>
          </p:nvPr>
        </p:nvSpPr>
        <p:spPr>
          <a:xfrm>
            <a:off x="427726" y="1496419"/>
            <a:ext cx="8240024" cy="1221291"/>
          </a:xfrm>
        </p:spPr>
        <p:txBody>
          <a:bodyPr wrap="square" lIns="0" tIns="18000" rIns="0" bIns="18000" anchor="ctr" anchorCtr="0">
            <a:spAutoFit/>
          </a:bodyPr>
          <a:lstStyle/>
          <a:p>
            <a:pPr marL="342900" indent="-342900">
              <a:spcBef>
                <a:spcPts val="600"/>
              </a:spcBef>
            </a:pPr>
            <a:r>
              <a:rPr lang="en-US" sz="2400" dirty="0"/>
              <a:t>Thevenin and Norton equivalents</a:t>
            </a:r>
          </a:p>
          <a:p>
            <a:pPr marL="829818" lvl="1" indent="-342900"/>
            <a:r>
              <a:rPr lang="en-US" sz="2400" dirty="0"/>
              <a:t>Find the Thevenin resistance be killing the source and making series and parallel combinations of resistors.</a:t>
            </a:r>
          </a:p>
        </p:txBody>
      </p:sp>
      <p:pic>
        <p:nvPicPr>
          <p:cNvPr id="10" name="Picture 2" descr="A circuit diagram shows a 15 ampere independent current source with internal arrow pointing upwards as the leftmost wire in the circuit. Connected in parallel to the 15 ampere independent current source are the second and third wires from left. The second wire from left contains an 8 ohms resistor. The third wire from left contains a 12 ohms resistor. Four nodes are marked separately on the top and bottom wires where the second and third wires from left separately connect to the top and bottom wires in the circuit. A 2 ohms resistor is located in the top wire between the nodes formed by the second and third left wires on the top wire. A 10 ohms resistor is located in the bottom wire between the nodes formed by the second and third left wires on the bottom wire. The top and bottom nodes of the third wire from left are extended to the right and points a and b are available on the top and bottom extensions respectively. ">
            <a:extLst>
              <a:ext uri="{FF2B5EF4-FFF2-40B4-BE49-F238E27FC236}">
                <a16:creationId xmlns:a16="http://schemas.microsoft.com/office/drawing/2014/main" id="{6183EE01-D135-422E-9448-9ACE6402C98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47769" y="2848431"/>
            <a:ext cx="4593110" cy="16095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Picture 5" descr="A circuit diagram shows a discontinuity in the leftmost wire in the circuit. Connected in parallel to the 15 ampere independent current source are the second and third wires from left. The second wire from left contains an 8 ohms resistor. The third wire from left contains a 12 ohms resistor. Four nodes are marked separately on the top and bottom wires where the second and third wires from left separately connect to the top and bottom wires in the circuit. A 2 ohms resistor is located in the top wire between the nodes formed by the second and third left wires on the top wire. A 10 ohms resistor is located in the bottom wire between the nodes formed by the second and third left wires on the bottom wire. The top and bottom nodes of the third wire from left are extended to the right and points a and b are available on the top and bottom extensions respectively. A leftward pointing arrow symbol is shown between points a and b. ">
            <a:extLst>
              <a:ext uri="{FF2B5EF4-FFF2-40B4-BE49-F238E27FC236}">
                <a16:creationId xmlns:a16="http://schemas.microsoft.com/office/drawing/2014/main" id="{D5C57771-1F05-45C2-9036-735D55BE095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3362" y="4579880"/>
            <a:ext cx="3569862" cy="16728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12" name="Object 6" descr="R subscript T h BaseLine equals 12 parallel to Open Parenthesis 2 plus 8 plus 10 Close Parenthesis.">
            <a:extLst>
              <a:ext uri="{FF2B5EF4-FFF2-40B4-BE49-F238E27FC236}">
                <a16:creationId xmlns:a16="http://schemas.microsoft.com/office/drawing/2014/main" id="{9129AB4A-9B5A-45ED-81AC-88A1E93C8A66}"/>
              </a:ext>
            </a:extLst>
          </p:cNvPr>
          <p:cNvGraphicFramePr>
            <a:graphicFrameLocks noChangeAspect="1"/>
          </p:cNvGraphicFramePr>
          <p:nvPr>
            <p:extLst>
              <p:ext uri="{D42A27DB-BD31-4B8C-83A1-F6EECF244321}">
                <p14:modId xmlns:p14="http://schemas.microsoft.com/office/powerpoint/2010/main" val="824981491"/>
              </p:ext>
            </p:extLst>
          </p:nvPr>
        </p:nvGraphicFramePr>
        <p:xfrm>
          <a:off x="5206312" y="4939306"/>
          <a:ext cx="2646362" cy="422275"/>
        </p:xfrm>
        <a:graphic>
          <a:graphicData uri="http://schemas.openxmlformats.org/presentationml/2006/ole">
            <mc:AlternateContent xmlns:mc="http://schemas.openxmlformats.org/markup-compatibility/2006">
              <mc:Choice xmlns:v="urn:schemas-microsoft-com:vml" Requires="v">
                <p:oleObj name="Equation" r:id="rId5" imgW="1434960" imgH="228600" progId="Equation.DSMT4">
                  <p:embed/>
                </p:oleObj>
              </mc:Choice>
              <mc:Fallback>
                <p:oleObj name="Equation" r:id="rId5" imgW="1434960" imgH="228600" progId="Equation.DSMT4">
                  <p:embed/>
                  <p:pic>
                    <p:nvPicPr>
                      <p:cNvPr id="10" name="Object 6"/>
                      <p:cNvPicPr>
                        <a:picLocks noChangeAspect="1" noChangeArrowheads="1"/>
                      </p:cNvPicPr>
                      <p:nvPr/>
                    </p:nvPicPr>
                    <p:blipFill>
                      <a:blip r:embed="rId6"/>
                      <a:srcRect/>
                      <a:stretch>
                        <a:fillRect/>
                      </a:stretch>
                    </p:blipFill>
                    <p:spPr bwMode="auto">
                      <a:xfrm>
                        <a:off x="5206312" y="4939306"/>
                        <a:ext cx="2646362" cy="422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 name="Object 6" descr="equals 12 parallel to 20 equals 7.5 Ohms.">
            <a:extLst>
              <a:ext uri="{FF2B5EF4-FFF2-40B4-BE49-F238E27FC236}">
                <a16:creationId xmlns:a16="http://schemas.microsoft.com/office/drawing/2014/main" id="{0EE544A3-9B10-4771-9ED7-DADDD7D7B432}"/>
              </a:ext>
            </a:extLst>
          </p:cNvPr>
          <p:cNvGraphicFramePr>
            <a:graphicFrameLocks noChangeAspect="1"/>
          </p:cNvGraphicFramePr>
          <p:nvPr>
            <p:extLst>
              <p:ext uri="{D42A27DB-BD31-4B8C-83A1-F6EECF244321}">
                <p14:modId xmlns:p14="http://schemas.microsoft.com/office/powerpoint/2010/main" val="1393892291"/>
              </p:ext>
            </p:extLst>
          </p:nvPr>
        </p:nvGraphicFramePr>
        <p:xfrm>
          <a:off x="5131936" y="5523707"/>
          <a:ext cx="2670175" cy="398462"/>
        </p:xfrm>
        <a:graphic>
          <a:graphicData uri="http://schemas.openxmlformats.org/presentationml/2006/ole">
            <mc:AlternateContent xmlns:mc="http://schemas.openxmlformats.org/markup-compatibility/2006">
              <mc:Choice xmlns:v="urn:schemas-microsoft-com:vml" Requires="v">
                <p:oleObj name="Equation" r:id="rId7" imgW="1447560" imgH="215640" progId="Equation.DSMT4">
                  <p:embed/>
                </p:oleObj>
              </mc:Choice>
              <mc:Fallback>
                <p:oleObj name="Equation" r:id="rId7" imgW="1447560" imgH="215640" progId="Equation.DSMT4">
                  <p:embed/>
                  <p:pic>
                    <p:nvPicPr>
                      <p:cNvPr id="12" name="Object 6">
                        <a:extLst>
                          <a:ext uri="{FF2B5EF4-FFF2-40B4-BE49-F238E27FC236}">
                            <a16:creationId xmlns:a16="http://schemas.microsoft.com/office/drawing/2014/main" id="{9129AB4A-9B5A-45ED-81AC-88A1E93C8A66}"/>
                          </a:ext>
                        </a:extLst>
                      </p:cNvPr>
                      <p:cNvPicPr>
                        <a:picLocks noChangeAspect="1" noChangeArrowheads="1"/>
                      </p:cNvPicPr>
                      <p:nvPr/>
                    </p:nvPicPr>
                    <p:blipFill>
                      <a:blip r:embed="rId8"/>
                      <a:srcRect/>
                      <a:stretch>
                        <a:fillRect/>
                      </a:stretch>
                    </p:blipFill>
                    <p:spPr bwMode="auto">
                      <a:xfrm>
                        <a:off x="5131936" y="5523707"/>
                        <a:ext cx="2670175" cy="3984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11832043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29524" y="205362"/>
            <a:ext cx="8229600" cy="1144347"/>
          </a:xfrm>
        </p:spPr>
        <p:txBody>
          <a:bodyPr anchor="ctr" anchorCtr="0"/>
          <a:lstStyle/>
          <a:p>
            <a:r>
              <a:rPr lang="en-US" noProof="0" dirty="0"/>
              <a:t>Chapter 4 – techniques of circuit analysis </a:t>
            </a:r>
            <a:r>
              <a:rPr lang="en-US" sz="2800" noProof="0" dirty="0"/>
              <a:t>(9 of 12)</a:t>
            </a:r>
            <a:endParaRPr lang="en-US" noProof="0" dirty="0"/>
          </a:p>
        </p:txBody>
      </p:sp>
      <p:sp>
        <p:nvSpPr>
          <p:cNvPr id="7" name="Content Placeholder 6">
            <a:extLst>
              <a:ext uri="{FF2B5EF4-FFF2-40B4-BE49-F238E27FC236}">
                <a16:creationId xmlns:a16="http://schemas.microsoft.com/office/drawing/2014/main" id="{820FA4CC-CF9B-0CF4-A205-E646AF0DC072}"/>
              </a:ext>
            </a:extLst>
          </p:cNvPr>
          <p:cNvSpPr>
            <a:spLocks noGrp="1"/>
          </p:cNvSpPr>
          <p:nvPr>
            <p:ph sz="quarter" idx="12"/>
          </p:nvPr>
        </p:nvSpPr>
        <p:spPr>
          <a:xfrm>
            <a:off x="429524" y="1535111"/>
            <a:ext cx="8229600" cy="1344402"/>
          </a:xfrm>
        </p:spPr>
        <p:txBody>
          <a:bodyPr wrap="square" lIns="0" tIns="18000" rIns="0" bIns="18000" anchor="ctr" anchorCtr="0">
            <a:spAutoFit/>
          </a:bodyPr>
          <a:lstStyle/>
          <a:p>
            <a:pPr marL="342900" indent="-342900">
              <a:spcBef>
                <a:spcPts val="600"/>
              </a:spcBef>
            </a:pPr>
            <a:r>
              <a:rPr lang="en-US" sz="2000" dirty="0"/>
              <a:t>Thevenin and Norton equivalents</a:t>
            </a:r>
          </a:p>
          <a:p>
            <a:pPr marL="829818" lvl="1" indent="-342900"/>
            <a:r>
              <a:rPr lang="en-US" sz="2000" dirty="0"/>
              <a:t>An alternative approach – find the Thevenin equivalent of the circuit to the left of the terminals </a:t>
            </a:r>
            <a:r>
              <a:rPr lang="en-US" sz="2000" dirty="0" err="1"/>
              <a:t>a,b</a:t>
            </a:r>
            <a:r>
              <a:rPr lang="en-US" sz="2000" dirty="0"/>
              <a:t> using a series of source transformations.</a:t>
            </a:r>
          </a:p>
        </p:txBody>
      </p:sp>
      <p:pic>
        <p:nvPicPr>
          <p:cNvPr id="17" name="Picture 2" descr="A circuit diagram shows a 15 ampere independent current source with internal arrow pointing upwards as the leftmost wire in the circuit. Connected in parallel to the 15 ampere independent current source are the second and third wires from left. The second wire from left contains an 8 ohms resistor. The third wire from left contains a 12 ohms resistor. Four nodes are marked separately on the top and bottom wires where the second and third wires from left separately connect to the top and bottom wires in the circuit. A 2 ohms resistor is located in the top wire between the nodes formed by the second and third left wires on the top wire. A 10 ohms resistor is located in the bottom wire between the nodes formed by the second and third left wires on the bottom wire. The top and bottom nodes of the third wire from left are extended to the right and points a and b are available on the top and bottom extensions respectively. ">
            <a:extLst>
              <a:ext uri="{FF2B5EF4-FFF2-40B4-BE49-F238E27FC236}">
                <a16:creationId xmlns:a16="http://schemas.microsoft.com/office/drawing/2014/main" id="{52CF044A-E32D-447B-A800-B3658F8BBA2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81220" y="2991656"/>
            <a:ext cx="3581560" cy="1255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Content Placeholder 7">
            <a:extLst>
              <a:ext uri="{FF2B5EF4-FFF2-40B4-BE49-F238E27FC236}">
                <a16:creationId xmlns:a16="http://schemas.microsoft.com/office/drawing/2014/main" id="{35A46DF3-C551-29A5-B0D9-C5F9659EC66C}"/>
              </a:ext>
            </a:extLst>
          </p:cNvPr>
          <p:cNvSpPr>
            <a:spLocks noGrp="1"/>
          </p:cNvSpPr>
          <p:nvPr>
            <p:ph sz="quarter" idx="13"/>
          </p:nvPr>
        </p:nvSpPr>
        <p:spPr>
          <a:xfrm>
            <a:off x="427726" y="4489363"/>
            <a:ext cx="1174988" cy="344128"/>
          </a:xfrm>
        </p:spPr>
        <p:txBody>
          <a:bodyPr wrap="square" lIns="0" tIns="18000" rIns="0" bIns="18000" anchor="ctr" anchorCtr="0">
            <a:spAutoFit/>
          </a:bodyPr>
          <a:lstStyle/>
          <a:p>
            <a:pPr marL="0" indent="0">
              <a:spcBef>
                <a:spcPts val="600"/>
              </a:spcBef>
              <a:buNone/>
            </a:pPr>
            <a:r>
              <a:rPr lang="en-US" sz="2000" dirty="0">
                <a:solidFill>
                  <a:schemeClr val="tx1"/>
                </a:solidFill>
              </a:rPr>
              <a:t>First step:</a:t>
            </a:r>
          </a:p>
        </p:txBody>
      </p:sp>
      <p:pic>
        <p:nvPicPr>
          <p:cNvPr id="20" name="Picture 5" descr="A circuit diagram shows a 120 volt independent voltage source with positive polarity at the top and negative at the bottom as the leftmost wire in the circuit, along with the calculation of 15 multiplied by 8 equaling 120 volts. Connected in parallel to the 120 volt independent voltage source is the right wire in the circuit containing a 12 ohms resistor. Two nodes are marked separately on the top and bottom wires where the right wire separately connects to the top and bottom wires in the circuit. An 8 ohms and 2 ohms resistor are in series and located in the top wire between the left and right wires. A 10 ohms resistor is located in the bottom wire between the left and right wires. Below this 10 ohms resistor, a calculation of 2 plus 8 plus ten equals 20 ohms is mentioned. The top and bottom nodes of the right wire are extended to the right and points a and b are available on the top and bottom extensions respectively. ">
            <a:extLst>
              <a:ext uri="{FF2B5EF4-FFF2-40B4-BE49-F238E27FC236}">
                <a16:creationId xmlns:a16="http://schemas.microsoft.com/office/drawing/2014/main" id="{B8F9151E-DB22-4841-89FE-2F6DD5CBBBA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54580" y="4775289"/>
            <a:ext cx="3435880" cy="1499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6007836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29524" y="205362"/>
            <a:ext cx="8229600" cy="1144347"/>
          </a:xfrm>
        </p:spPr>
        <p:txBody>
          <a:bodyPr anchor="ctr" anchorCtr="0"/>
          <a:lstStyle/>
          <a:p>
            <a:r>
              <a:rPr lang="en-US" noProof="0" dirty="0"/>
              <a:t>Chapter 4 – techniques of circuit analysis </a:t>
            </a:r>
            <a:r>
              <a:rPr lang="en-US" sz="2800" noProof="0" dirty="0"/>
              <a:t>(10 of 12)</a:t>
            </a:r>
            <a:endParaRPr lang="en-US" noProof="0" dirty="0"/>
          </a:p>
        </p:txBody>
      </p:sp>
      <p:sp>
        <p:nvSpPr>
          <p:cNvPr id="7" name="Content Placeholder 6">
            <a:extLst>
              <a:ext uri="{FF2B5EF4-FFF2-40B4-BE49-F238E27FC236}">
                <a16:creationId xmlns:a16="http://schemas.microsoft.com/office/drawing/2014/main" id="{820FA4CC-CF9B-0CF4-A205-E646AF0DC072}"/>
              </a:ext>
            </a:extLst>
          </p:cNvPr>
          <p:cNvSpPr>
            <a:spLocks noGrp="1"/>
          </p:cNvSpPr>
          <p:nvPr>
            <p:ph sz="quarter" idx="12"/>
          </p:nvPr>
        </p:nvSpPr>
        <p:spPr>
          <a:xfrm>
            <a:off x="429524" y="1535111"/>
            <a:ext cx="8229600" cy="1344402"/>
          </a:xfrm>
        </p:spPr>
        <p:txBody>
          <a:bodyPr wrap="square" lIns="0" tIns="18000" rIns="0" bIns="18000" anchor="ctr" anchorCtr="0">
            <a:spAutoFit/>
          </a:bodyPr>
          <a:lstStyle/>
          <a:p>
            <a:pPr marL="342900" indent="-342900">
              <a:spcBef>
                <a:spcPts val="600"/>
              </a:spcBef>
            </a:pPr>
            <a:r>
              <a:rPr lang="en-US" sz="2000" dirty="0"/>
              <a:t>Thevenin and Norton equivalents</a:t>
            </a:r>
          </a:p>
          <a:p>
            <a:pPr marL="829818" lvl="1" indent="-342900"/>
            <a:r>
              <a:rPr lang="en-US" sz="2000" dirty="0"/>
              <a:t>An alternative approach – find the Thevenin equivalent of the circuit to the left of the terminals </a:t>
            </a:r>
            <a:r>
              <a:rPr lang="en-US" sz="2000" dirty="0" err="1"/>
              <a:t>a,b</a:t>
            </a:r>
            <a:r>
              <a:rPr lang="en-US" sz="2000" dirty="0"/>
              <a:t> using a series of source transformations (continued).</a:t>
            </a:r>
          </a:p>
        </p:txBody>
      </p:sp>
      <p:sp>
        <p:nvSpPr>
          <p:cNvPr id="8" name="Content Placeholder 7">
            <a:extLst>
              <a:ext uri="{FF2B5EF4-FFF2-40B4-BE49-F238E27FC236}">
                <a16:creationId xmlns:a16="http://schemas.microsoft.com/office/drawing/2014/main" id="{35A46DF3-C551-29A5-B0D9-C5F9659EC66C}"/>
              </a:ext>
            </a:extLst>
          </p:cNvPr>
          <p:cNvSpPr>
            <a:spLocks noGrp="1"/>
          </p:cNvSpPr>
          <p:nvPr>
            <p:ph sz="quarter" idx="13"/>
          </p:nvPr>
        </p:nvSpPr>
        <p:spPr>
          <a:xfrm>
            <a:off x="429525" y="2996994"/>
            <a:ext cx="1545924" cy="344128"/>
          </a:xfrm>
        </p:spPr>
        <p:txBody>
          <a:bodyPr wrap="square" lIns="0" tIns="18000" rIns="0" bIns="18000" anchor="ctr" anchorCtr="0">
            <a:spAutoFit/>
          </a:bodyPr>
          <a:lstStyle/>
          <a:p>
            <a:pPr marL="0" indent="0">
              <a:spcBef>
                <a:spcPts val="600"/>
              </a:spcBef>
              <a:buNone/>
            </a:pPr>
            <a:r>
              <a:rPr lang="en-US" sz="2000" dirty="0">
                <a:solidFill>
                  <a:schemeClr val="tx1"/>
                </a:solidFill>
              </a:rPr>
              <a:t>Second step:</a:t>
            </a:r>
          </a:p>
        </p:txBody>
      </p:sp>
      <p:pic>
        <p:nvPicPr>
          <p:cNvPr id="14" name="Picture 2" descr="A circuit diagram shows a 6 ampere independent current source with the internal arrow pointing upwards as the leftmost wire in the circuit, along with the calculation of 120 divided by 20 equaling 6 amperes. Connected in parallel to the 6 ampere independent current source are the second wire from left and the right wire. The second wire from left contains a 12 ohms resistor. The right wire in the circuit contains a 12 ohms resistor. Four nodes are marked separately on the top and bottom wires where the second wire from left and the right wire separately connect to the top and bottom wires in the circuit. The top and bottom nodes of the right wire are extended to the right and points a and b are available on the top and bottom extensions respectively. A calculation of 20 ohms in parallel with 12 ohms equaling 7.5 ohms is mentioned below the bottom wire of the circuit. ">
            <a:extLst>
              <a:ext uri="{FF2B5EF4-FFF2-40B4-BE49-F238E27FC236}">
                <a16:creationId xmlns:a16="http://schemas.microsoft.com/office/drawing/2014/main" id="{2F407872-FBBF-42DB-A0D1-53B4A50540A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92828" y="3220832"/>
            <a:ext cx="3361753" cy="13632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Content Placeholder 8">
            <a:extLst>
              <a:ext uri="{FF2B5EF4-FFF2-40B4-BE49-F238E27FC236}">
                <a16:creationId xmlns:a16="http://schemas.microsoft.com/office/drawing/2014/main" id="{AE71D1E2-D191-5C75-DAF0-705986F2DAC9}"/>
              </a:ext>
            </a:extLst>
          </p:cNvPr>
          <p:cNvSpPr>
            <a:spLocks noGrp="1"/>
          </p:cNvSpPr>
          <p:nvPr>
            <p:ph sz="quarter" idx="14"/>
          </p:nvPr>
        </p:nvSpPr>
        <p:spPr>
          <a:xfrm>
            <a:off x="427726" y="4804809"/>
            <a:ext cx="1235375" cy="344128"/>
          </a:xfrm>
        </p:spPr>
        <p:txBody>
          <a:bodyPr wrap="square" lIns="0" tIns="18000" rIns="0" bIns="18000" anchor="ctr" anchorCtr="0">
            <a:spAutoFit/>
          </a:bodyPr>
          <a:lstStyle/>
          <a:p>
            <a:pPr marL="0" indent="0">
              <a:spcBef>
                <a:spcPts val="600"/>
              </a:spcBef>
              <a:buNone/>
            </a:pPr>
            <a:r>
              <a:rPr lang="en-US" sz="2000" dirty="0">
                <a:solidFill>
                  <a:schemeClr val="tx1"/>
                </a:solidFill>
              </a:rPr>
              <a:t>Third step:</a:t>
            </a:r>
          </a:p>
        </p:txBody>
      </p:sp>
      <p:pic>
        <p:nvPicPr>
          <p:cNvPr id="17" name="Picture 3" descr="A circuit diagram shows a 45 volt independent voltage source as the left wire in the circuit with positive polarity at the top end and negative at the bottom along with the calculation of 6 multiplied by 7.5 equaling 45 volts. The top wire contains a 7.5 ohms resistance. The top wire is extended rightwards and ends in point a. The bottom wire of the circuit is extended rightwards and ends in point b that is vertically below point a.">
            <a:extLst>
              <a:ext uri="{FF2B5EF4-FFF2-40B4-BE49-F238E27FC236}">
                <a16:creationId xmlns:a16="http://schemas.microsoft.com/office/drawing/2014/main" id="{F385AEBA-3662-4C8D-980A-909279DF7E7D}"/>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b="8515"/>
          <a:stretch/>
        </p:blipFill>
        <p:spPr bwMode="auto">
          <a:xfrm>
            <a:off x="3374472" y="5025618"/>
            <a:ext cx="2388151" cy="1332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41506397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29524" y="205362"/>
            <a:ext cx="8229600" cy="1144347"/>
          </a:xfrm>
        </p:spPr>
        <p:txBody>
          <a:bodyPr anchor="ctr" anchorCtr="0"/>
          <a:lstStyle/>
          <a:p>
            <a:r>
              <a:rPr lang="en-US" noProof="0" dirty="0"/>
              <a:t>Chapter 4 – techniques of circuit analysis </a:t>
            </a:r>
            <a:r>
              <a:rPr lang="en-US" sz="2800" noProof="0" dirty="0"/>
              <a:t>(11 of 12)</a:t>
            </a:r>
            <a:endParaRPr lang="en-US" noProof="0" dirty="0"/>
          </a:p>
        </p:txBody>
      </p:sp>
      <p:sp>
        <p:nvSpPr>
          <p:cNvPr id="7" name="Content Placeholder 6">
            <a:extLst>
              <a:ext uri="{FF2B5EF4-FFF2-40B4-BE49-F238E27FC236}">
                <a16:creationId xmlns:a16="http://schemas.microsoft.com/office/drawing/2014/main" id="{820FA4CC-CF9B-0CF4-A205-E646AF0DC072}"/>
              </a:ext>
            </a:extLst>
          </p:cNvPr>
          <p:cNvSpPr>
            <a:spLocks noGrp="1"/>
          </p:cNvSpPr>
          <p:nvPr>
            <p:ph sz="quarter" idx="12"/>
          </p:nvPr>
        </p:nvSpPr>
        <p:spPr>
          <a:xfrm>
            <a:off x="429524" y="1499027"/>
            <a:ext cx="8229600" cy="775015"/>
          </a:xfrm>
        </p:spPr>
        <p:txBody>
          <a:bodyPr wrap="square" lIns="0" tIns="18000" rIns="0" bIns="18000" anchor="ctr" anchorCtr="0">
            <a:spAutoFit/>
          </a:bodyPr>
          <a:lstStyle/>
          <a:p>
            <a:pPr marL="0" indent="0">
              <a:spcBef>
                <a:spcPts val="600"/>
              </a:spcBef>
              <a:buNone/>
            </a:pPr>
            <a:r>
              <a:rPr lang="en-US" sz="2400" dirty="0"/>
              <a:t>The Norton equivalent is just the source-transform of the Thevenin equivalent. Therefore,</a:t>
            </a:r>
          </a:p>
        </p:txBody>
      </p:sp>
      <p:pic>
        <p:nvPicPr>
          <p:cNvPr id="16" name="Picture 3" descr="A rectangular block shows a circuit diagram with an independent voltage source V subscript Th with positive polarity at the top and negative at the bottom. The top wire of the circuit houses resistor R subscript Th. The top wire extends outside the block and point a is located on it. The bottom wire extends outside the block and point b is located on it.">
            <a:extLst>
              <a:ext uri="{FF2B5EF4-FFF2-40B4-BE49-F238E27FC236}">
                <a16:creationId xmlns:a16="http://schemas.microsoft.com/office/drawing/2014/main" id="{6CDCCC9C-FC11-47F3-9202-9DE521AACAD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74930" y="2414768"/>
            <a:ext cx="2342717" cy="1817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20" name="Object 19" descr="Bidirectional arrow.">
            <a:extLst>
              <a:ext uri="{FF2B5EF4-FFF2-40B4-BE49-F238E27FC236}">
                <a16:creationId xmlns:a16="http://schemas.microsoft.com/office/drawing/2014/main" id="{18572958-9409-4482-BC7E-4FDD1296DE51}"/>
              </a:ext>
            </a:extLst>
          </p:cNvPr>
          <p:cNvGraphicFramePr>
            <a:graphicFrameLocks noChangeAspect="1"/>
          </p:cNvGraphicFramePr>
          <p:nvPr>
            <p:extLst>
              <p:ext uri="{D42A27DB-BD31-4B8C-83A1-F6EECF244321}">
                <p14:modId xmlns:p14="http://schemas.microsoft.com/office/powerpoint/2010/main" val="3825141692"/>
              </p:ext>
            </p:extLst>
          </p:nvPr>
        </p:nvGraphicFramePr>
        <p:xfrm>
          <a:off x="4318888" y="3116688"/>
          <a:ext cx="450662" cy="319824"/>
        </p:xfrm>
        <a:graphic>
          <a:graphicData uri="http://schemas.openxmlformats.org/presentationml/2006/ole">
            <mc:AlternateContent xmlns:mc="http://schemas.openxmlformats.org/markup-compatibility/2006">
              <mc:Choice xmlns:v="urn:schemas-microsoft-com:vml" Requires="v">
                <p:oleObj name="Equation" r:id="rId4" imgW="215640" imgH="152280" progId="Equation.DSMT4">
                  <p:embed/>
                </p:oleObj>
              </mc:Choice>
              <mc:Fallback>
                <p:oleObj name="Equation" r:id="rId4" imgW="215640" imgH="152280" progId="Equation.DSMT4">
                  <p:embed/>
                  <p:pic>
                    <p:nvPicPr>
                      <p:cNvPr id="2" name="Object 1">
                        <a:extLst>
                          <a:ext uri="{FF2B5EF4-FFF2-40B4-BE49-F238E27FC236}">
                            <a16:creationId xmlns:a16="http://schemas.microsoft.com/office/drawing/2014/main" id="{B1B39F61-53C5-408B-B93F-6160CBF50DFA}"/>
                          </a:ext>
                        </a:extLst>
                      </p:cNvPr>
                      <p:cNvPicPr/>
                      <p:nvPr/>
                    </p:nvPicPr>
                    <p:blipFill>
                      <a:blip r:embed="rId5"/>
                      <a:stretch>
                        <a:fillRect/>
                      </a:stretch>
                    </p:blipFill>
                    <p:spPr>
                      <a:xfrm>
                        <a:off x="4318888" y="3116688"/>
                        <a:ext cx="450662" cy="319824"/>
                      </a:xfrm>
                      <a:prstGeom prst="rect">
                        <a:avLst/>
                      </a:prstGeom>
                    </p:spPr>
                  </p:pic>
                </p:oleObj>
              </mc:Fallback>
            </mc:AlternateContent>
          </a:graphicData>
        </a:graphic>
      </p:graphicFrame>
      <p:pic>
        <p:nvPicPr>
          <p:cNvPr id="17" name="Picture 2" descr="A circuit diagram inside a block shows independent current source I subscript N as the leftmost wire in the circuit. Connected in parallel to the independent current source I subscript N is resistor R subscript Th. The top and bottom wires are extended to the right beyond the points where the wire housing the resistor R subscript Th and points a and b are respectively available on these top and bottom extensions outside the block. ">
            <a:extLst>
              <a:ext uri="{FF2B5EF4-FFF2-40B4-BE49-F238E27FC236}">
                <a16:creationId xmlns:a16="http://schemas.microsoft.com/office/drawing/2014/main" id="{56741DC9-A79E-416A-A20E-A2ED8F7B7A6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478793" y="2334462"/>
            <a:ext cx="2767938" cy="18884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Content Placeholder 7">
            <a:extLst>
              <a:ext uri="{FF2B5EF4-FFF2-40B4-BE49-F238E27FC236}">
                <a16:creationId xmlns:a16="http://schemas.microsoft.com/office/drawing/2014/main" id="{35A46DF3-C551-29A5-B0D9-C5F9659EC66C}"/>
              </a:ext>
            </a:extLst>
          </p:cNvPr>
          <p:cNvSpPr>
            <a:spLocks noGrp="1"/>
          </p:cNvSpPr>
          <p:nvPr>
            <p:ph sz="quarter" idx="13"/>
          </p:nvPr>
        </p:nvSpPr>
        <p:spPr>
          <a:xfrm>
            <a:off x="1395681" y="4503236"/>
            <a:ext cx="312349" cy="405683"/>
          </a:xfrm>
        </p:spPr>
        <p:txBody>
          <a:bodyPr wrap="square" lIns="0" tIns="18000" rIns="0" bIns="18000" anchor="ctr" anchorCtr="0">
            <a:spAutoFit/>
          </a:bodyPr>
          <a:lstStyle/>
          <a:p>
            <a:pPr marL="0" indent="0">
              <a:spcBef>
                <a:spcPts val="600"/>
              </a:spcBef>
              <a:buNone/>
            </a:pPr>
            <a:r>
              <a:rPr lang="en-US" sz="2400" noProof="0" dirty="0">
                <a:solidFill>
                  <a:srgbClr val="007FA3"/>
                </a:solidFill>
              </a:rPr>
              <a:t>A. </a:t>
            </a:r>
            <a:endParaRPr lang="en-US" sz="2400" dirty="0"/>
          </a:p>
        </p:txBody>
      </p:sp>
      <p:graphicFrame>
        <p:nvGraphicFramePr>
          <p:cNvPr id="2" name="Object 1" descr="I subscript N BaseLine equals V subscript T h BaseLine divided by R subscript T h BaseLine.">
            <a:extLst>
              <a:ext uri="{FF2B5EF4-FFF2-40B4-BE49-F238E27FC236}">
                <a16:creationId xmlns:a16="http://schemas.microsoft.com/office/drawing/2014/main" id="{B1B39F61-53C5-408B-B93F-6160CBF50DFA}"/>
              </a:ext>
            </a:extLst>
          </p:cNvPr>
          <p:cNvGraphicFramePr>
            <a:graphicFrameLocks noChangeAspect="1"/>
          </p:cNvGraphicFramePr>
          <p:nvPr>
            <p:extLst>
              <p:ext uri="{D42A27DB-BD31-4B8C-83A1-F6EECF244321}">
                <p14:modId xmlns:p14="http://schemas.microsoft.com/office/powerpoint/2010/main" val="4101364672"/>
              </p:ext>
            </p:extLst>
          </p:nvPr>
        </p:nvGraphicFramePr>
        <p:xfrm>
          <a:off x="1819720" y="4552950"/>
          <a:ext cx="1336675" cy="363538"/>
        </p:xfrm>
        <a:graphic>
          <a:graphicData uri="http://schemas.openxmlformats.org/presentationml/2006/ole">
            <mc:AlternateContent xmlns:mc="http://schemas.openxmlformats.org/markup-compatibility/2006">
              <mc:Choice xmlns:v="urn:schemas-microsoft-com:vml" Requires="v">
                <p:oleObj name="Equation" r:id="rId7" imgW="838080" imgH="228600" progId="Equation.DSMT4">
                  <p:embed/>
                </p:oleObj>
              </mc:Choice>
              <mc:Fallback>
                <p:oleObj name="Equation" r:id="rId7" imgW="838080" imgH="228600" progId="Equation.DSMT4">
                  <p:embed/>
                  <p:pic>
                    <p:nvPicPr>
                      <p:cNvPr id="2" name="Object 1">
                        <a:extLst>
                          <a:ext uri="{FF2B5EF4-FFF2-40B4-BE49-F238E27FC236}">
                            <a16:creationId xmlns:a16="http://schemas.microsoft.com/office/drawing/2014/main" id="{B1B39F61-53C5-408B-B93F-6160CBF50DFA}"/>
                          </a:ext>
                        </a:extLst>
                      </p:cNvPr>
                      <p:cNvPicPr/>
                      <p:nvPr/>
                    </p:nvPicPr>
                    <p:blipFill>
                      <a:blip r:embed="rId8"/>
                      <a:stretch>
                        <a:fillRect/>
                      </a:stretch>
                    </p:blipFill>
                    <p:spPr>
                      <a:xfrm>
                        <a:off x="1819720" y="4552950"/>
                        <a:ext cx="1336675" cy="363538"/>
                      </a:xfrm>
                      <a:prstGeom prst="rect">
                        <a:avLst/>
                      </a:prstGeom>
                    </p:spPr>
                  </p:pic>
                </p:oleObj>
              </mc:Fallback>
            </mc:AlternateContent>
          </a:graphicData>
        </a:graphic>
      </p:graphicFrame>
      <p:sp>
        <p:nvSpPr>
          <p:cNvPr id="9" name="Content Placeholder 8">
            <a:extLst>
              <a:ext uri="{FF2B5EF4-FFF2-40B4-BE49-F238E27FC236}">
                <a16:creationId xmlns:a16="http://schemas.microsoft.com/office/drawing/2014/main" id="{AE71D1E2-D191-5C75-DAF0-705986F2DAC9}"/>
              </a:ext>
            </a:extLst>
          </p:cNvPr>
          <p:cNvSpPr>
            <a:spLocks noGrp="1"/>
          </p:cNvSpPr>
          <p:nvPr>
            <p:ph sz="quarter" idx="14"/>
          </p:nvPr>
        </p:nvSpPr>
        <p:spPr>
          <a:xfrm>
            <a:off x="1387055" y="5007699"/>
            <a:ext cx="346854" cy="405683"/>
          </a:xfrm>
        </p:spPr>
        <p:txBody>
          <a:bodyPr wrap="square" lIns="0" tIns="18000" rIns="0" bIns="18000" anchor="ctr" anchorCtr="0">
            <a:spAutoFit/>
          </a:bodyPr>
          <a:lstStyle/>
          <a:p>
            <a:pPr marL="0" indent="0">
              <a:spcBef>
                <a:spcPts val="600"/>
              </a:spcBef>
              <a:buNone/>
            </a:pPr>
            <a:r>
              <a:rPr lang="en-US" sz="2400" noProof="0" dirty="0">
                <a:solidFill>
                  <a:srgbClr val="007FA3"/>
                </a:solidFill>
              </a:rPr>
              <a:t>B. </a:t>
            </a:r>
            <a:r>
              <a:rPr lang="en-US" sz="2400" dirty="0"/>
              <a:t> </a:t>
            </a:r>
          </a:p>
        </p:txBody>
      </p:sp>
      <p:graphicFrame>
        <p:nvGraphicFramePr>
          <p:cNvPr id="18" name="Object 17" descr="V subscript T h BaseLine equals R subscript T h BaseLine I subscript N BaseLine.">
            <a:extLst>
              <a:ext uri="{FF2B5EF4-FFF2-40B4-BE49-F238E27FC236}">
                <a16:creationId xmlns:a16="http://schemas.microsoft.com/office/drawing/2014/main" id="{7E7FFE21-7E7E-4E2C-94E0-5B79C6829148}"/>
              </a:ext>
            </a:extLst>
          </p:cNvPr>
          <p:cNvGraphicFramePr>
            <a:graphicFrameLocks noChangeAspect="1"/>
          </p:cNvGraphicFramePr>
          <p:nvPr>
            <p:extLst>
              <p:ext uri="{D42A27DB-BD31-4B8C-83A1-F6EECF244321}">
                <p14:modId xmlns:p14="http://schemas.microsoft.com/office/powerpoint/2010/main" val="1596360921"/>
              </p:ext>
            </p:extLst>
          </p:nvPr>
        </p:nvGraphicFramePr>
        <p:xfrm>
          <a:off x="1837662" y="5035550"/>
          <a:ext cx="1195388" cy="365125"/>
        </p:xfrm>
        <a:graphic>
          <a:graphicData uri="http://schemas.openxmlformats.org/presentationml/2006/ole">
            <mc:AlternateContent xmlns:mc="http://schemas.openxmlformats.org/markup-compatibility/2006">
              <mc:Choice xmlns:v="urn:schemas-microsoft-com:vml" Requires="v">
                <p:oleObj name="Equation" r:id="rId9" imgW="749160" imgH="228600" progId="Equation.DSMT4">
                  <p:embed/>
                </p:oleObj>
              </mc:Choice>
              <mc:Fallback>
                <p:oleObj name="Equation" r:id="rId9" imgW="749160" imgH="228600" progId="Equation.DSMT4">
                  <p:embed/>
                  <p:pic>
                    <p:nvPicPr>
                      <p:cNvPr id="18" name="Object 17">
                        <a:extLst>
                          <a:ext uri="{FF2B5EF4-FFF2-40B4-BE49-F238E27FC236}">
                            <a16:creationId xmlns:a16="http://schemas.microsoft.com/office/drawing/2014/main" id="{7E7FFE21-7E7E-4E2C-94E0-5B79C6829148}"/>
                          </a:ext>
                        </a:extLst>
                      </p:cNvPr>
                      <p:cNvPicPr/>
                      <p:nvPr/>
                    </p:nvPicPr>
                    <p:blipFill>
                      <a:blip r:embed="rId10"/>
                      <a:stretch>
                        <a:fillRect/>
                      </a:stretch>
                    </p:blipFill>
                    <p:spPr>
                      <a:xfrm>
                        <a:off x="1837662" y="5035550"/>
                        <a:ext cx="1195388" cy="365125"/>
                      </a:xfrm>
                      <a:prstGeom prst="rect">
                        <a:avLst/>
                      </a:prstGeom>
                    </p:spPr>
                  </p:pic>
                </p:oleObj>
              </mc:Fallback>
            </mc:AlternateContent>
          </a:graphicData>
        </a:graphic>
      </p:graphicFrame>
      <p:sp>
        <p:nvSpPr>
          <p:cNvPr id="10" name="Content Placeholder 9">
            <a:extLst>
              <a:ext uri="{FF2B5EF4-FFF2-40B4-BE49-F238E27FC236}">
                <a16:creationId xmlns:a16="http://schemas.microsoft.com/office/drawing/2014/main" id="{49421B9A-C9FF-E0C8-F993-51BCA03C7BDC}"/>
              </a:ext>
            </a:extLst>
          </p:cNvPr>
          <p:cNvSpPr>
            <a:spLocks noGrp="1"/>
          </p:cNvSpPr>
          <p:nvPr>
            <p:ph sz="quarter" idx="15"/>
          </p:nvPr>
        </p:nvSpPr>
        <p:spPr>
          <a:xfrm>
            <a:off x="1395680" y="5469996"/>
            <a:ext cx="2477579" cy="405683"/>
          </a:xfrm>
        </p:spPr>
        <p:txBody>
          <a:bodyPr wrap="square" lIns="0" tIns="18000" rIns="0" bIns="18000" anchor="ctr" anchorCtr="0">
            <a:spAutoFit/>
          </a:bodyPr>
          <a:lstStyle/>
          <a:p>
            <a:pPr marL="0" indent="0">
              <a:spcBef>
                <a:spcPts val="600"/>
              </a:spcBef>
              <a:buNone/>
            </a:pPr>
            <a:r>
              <a:rPr lang="en-US" sz="2400" noProof="0" dirty="0">
                <a:solidFill>
                  <a:srgbClr val="007FA3"/>
                </a:solidFill>
              </a:rPr>
              <a:t>C. </a:t>
            </a:r>
            <a:r>
              <a:rPr lang="en-US" sz="2400" dirty="0"/>
              <a:t>Neither A nor B</a:t>
            </a:r>
          </a:p>
        </p:txBody>
      </p:sp>
      <p:sp>
        <p:nvSpPr>
          <p:cNvPr id="11" name="Content Placeholder 10">
            <a:extLst>
              <a:ext uri="{FF2B5EF4-FFF2-40B4-BE49-F238E27FC236}">
                <a16:creationId xmlns:a16="http://schemas.microsoft.com/office/drawing/2014/main" id="{F2D073E9-9822-CBB6-5144-9C7134299EE5}"/>
              </a:ext>
            </a:extLst>
          </p:cNvPr>
          <p:cNvSpPr>
            <a:spLocks noGrp="1"/>
          </p:cNvSpPr>
          <p:nvPr>
            <p:ph sz="quarter" idx="16"/>
          </p:nvPr>
        </p:nvSpPr>
        <p:spPr>
          <a:xfrm>
            <a:off x="1395150" y="5945628"/>
            <a:ext cx="2222498" cy="405683"/>
          </a:xfrm>
        </p:spPr>
        <p:txBody>
          <a:bodyPr wrap="square" lIns="0" tIns="18000" rIns="0" bIns="18000" anchor="ctr" anchorCtr="0">
            <a:spAutoFit/>
          </a:bodyPr>
          <a:lstStyle/>
          <a:p>
            <a:pPr marL="0" indent="0">
              <a:spcBef>
                <a:spcPts val="600"/>
              </a:spcBef>
              <a:buNone/>
            </a:pPr>
            <a:r>
              <a:rPr lang="en-US" sz="2400" noProof="0" dirty="0">
                <a:solidFill>
                  <a:srgbClr val="007FA3"/>
                </a:solidFill>
              </a:rPr>
              <a:t>D. </a:t>
            </a:r>
            <a:r>
              <a:rPr lang="en-US" sz="2400" dirty="0"/>
              <a:t>Both A and B</a:t>
            </a:r>
            <a:endParaRPr lang="en-US" sz="2400" noProof="0" dirty="0"/>
          </a:p>
        </p:txBody>
      </p:sp>
    </p:spTree>
    <p:extLst>
      <p:ext uri="{BB962C8B-B14F-4D97-AF65-F5344CB8AC3E}">
        <p14:creationId xmlns:p14="http://schemas.microsoft.com/office/powerpoint/2010/main" val="143610329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95E409-CBF0-EDC1-091D-3573713DABA4}"/>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D55CD09-CB4C-9384-26A9-1C21987A515D}"/>
              </a:ext>
            </a:extLst>
          </p:cNvPr>
          <p:cNvSpPr>
            <a:spLocks noGrp="1"/>
          </p:cNvSpPr>
          <p:nvPr>
            <p:ph type="title"/>
          </p:nvPr>
        </p:nvSpPr>
        <p:spPr>
          <a:xfrm>
            <a:off x="429524" y="205362"/>
            <a:ext cx="8229600" cy="1144347"/>
          </a:xfrm>
        </p:spPr>
        <p:txBody>
          <a:bodyPr anchor="ctr" anchorCtr="0"/>
          <a:lstStyle/>
          <a:p>
            <a:r>
              <a:rPr lang="en-US" noProof="0" dirty="0"/>
              <a:t>Chapter 4 – techniques of circuit analysis </a:t>
            </a:r>
            <a:r>
              <a:rPr lang="en-US" sz="2800" noProof="0" dirty="0"/>
              <a:t>(11 of 12)</a:t>
            </a:r>
            <a:endParaRPr lang="en-US" noProof="0" dirty="0"/>
          </a:p>
        </p:txBody>
      </p:sp>
      <p:sp>
        <p:nvSpPr>
          <p:cNvPr id="7" name="Content Placeholder 6">
            <a:extLst>
              <a:ext uri="{FF2B5EF4-FFF2-40B4-BE49-F238E27FC236}">
                <a16:creationId xmlns:a16="http://schemas.microsoft.com/office/drawing/2014/main" id="{73BF729F-4CA2-B8AF-7DE1-1BD680582E13}"/>
              </a:ext>
            </a:extLst>
          </p:cNvPr>
          <p:cNvSpPr>
            <a:spLocks noGrp="1"/>
          </p:cNvSpPr>
          <p:nvPr>
            <p:ph sz="quarter" idx="12"/>
          </p:nvPr>
        </p:nvSpPr>
        <p:spPr>
          <a:xfrm>
            <a:off x="429524" y="1499027"/>
            <a:ext cx="8229600" cy="775015"/>
          </a:xfrm>
        </p:spPr>
        <p:txBody>
          <a:bodyPr wrap="square" lIns="0" tIns="18000" rIns="0" bIns="18000" anchor="ctr" anchorCtr="0">
            <a:spAutoFit/>
          </a:bodyPr>
          <a:lstStyle/>
          <a:p>
            <a:pPr marL="0" indent="0">
              <a:spcBef>
                <a:spcPts val="600"/>
              </a:spcBef>
              <a:buNone/>
            </a:pPr>
            <a:r>
              <a:rPr lang="en-US" sz="2400" dirty="0"/>
              <a:t>The Norton equivalent is just the source-transform of the Thevenin equivalent. Therefore,</a:t>
            </a:r>
          </a:p>
        </p:txBody>
      </p:sp>
      <p:pic>
        <p:nvPicPr>
          <p:cNvPr id="16" name="Picture 3" descr="A rectangular block shows a circuit diagram with an independent voltage source V subscript Th with positive polarity at the top and negative at the bottom. The top wire of the circuit houses resistor R subscript Th. The top wire extends outside the block and point a is located on it. The bottom wire extends outside the block and point b is located on it.">
            <a:extLst>
              <a:ext uri="{FF2B5EF4-FFF2-40B4-BE49-F238E27FC236}">
                <a16:creationId xmlns:a16="http://schemas.microsoft.com/office/drawing/2014/main" id="{983BA507-EBD5-8377-875D-872C361E62C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74930" y="2414768"/>
            <a:ext cx="2342717" cy="1817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20" name="Object 19" descr="Bidirectional arrow.">
            <a:extLst>
              <a:ext uri="{FF2B5EF4-FFF2-40B4-BE49-F238E27FC236}">
                <a16:creationId xmlns:a16="http://schemas.microsoft.com/office/drawing/2014/main" id="{E211E719-A669-F2CC-1302-AAFBB0DB4342}"/>
              </a:ext>
            </a:extLst>
          </p:cNvPr>
          <p:cNvGraphicFramePr>
            <a:graphicFrameLocks noChangeAspect="1"/>
          </p:cNvGraphicFramePr>
          <p:nvPr/>
        </p:nvGraphicFramePr>
        <p:xfrm>
          <a:off x="4318888" y="3116688"/>
          <a:ext cx="450662" cy="319824"/>
        </p:xfrm>
        <a:graphic>
          <a:graphicData uri="http://schemas.openxmlformats.org/presentationml/2006/ole">
            <mc:AlternateContent xmlns:mc="http://schemas.openxmlformats.org/markup-compatibility/2006">
              <mc:Choice xmlns:v="urn:schemas-microsoft-com:vml" Requires="v">
                <p:oleObj name="Equation" r:id="rId4" imgW="215640" imgH="152280" progId="Equation.DSMT4">
                  <p:embed/>
                </p:oleObj>
              </mc:Choice>
              <mc:Fallback>
                <p:oleObj name="Equation" r:id="rId4" imgW="215640" imgH="152280" progId="Equation.DSMT4">
                  <p:embed/>
                  <p:pic>
                    <p:nvPicPr>
                      <p:cNvPr id="20" name="Object 19" descr="Bidirectional arrow.">
                        <a:extLst>
                          <a:ext uri="{FF2B5EF4-FFF2-40B4-BE49-F238E27FC236}">
                            <a16:creationId xmlns:a16="http://schemas.microsoft.com/office/drawing/2014/main" id="{18572958-9409-4482-BC7E-4FDD1296DE51}"/>
                          </a:ext>
                        </a:extLst>
                      </p:cNvPr>
                      <p:cNvPicPr/>
                      <p:nvPr/>
                    </p:nvPicPr>
                    <p:blipFill>
                      <a:blip r:embed="rId5"/>
                      <a:stretch>
                        <a:fillRect/>
                      </a:stretch>
                    </p:blipFill>
                    <p:spPr>
                      <a:xfrm>
                        <a:off x="4318888" y="3116688"/>
                        <a:ext cx="450662" cy="319824"/>
                      </a:xfrm>
                      <a:prstGeom prst="rect">
                        <a:avLst/>
                      </a:prstGeom>
                    </p:spPr>
                  </p:pic>
                </p:oleObj>
              </mc:Fallback>
            </mc:AlternateContent>
          </a:graphicData>
        </a:graphic>
      </p:graphicFrame>
      <p:pic>
        <p:nvPicPr>
          <p:cNvPr id="17" name="Picture 2" descr="A circuit diagram inside a block shows independent current source I subscript N as the leftmost wire in the circuit. Connected in parallel to the independent current source I subscript N is resistor R subscript Th. The top and bottom wires are extended to the right beyond the points where the wire housing the resistor R subscript Th and points a and b are respectively available on these top and bottom extensions outside the block. ">
            <a:extLst>
              <a:ext uri="{FF2B5EF4-FFF2-40B4-BE49-F238E27FC236}">
                <a16:creationId xmlns:a16="http://schemas.microsoft.com/office/drawing/2014/main" id="{77C1DA81-C7FB-C972-A24C-CF2410ADB74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478793" y="2334462"/>
            <a:ext cx="2767938" cy="18884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5" name="Picture 3" descr=" cross mark.">
            <a:extLst>
              <a:ext uri="{FF2B5EF4-FFF2-40B4-BE49-F238E27FC236}">
                <a16:creationId xmlns:a16="http://schemas.microsoft.com/office/drawing/2014/main" id="{9F305631-127D-9D0E-D8D3-B63950D32DD1}"/>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969062" y="4579030"/>
            <a:ext cx="282472" cy="25948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8" name="Content Placeholder 7">
            <a:extLst>
              <a:ext uri="{FF2B5EF4-FFF2-40B4-BE49-F238E27FC236}">
                <a16:creationId xmlns:a16="http://schemas.microsoft.com/office/drawing/2014/main" id="{195DB2F3-BC36-1B33-E884-5BD97427E2AA}"/>
              </a:ext>
            </a:extLst>
          </p:cNvPr>
          <p:cNvSpPr>
            <a:spLocks noGrp="1"/>
          </p:cNvSpPr>
          <p:nvPr>
            <p:ph sz="quarter" idx="13"/>
          </p:nvPr>
        </p:nvSpPr>
        <p:spPr>
          <a:xfrm>
            <a:off x="1395681" y="4503236"/>
            <a:ext cx="312349" cy="405683"/>
          </a:xfrm>
        </p:spPr>
        <p:txBody>
          <a:bodyPr wrap="square" lIns="0" tIns="18000" rIns="0" bIns="18000" anchor="ctr" anchorCtr="0">
            <a:spAutoFit/>
          </a:bodyPr>
          <a:lstStyle/>
          <a:p>
            <a:pPr marL="0" indent="0">
              <a:spcBef>
                <a:spcPts val="600"/>
              </a:spcBef>
              <a:buNone/>
            </a:pPr>
            <a:r>
              <a:rPr lang="en-US" sz="2400" noProof="0" dirty="0">
                <a:solidFill>
                  <a:srgbClr val="007FA3"/>
                </a:solidFill>
              </a:rPr>
              <a:t>A. </a:t>
            </a:r>
            <a:endParaRPr lang="en-US" sz="2400" dirty="0"/>
          </a:p>
        </p:txBody>
      </p:sp>
      <p:graphicFrame>
        <p:nvGraphicFramePr>
          <p:cNvPr id="2" name="Object 1" descr="I subscript N BaseLine equals V subscript T h BaseLine divided by R subscript T h BaseLine.">
            <a:extLst>
              <a:ext uri="{FF2B5EF4-FFF2-40B4-BE49-F238E27FC236}">
                <a16:creationId xmlns:a16="http://schemas.microsoft.com/office/drawing/2014/main" id="{AEEE2294-0BAA-507A-3FA9-24026212BC26}"/>
              </a:ext>
            </a:extLst>
          </p:cNvPr>
          <p:cNvGraphicFramePr>
            <a:graphicFrameLocks noChangeAspect="1"/>
          </p:cNvGraphicFramePr>
          <p:nvPr/>
        </p:nvGraphicFramePr>
        <p:xfrm>
          <a:off x="1819720" y="4552950"/>
          <a:ext cx="1336675" cy="363538"/>
        </p:xfrm>
        <a:graphic>
          <a:graphicData uri="http://schemas.openxmlformats.org/presentationml/2006/ole">
            <mc:AlternateContent xmlns:mc="http://schemas.openxmlformats.org/markup-compatibility/2006">
              <mc:Choice xmlns:v="urn:schemas-microsoft-com:vml" Requires="v">
                <p:oleObj name="Equation" r:id="rId8" imgW="838080" imgH="228600" progId="Equation.DSMT4">
                  <p:embed/>
                </p:oleObj>
              </mc:Choice>
              <mc:Fallback>
                <p:oleObj name="Equation" r:id="rId8" imgW="838080" imgH="228600" progId="Equation.DSMT4">
                  <p:embed/>
                  <p:pic>
                    <p:nvPicPr>
                      <p:cNvPr id="2" name="Object 1" descr="I subscript N BaseLine equals V subscript T h BaseLine divided by R subscript T h BaseLine.">
                        <a:extLst>
                          <a:ext uri="{FF2B5EF4-FFF2-40B4-BE49-F238E27FC236}">
                            <a16:creationId xmlns:a16="http://schemas.microsoft.com/office/drawing/2014/main" id="{B1B39F61-53C5-408B-B93F-6160CBF50DFA}"/>
                          </a:ext>
                        </a:extLst>
                      </p:cNvPr>
                      <p:cNvPicPr/>
                      <p:nvPr/>
                    </p:nvPicPr>
                    <p:blipFill>
                      <a:blip r:embed="rId9"/>
                      <a:stretch>
                        <a:fillRect/>
                      </a:stretch>
                    </p:blipFill>
                    <p:spPr>
                      <a:xfrm>
                        <a:off x="1819720" y="4552950"/>
                        <a:ext cx="1336675" cy="363538"/>
                      </a:xfrm>
                      <a:prstGeom prst="rect">
                        <a:avLst/>
                      </a:prstGeom>
                    </p:spPr>
                  </p:pic>
                </p:oleObj>
              </mc:Fallback>
            </mc:AlternateContent>
          </a:graphicData>
        </a:graphic>
      </p:graphicFrame>
      <p:pic>
        <p:nvPicPr>
          <p:cNvPr id="77" name="Picture 4" descr=" cross mark.">
            <a:extLst>
              <a:ext uri="{FF2B5EF4-FFF2-40B4-BE49-F238E27FC236}">
                <a16:creationId xmlns:a16="http://schemas.microsoft.com/office/drawing/2014/main" id="{1D4EFCA7-7BA0-4328-26EF-0EDC11EDA143}"/>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969062" y="5057093"/>
            <a:ext cx="282472" cy="25948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9" name="Content Placeholder 8">
            <a:extLst>
              <a:ext uri="{FF2B5EF4-FFF2-40B4-BE49-F238E27FC236}">
                <a16:creationId xmlns:a16="http://schemas.microsoft.com/office/drawing/2014/main" id="{806662EC-F48D-2096-8FCC-97C0D8C18431}"/>
              </a:ext>
            </a:extLst>
          </p:cNvPr>
          <p:cNvSpPr>
            <a:spLocks noGrp="1"/>
          </p:cNvSpPr>
          <p:nvPr>
            <p:ph sz="quarter" idx="14"/>
          </p:nvPr>
        </p:nvSpPr>
        <p:spPr>
          <a:xfrm>
            <a:off x="1387055" y="5007699"/>
            <a:ext cx="346854" cy="405683"/>
          </a:xfrm>
        </p:spPr>
        <p:txBody>
          <a:bodyPr wrap="square" lIns="0" tIns="18000" rIns="0" bIns="18000" anchor="ctr" anchorCtr="0">
            <a:spAutoFit/>
          </a:bodyPr>
          <a:lstStyle/>
          <a:p>
            <a:pPr marL="0" indent="0">
              <a:spcBef>
                <a:spcPts val="600"/>
              </a:spcBef>
              <a:buNone/>
            </a:pPr>
            <a:r>
              <a:rPr lang="en-US" sz="2400" noProof="0" dirty="0">
                <a:solidFill>
                  <a:srgbClr val="007FA3"/>
                </a:solidFill>
              </a:rPr>
              <a:t>B. </a:t>
            </a:r>
            <a:r>
              <a:rPr lang="en-US" sz="2400" dirty="0"/>
              <a:t> </a:t>
            </a:r>
          </a:p>
        </p:txBody>
      </p:sp>
      <p:graphicFrame>
        <p:nvGraphicFramePr>
          <p:cNvPr id="18" name="Object 17" descr="V subscript T h BaseLine equals R subscript T h BaseLine I subscript N BaseLine.">
            <a:extLst>
              <a:ext uri="{FF2B5EF4-FFF2-40B4-BE49-F238E27FC236}">
                <a16:creationId xmlns:a16="http://schemas.microsoft.com/office/drawing/2014/main" id="{DBDE902F-B51D-D501-23C7-84E11C2F9780}"/>
              </a:ext>
            </a:extLst>
          </p:cNvPr>
          <p:cNvGraphicFramePr>
            <a:graphicFrameLocks noChangeAspect="1"/>
          </p:cNvGraphicFramePr>
          <p:nvPr/>
        </p:nvGraphicFramePr>
        <p:xfrm>
          <a:off x="1837662" y="5035550"/>
          <a:ext cx="1195388" cy="365125"/>
        </p:xfrm>
        <a:graphic>
          <a:graphicData uri="http://schemas.openxmlformats.org/presentationml/2006/ole">
            <mc:AlternateContent xmlns:mc="http://schemas.openxmlformats.org/markup-compatibility/2006">
              <mc:Choice xmlns:v="urn:schemas-microsoft-com:vml" Requires="v">
                <p:oleObj name="Equation" r:id="rId10" imgW="749160" imgH="228600" progId="Equation.DSMT4">
                  <p:embed/>
                </p:oleObj>
              </mc:Choice>
              <mc:Fallback>
                <p:oleObj name="Equation" r:id="rId10" imgW="749160" imgH="228600" progId="Equation.DSMT4">
                  <p:embed/>
                  <p:pic>
                    <p:nvPicPr>
                      <p:cNvPr id="18" name="Object 17" descr="V subscript T h BaseLine equals R subscript T h BaseLine I subscript N BaseLine.">
                        <a:extLst>
                          <a:ext uri="{FF2B5EF4-FFF2-40B4-BE49-F238E27FC236}">
                            <a16:creationId xmlns:a16="http://schemas.microsoft.com/office/drawing/2014/main" id="{7E7FFE21-7E7E-4E2C-94E0-5B79C6829148}"/>
                          </a:ext>
                        </a:extLst>
                      </p:cNvPr>
                      <p:cNvPicPr/>
                      <p:nvPr/>
                    </p:nvPicPr>
                    <p:blipFill>
                      <a:blip r:embed="rId11"/>
                      <a:stretch>
                        <a:fillRect/>
                      </a:stretch>
                    </p:blipFill>
                    <p:spPr>
                      <a:xfrm>
                        <a:off x="1837662" y="5035550"/>
                        <a:ext cx="1195388" cy="365125"/>
                      </a:xfrm>
                      <a:prstGeom prst="rect">
                        <a:avLst/>
                      </a:prstGeom>
                    </p:spPr>
                  </p:pic>
                </p:oleObj>
              </mc:Fallback>
            </mc:AlternateContent>
          </a:graphicData>
        </a:graphic>
      </p:graphicFrame>
      <p:pic>
        <p:nvPicPr>
          <p:cNvPr id="78" name="Picture 5" descr="cross mark.">
            <a:extLst>
              <a:ext uri="{FF2B5EF4-FFF2-40B4-BE49-F238E27FC236}">
                <a16:creationId xmlns:a16="http://schemas.microsoft.com/office/drawing/2014/main" id="{6F7C798E-3C52-AAB4-DAE7-29767559272E}"/>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969062" y="5566026"/>
            <a:ext cx="282472" cy="25948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0" name="Content Placeholder 9">
            <a:extLst>
              <a:ext uri="{FF2B5EF4-FFF2-40B4-BE49-F238E27FC236}">
                <a16:creationId xmlns:a16="http://schemas.microsoft.com/office/drawing/2014/main" id="{7BD02D2B-872D-F41F-6DEE-29AE1D250F83}"/>
              </a:ext>
            </a:extLst>
          </p:cNvPr>
          <p:cNvSpPr>
            <a:spLocks noGrp="1"/>
          </p:cNvSpPr>
          <p:nvPr>
            <p:ph sz="quarter" idx="15"/>
          </p:nvPr>
        </p:nvSpPr>
        <p:spPr>
          <a:xfrm>
            <a:off x="1395680" y="5469996"/>
            <a:ext cx="2477579" cy="405683"/>
          </a:xfrm>
        </p:spPr>
        <p:txBody>
          <a:bodyPr wrap="square" lIns="0" tIns="18000" rIns="0" bIns="18000" anchor="ctr" anchorCtr="0">
            <a:spAutoFit/>
          </a:bodyPr>
          <a:lstStyle/>
          <a:p>
            <a:pPr marL="0" indent="0">
              <a:spcBef>
                <a:spcPts val="600"/>
              </a:spcBef>
              <a:buNone/>
            </a:pPr>
            <a:r>
              <a:rPr lang="en-US" sz="2400" noProof="0" dirty="0">
                <a:solidFill>
                  <a:srgbClr val="007FA3"/>
                </a:solidFill>
              </a:rPr>
              <a:t>C. </a:t>
            </a:r>
            <a:r>
              <a:rPr lang="en-US" sz="2400" dirty="0"/>
              <a:t>Neither A nor B</a:t>
            </a:r>
          </a:p>
        </p:txBody>
      </p:sp>
      <p:pic>
        <p:nvPicPr>
          <p:cNvPr id="76" name="Picture 2" descr="tick mark.">
            <a:extLst>
              <a:ext uri="{FF2B5EF4-FFF2-40B4-BE49-F238E27FC236}">
                <a16:creationId xmlns:a16="http://schemas.microsoft.com/office/drawing/2014/main" id="{94D654D8-270C-243D-D68D-62061258FE5D}"/>
              </a:ext>
            </a:extLst>
          </p:cNvPr>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971033" y="6046724"/>
            <a:ext cx="280501" cy="24624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1" name="Content Placeholder 10">
            <a:extLst>
              <a:ext uri="{FF2B5EF4-FFF2-40B4-BE49-F238E27FC236}">
                <a16:creationId xmlns:a16="http://schemas.microsoft.com/office/drawing/2014/main" id="{4DB11CC5-27D3-9EB0-1902-7905CF1C3C6F}"/>
              </a:ext>
            </a:extLst>
          </p:cNvPr>
          <p:cNvSpPr>
            <a:spLocks noGrp="1"/>
          </p:cNvSpPr>
          <p:nvPr>
            <p:ph sz="quarter" idx="16"/>
          </p:nvPr>
        </p:nvSpPr>
        <p:spPr>
          <a:xfrm>
            <a:off x="1395150" y="5945628"/>
            <a:ext cx="2222498" cy="405683"/>
          </a:xfrm>
        </p:spPr>
        <p:txBody>
          <a:bodyPr wrap="square" lIns="0" tIns="18000" rIns="0" bIns="18000" anchor="ctr" anchorCtr="0">
            <a:spAutoFit/>
          </a:bodyPr>
          <a:lstStyle/>
          <a:p>
            <a:pPr marL="0" indent="0">
              <a:spcBef>
                <a:spcPts val="600"/>
              </a:spcBef>
              <a:buNone/>
            </a:pPr>
            <a:r>
              <a:rPr lang="en-US" sz="2400" noProof="0" dirty="0">
                <a:solidFill>
                  <a:srgbClr val="007FA3"/>
                </a:solidFill>
              </a:rPr>
              <a:t>D. </a:t>
            </a:r>
            <a:r>
              <a:rPr lang="en-US" sz="2400" dirty="0"/>
              <a:t>Both A and B</a:t>
            </a:r>
            <a:endParaRPr lang="en-US" sz="2400" noProof="0" dirty="0"/>
          </a:p>
        </p:txBody>
      </p:sp>
    </p:spTree>
    <p:extLst>
      <p:ext uri="{BB962C8B-B14F-4D97-AF65-F5344CB8AC3E}">
        <p14:creationId xmlns:p14="http://schemas.microsoft.com/office/powerpoint/2010/main" val="114242868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29524" y="205362"/>
            <a:ext cx="8229600" cy="1144347"/>
          </a:xfrm>
        </p:spPr>
        <p:txBody>
          <a:bodyPr anchor="ctr" anchorCtr="0"/>
          <a:lstStyle/>
          <a:p>
            <a:r>
              <a:rPr lang="en-US" noProof="0" dirty="0"/>
              <a:t>Chapter 4 – techniques of circuit analysis </a:t>
            </a:r>
            <a:r>
              <a:rPr lang="en-US" sz="2800" noProof="0" dirty="0"/>
              <a:t>(12 of 12)</a:t>
            </a:r>
            <a:endParaRPr lang="en-US" noProof="0" dirty="0"/>
          </a:p>
        </p:txBody>
      </p:sp>
      <p:sp>
        <p:nvSpPr>
          <p:cNvPr id="7" name="Content Placeholder 6">
            <a:extLst>
              <a:ext uri="{FF2B5EF4-FFF2-40B4-BE49-F238E27FC236}">
                <a16:creationId xmlns:a16="http://schemas.microsoft.com/office/drawing/2014/main" id="{820FA4CC-CF9B-0CF4-A205-E646AF0DC072}"/>
              </a:ext>
            </a:extLst>
          </p:cNvPr>
          <p:cNvSpPr>
            <a:spLocks noGrp="1"/>
          </p:cNvSpPr>
          <p:nvPr>
            <p:ph sz="quarter" idx="12"/>
          </p:nvPr>
        </p:nvSpPr>
        <p:spPr>
          <a:xfrm>
            <a:off x="429524" y="1542351"/>
            <a:ext cx="8229600" cy="1036625"/>
          </a:xfrm>
        </p:spPr>
        <p:txBody>
          <a:bodyPr wrap="square" lIns="0" tIns="18000" rIns="0" bIns="18000" anchor="ctr" anchorCtr="0">
            <a:spAutoFit/>
          </a:bodyPr>
          <a:lstStyle/>
          <a:p>
            <a:pPr marL="342900" indent="-342900">
              <a:spcBef>
                <a:spcPts val="600"/>
              </a:spcBef>
            </a:pPr>
            <a:r>
              <a:rPr lang="en-US" sz="2000" dirty="0"/>
              <a:t>Thevenin and Norton equivalents</a:t>
            </a:r>
          </a:p>
          <a:p>
            <a:pPr marL="829818" lvl="1" indent="-342900"/>
            <a:r>
              <a:rPr lang="en-US" sz="2000" dirty="0"/>
              <a:t>Find the Norton equivalent of the circuit to the left of the terminals </a:t>
            </a:r>
            <a:r>
              <a:rPr lang="en-US" sz="2000" dirty="0" err="1"/>
              <a:t>a,b</a:t>
            </a:r>
            <a:r>
              <a:rPr lang="en-US" sz="2000" dirty="0"/>
              <a:t>.</a:t>
            </a:r>
          </a:p>
        </p:txBody>
      </p:sp>
      <p:pic>
        <p:nvPicPr>
          <p:cNvPr id="9" name="Picture 2" descr="A circuit diagram shows a 15 ampere independent current source with internal arrow pointing upwards as the leftmost wire in the circuit. Connected in parallel to the 15 ampere independent current source are the second and third wires from left. The second wire from left contains an 8 ohms resistor. The third wire from left contains a 12 ohms resistor. Four nodes are marked separately on the top and bottom wires where the second and third wires from left separately connect to the top and bottom wires in the circuit. A 2 ohms resistor is located in the top wire between the nodes formed by the second and third left wires on the top wire. A 10 ohms resistor is located in the bottom wire between the nodes formed by the second and third left wires on the bottom wire. The top and bottom nodes of the third wire from left are extended to the right and points a and b are available on the top and bottom extensions respectively. ">
            <a:extLst>
              <a:ext uri="{FF2B5EF4-FFF2-40B4-BE49-F238E27FC236}">
                <a16:creationId xmlns:a16="http://schemas.microsoft.com/office/drawing/2014/main" id="{6DE080E0-40D4-45B9-BC75-46E41983993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29599" y="2686362"/>
            <a:ext cx="4076151" cy="142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Content Placeholder 7">
            <a:extLst>
              <a:ext uri="{FF2B5EF4-FFF2-40B4-BE49-F238E27FC236}">
                <a16:creationId xmlns:a16="http://schemas.microsoft.com/office/drawing/2014/main" id="{35A46DF3-C551-29A5-B0D9-C5F9659EC66C}"/>
              </a:ext>
            </a:extLst>
          </p:cNvPr>
          <p:cNvSpPr>
            <a:spLocks noGrp="1"/>
          </p:cNvSpPr>
          <p:nvPr>
            <p:ph sz="quarter" idx="13"/>
          </p:nvPr>
        </p:nvSpPr>
        <p:spPr>
          <a:xfrm>
            <a:off x="427725" y="4265082"/>
            <a:ext cx="7456817" cy="344128"/>
          </a:xfrm>
        </p:spPr>
        <p:txBody>
          <a:bodyPr wrap="square" lIns="0" tIns="18000" rIns="0" bIns="18000" anchor="ctr" anchorCtr="0">
            <a:spAutoFit/>
          </a:bodyPr>
          <a:lstStyle/>
          <a:p>
            <a:pPr marL="0" indent="0">
              <a:spcBef>
                <a:spcPts val="600"/>
              </a:spcBef>
              <a:buNone/>
            </a:pPr>
            <a:r>
              <a:rPr lang="en-US" sz="2000" dirty="0">
                <a:solidFill>
                  <a:schemeClr val="tx1"/>
                </a:solidFill>
              </a:rPr>
              <a:t>Just source-transform the Thevenin equivalent!</a:t>
            </a:r>
          </a:p>
        </p:txBody>
      </p:sp>
      <p:graphicFrame>
        <p:nvGraphicFramePr>
          <p:cNvPr id="2" name="Object 1" descr="Right arrow.">
            <a:extLst>
              <a:ext uri="{FF2B5EF4-FFF2-40B4-BE49-F238E27FC236}">
                <a16:creationId xmlns:a16="http://schemas.microsoft.com/office/drawing/2014/main" id="{3918F43E-081D-4A60-AFEF-1062D52D98A2}"/>
              </a:ext>
            </a:extLst>
          </p:cNvPr>
          <p:cNvGraphicFramePr>
            <a:graphicFrameLocks noChangeAspect="1"/>
          </p:cNvGraphicFramePr>
          <p:nvPr>
            <p:extLst>
              <p:ext uri="{D42A27DB-BD31-4B8C-83A1-F6EECF244321}">
                <p14:modId xmlns:p14="http://schemas.microsoft.com/office/powerpoint/2010/main" val="2491821231"/>
              </p:ext>
            </p:extLst>
          </p:nvPr>
        </p:nvGraphicFramePr>
        <p:xfrm>
          <a:off x="4544324" y="5455348"/>
          <a:ext cx="342651" cy="251283"/>
        </p:xfrm>
        <a:graphic>
          <a:graphicData uri="http://schemas.openxmlformats.org/presentationml/2006/ole">
            <mc:AlternateContent xmlns:mc="http://schemas.openxmlformats.org/markup-compatibility/2006">
              <mc:Choice xmlns:v="urn:schemas-microsoft-com:vml" Requires="v">
                <p:oleObj name="Equation" r:id="rId4" imgW="190440" imgH="139680" progId="Equation.DSMT4">
                  <p:embed/>
                </p:oleObj>
              </mc:Choice>
              <mc:Fallback>
                <p:oleObj name="Equation" r:id="rId4" imgW="190440" imgH="139680" progId="Equation.DSMT4">
                  <p:embed/>
                  <p:pic>
                    <p:nvPicPr>
                      <p:cNvPr id="0" name=""/>
                      <p:cNvPicPr/>
                      <p:nvPr/>
                    </p:nvPicPr>
                    <p:blipFill>
                      <a:blip r:embed="rId5"/>
                      <a:stretch>
                        <a:fillRect/>
                      </a:stretch>
                    </p:blipFill>
                    <p:spPr>
                      <a:xfrm>
                        <a:off x="4544324" y="5455348"/>
                        <a:ext cx="342651" cy="251283"/>
                      </a:xfrm>
                      <a:prstGeom prst="rect">
                        <a:avLst/>
                      </a:prstGeom>
                    </p:spPr>
                  </p:pic>
                </p:oleObj>
              </mc:Fallback>
            </mc:AlternateContent>
          </a:graphicData>
        </a:graphic>
      </p:graphicFrame>
      <p:pic>
        <p:nvPicPr>
          <p:cNvPr id="3" name="Picture 3" descr="A circuit diagram shows a 45 volt independent voltage source as the left wire in the circuit with positive polarity at the top end and negative at the bottom along with the calculation of 6 multiplied by 7.5 equaling 45 volts. The top wire contains a 7.5 ohms resistance. The top wire is extended rightwards and ends in point a. The bottom wire of the circuit is extended rightwards and ends in point b that is vertically below point a.">
            <a:extLst>
              <a:ext uri="{FF2B5EF4-FFF2-40B4-BE49-F238E27FC236}">
                <a16:creationId xmlns:a16="http://schemas.microsoft.com/office/drawing/2014/main" id="{100DFD02-6A70-AC06-C730-E8A80B148D2C}"/>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b="8515"/>
          <a:stretch/>
        </p:blipFill>
        <p:spPr bwMode="auto">
          <a:xfrm>
            <a:off x="1335523" y="4914893"/>
            <a:ext cx="2388151" cy="1332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3219546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37D58C-9F1B-4866-A98E-52818AA14994}"/>
              </a:ext>
            </a:extLst>
          </p:cNvPr>
          <p:cNvSpPr>
            <a:spLocks noGrp="1"/>
          </p:cNvSpPr>
          <p:nvPr>
            <p:ph type="title"/>
          </p:nvPr>
        </p:nvSpPr>
        <p:spPr>
          <a:xfrm>
            <a:off x="430704" y="209602"/>
            <a:ext cx="8240665" cy="590349"/>
          </a:xfrm>
        </p:spPr>
        <p:txBody>
          <a:bodyPr wrap="square" lIns="0" tIns="18000" rIns="0" bIns="18000" rtlCol="0" anchor="ctr">
            <a:spAutoFit/>
          </a:bodyPr>
          <a:lstStyle/>
          <a:p>
            <a:pPr eaLnBrk="1" fontAlgn="auto" hangingPunct="1">
              <a:spcAft>
                <a:spcPts val="0"/>
              </a:spcAft>
              <a:defRPr/>
            </a:pPr>
            <a:r>
              <a:rPr lang="en-US" sz="3600" noProof="0" dirty="0">
                <a:latin typeface="+mj-lt"/>
              </a:rPr>
              <a:t>Copyright</a:t>
            </a:r>
            <a:endParaRPr lang="en-US" sz="3600" b="0" noProof="0" dirty="0">
              <a:latin typeface="+mj-lt"/>
            </a:endParaRPr>
          </a:p>
        </p:txBody>
      </p:sp>
      <p:pic>
        <p:nvPicPr>
          <p:cNvPr id="3" name="Graphic 2" descr="Warning">
            <a:extLst>
              <a:ext uri="{FF2B5EF4-FFF2-40B4-BE49-F238E27FC236}">
                <a16:creationId xmlns:a16="http://schemas.microsoft.com/office/drawing/2014/main" id="{45663BD5-7D18-BDA4-9C4E-DA879AC1029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79831" y="2317359"/>
            <a:ext cx="1277815" cy="1434026"/>
          </a:xfrm>
          <a:prstGeom prst="rect">
            <a:avLst/>
          </a:prstGeom>
        </p:spPr>
      </p:pic>
      <p:sp>
        <p:nvSpPr>
          <p:cNvPr id="47108" name="Content Placeholder 2">
            <a:extLst>
              <a:ext uri="{FF2B5EF4-FFF2-40B4-BE49-F238E27FC236}">
                <a16:creationId xmlns:a16="http://schemas.microsoft.com/office/drawing/2014/main" id="{D426AB61-8455-4298-A667-9E3A95FC73C1}"/>
              </a:ext>
            </a:extLst>
          </p:cNvPr>
          <p:cNvSpPr>
            <a:spLocks noGrp="1"/>
          </p:cNvSpPr>
          <p:nvPr>
            <p:ph idx="1"/>
          </p:nvPr>
        </p:nvSpPr>
        <p:spPr bwMode="auto">
          <a:xfrm>
            <a:off x="1851965" y="1889826"/>
            <a:ext cx="6810440" cy="2832998"/>
          </a:xfrm>
          <a:ln w="28575">
            <a:solidFill>
              <a:schemeClr val="tx1"/>
            </a:solidFill>
            <a:miter lim="800000"/>
            <a:headEnd/>
            <a:tailEnd/>
          </a:ln>
        </p:spPr>
        <p:txBody>
          <a:bodyPr wrap="square" lIns="183600" tIns="183600" rIns="183600" bIns="183600" numCol="1" anchor="ctr" anchorCtr="0" compatLnSpc="1">
            <a:prstTxWarp prst="textNoShape">
              <a:avLst/>
            </a:prstTxWarp>
            <a:spAutoFit/>
          </a:bodyPr>
          <a:lstStyle/>
          <a:p>
            <a:pPr marL="0" indent="0" eaLnBrk="1" hangingPunct="1">
              <a:buFont typeface="Arial" panose="020B0604020202020204" pitchFamily="34" charset="0"/>
              <a:buNone/>
            </a:pPr>
            <a:r>
              <a:rPr lang="en-US" altLang="en-US" b="1" noProof="0" dirty="0">
                <a:latin typeface="Arial" panose="020B0604020202020204" pitchFamily="34" charset="0"/>
                <a:cs typeface="Arial" panose="020B0604020202020204" pitchFamily="34" charset="0"/>
              </a:rPr>
              <a:t>This work is protected by United Kingdom copyright laws and is provided solely for the use of instructors in teaching their courses and assessing student learning. Dissemination or sale of any part of this work (including on the World Wide Web) will destroy the integrity of the work and is not permitted. The work and materials from it should never be made available to students except by instructors using the accompanying text in their classes. All recipients of this work are expected to abide by these restrictions and to honor the intended pedagogical purposes and the needs of other instructors who rely on these materials.</a:t>
            </a:r>
          </a:p>
        </p:txBody>
      </p:sp>
    </p:spTree>
    <p:extLst>
      <p:ext uri="{BB962C8B-B14F-4D97-AF65-F5344CB8AC3E}">
        <p14:creationId xmlns:p14="http://schemas.microsoft.com/office/powerpoint/2010/main" val="693870804"/>
      </p:ext>
    </p:extLst>
  </p:cSld>
  <p:clrMapOvr>
    <a:masterClrMapping/>
  </p:clrMapOvr>
</p:sld>
</file>

<file path=ppt/theme/theme1.xml><?xml version="1.0" encoding="utf-8"?>
<a:theme xmlns:a="http://schemas.openxmlformats.org/drawingml/2006/main" name="USHE">
  <a:themeElements>
    <a:clrScheme name="Custom 7">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USHE_slide options">
  <a:themeElements>
    <a:clrScheme name="Custom 40">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33399"/>
      </a:hlink>
      <a:folHlink>
        <a:srgbClr val="7030A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1036</TotalTime>
  <Words>944</Words>
  <Application>Microsoft Macintosh PowerPoint</Application>
  <PresentationFormat>On-screen Show (4:3)</PresentationFormat>
  <Paragraphs>112</Paragraphs>
  <Slides>18</Slides>
  <Notes>18</Notes>
  <HiddenSlides>0</HiddenSlides>
  <MMClips>0</MMClips>
  <ScaleCrop>false</ScaleCrop>
  <HeadingPairs>
    <vt:vector size="8" baseType="variant">
      <vt:variant>
        <vt:lpstr>Fonts Used</vt:lpstr>
      </vt:variant>
      <vt:variant>
        <vt:i4>3</vt:i4>
      </vt:variant>
      <vt:variant>
        <vt:lpstr>Theme</vt:lpstr>
      </vt:variant>
      <vt:variant>
        <vt:i4>2</vt:i4>
      </vt:variant>
      <vt:variant>
        <vt:lpstr>Embedded OLE Servers</vt:lpstr>
      </vt:variant>
      <vt:variant>
        <vt:i4>1</vt:i4>
      </vt:variant>
      <vt:variant>
        <vt:lpstr>Slide Titles</vt:lpstr>
      </vt:variant>
      <vt:variant>
        <vt:i4>18</vt:i4>
      </vt:variant>
    </vt:vector>
  </HeadingPairs>
  <TitlesOfParts>
    <vt:vector size="24" baseType="lpstr">
      <vt:lpstr>Verdana</vt:lpstr>
      <vt:lpstr>Arial</vt:lpstr>
      <vt:lpstr>Times New Roman</vt:lpstr>
      <vt:lpstr>USHE</vt:lpstr>
      <vt:lpstr>USHE_slide options</vt:lpstr>
      <vt:lpstr>Equation</vt:lpstr>
      <vt:lpstr>Electric Circuits</vt:lpstr>
      <vt:lpstr>Chapter 4 – techniques of circuit analysis (1 of 12)</vt:lpstr>
      <vt:lpstr>Chapter 4 – techniques of circuit analysis (2 of 12)</vt:lpstr>
      <vt:lpstr>Chapter 4 – techniques of circuit analysis (2 of 12)</vt:lpstr>
      <vt:lpstr>Chapter 4 – techniques of circuit analysis (3 of 12)</vt:lpstr>
      <vt:lpstr>Chapter 4 – techniques of circuit analysis (3 of 12)</vt:lpstr>
      <vt:lpstr>Chapter 4 – techniques of circuit analysis (4 of 12)</vt:lpstr>
      <vt:lpstr>Chapter 4 – techniques of circuit analysis (4 of 12)</vt:lpstr>
      <vt:lpstr>Chapter 4 – techniques of circuit analysis (5 of 12)</vt:lpstr>
      <vt:lpstr>Chapter 4 – techniques of circuit analysis (6 of 12)</vt:lpstr>
      <vt:lpstr>Chapter 4 – techniques of circuit analysis (7 of 12)</vt:lpstr>
      <vt:lpstr>Chapter 4 – techniques of circuit analysis (8 of 12)</vt:lpstr>
      <vt:lpstr>Chapter 4 – techniques of circuit analysis (9 of 12)</vt:lpstr>
      <vt:lpstr>Chapter 4 – techniques of circuit analysis (10 of 12)</vt:lpstr>
      <vt:lpstr>Chapter 4 – techniques of circuit analysis (11 of 12)</vt:lpstr>
      <vt:lpstr>Chapter 4 – techniques of circuit analysis (11 of 12)</vt:lpstr>
      <vt:lpstr>Chapter 4 – techniques of circuit analysis (12 of 12)</vt:lpstr>
      <vt:lpstr>Copyright</vt:lpstr>
    </vt:vector>
  </TitlesOfParts>
  <Company>Pearson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Electric Circuits, Twelfth Edition, Chapter 4 – Part 6</dc:title>
  <dc:subject>Engineering</dc:subject>
  <dc:creator>Nilsson and Riedel</dc:creator>
  <cp:keywords/>
  <dc:description/>
  <cp:lastModifiedBy>Kamil Erdayandi</cp:lastModifiedBy>
  <cp:revision>132</cp:revision>
  <dcterms:modified xsi:type="dcterms:W3CDTF">2025-10-27T12:53:36Z</dcterms:modified>
</cp:coreProperties>
</file>