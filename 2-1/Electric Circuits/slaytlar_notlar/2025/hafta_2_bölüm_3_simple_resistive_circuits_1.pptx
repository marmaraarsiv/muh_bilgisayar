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43"/>
  </p:notesMasterIdLst>
  <p:handoutMasterIdLst>
    <p:handoutMasterId r:id="rId44"/>
  </p:handoutMasterIdLst>
  <p:sldIdLst>
    <p:sldId id="332" r:id="rId3"/>
    <p:sldId id="324" r:id="rId4"/>
    <p:sldId id="1239" r:id="rId5"/>
    <p:sldId id="321" r:id="rId6"/>
    <p:sldId id="331" r:id="rId7"/>
    <p:sldId id="1231" r:id="rId8"/>
    <p:sldId id="1240" r:id="rId9"/>
    <p:sldId id="333" r:id="rId10"/>
    <p:sldId id="1241" r:id="rId11"/>
    <p:sldId id="1237" r:id="rId12"/>
    <p:sldId id="322" r:id="rId13"/>
    <p:sldId id="1244" r:id="rId14"/>
    <p:sldId id="1245" r:id="rId15"/>
    <p:sldId id="1221" r:id="rId16"/>
    <p:sldId id="1248" r:id="rId17"/>
    <p:sldId id="1222" r:id="rId18"/>
    <p:sldId id="1242" r:id="rId19"/>
    <p:sldId id="1232" r:id="rId20"/>
    <p:sldId id="1246" r:id="rId21"/>
    <p:sldId id="1233" r:id="rId22"/>
    <p:sldId id="1224" r:id="rId23"/>
    <p:sldId id="1225" r:id="rId24"/>
    <p:sldId id="1226" r:id="rId25"/>
    <p:sldId id="1235" r:id="rId26"/>
    <p:sldId id="1247" r:id="rId27"/>
    <p:sldId id="1249" r:id="rId28"/>
    <p:sldId id="1238" r:id="rId29"/>
    <p:sldId id="1261" r:id="rId30"/>
    <p:sldId id="1236" r:id="rId31"/>
    <p:sldId id="1250" r:id="rId32"/>
    <p:sldId id="1251" r:id="rId33"/>
    <p:sldId id="1252" r:id="rId34"/>
    <p:sldId id="1253" r:id="rId35"/>
    <p:sldId id="1254" r:id="rId36"/>
    <p:sldId id="1255" r:id="rId37"/>
    <p:sldId id="1256" r:id="rId38"/>
    <p:sldId id="1257" r:id="rId39"/>
    <p:sldId id="1258" r:id="rId40"/>
    <p:sldId id="1259" r:id="rId41"/>
    <p:sldId id="1260" r:id="rId42"/>
  </p:sldIdLst>
  <p:sldSz cx="9144000" cy="6858000" type="screen4x3"/>
  <p:notesSz cx="6858000" cy="9144000"/>
  <p:embeddedFontLst>
    <p:embeddedFont>
      <p:font typeface="Verdana" panose="020B0604030504040204"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27" userDrawn="1">
          <p15:clr>
            <a:srgbClr val="A4A3A4"/>
          </p15:clr>
        </p15:guide>
        <p15:guide id="2" pos="272" userDrawn="1">
          <p15:clr>
            <a:srgbClr val="A4A3A4"/>
          </p15:clr>
        </p15:guide>
        <p15:guide id="3" orient="horz" pos="914" userDrawn="1">
          <p15:clr>
            <a:srgbClr val="A4A3A4"/>
          </p15:clr>
        </p15:guide>
        <p15:guide id="5" pos="548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230" autoAdjust="0"/>
    <p:restoredTop sz="86449" autoAdjust="0"/>
  </p:normalViewPr>
  <p:slideViewPr>
    <p:cSldViewPr snapToGrid="0" snapToObjects="1">
      <p:cViewPr varScale="1">
        <p:scale>
          <a:sx n="110" d="100"/>
          <a:sy n="110" d="100"/>
        </p:scale>
        <p:origin x="1572" y="96"/>
      </p:cViewPr>
      <p:guideLst>
        <p:guide orient="horz" pos="427"/>
        <p:guide pos="272"/>
        <p:guide orient="horz" pos="914"/>
        <p:guide pos="5488"/>
      </p:guideLst>
    </p:cSldViewPr>
  </p:slideViewPr>
  <p:outlineViewPr>
    <p:cViewPr>
      <p:scale>
        <a:sx n="33" d="100"/>
        <a:sy n="33" d="100"/>
      </p:scale>
      <p:origin x="0" y="-10710"/>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font" Target="fonts/font3.fntdata"/><Relationship Id="rId50"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1.fntdata"/><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handoutMaster" Target="handoutMasters/handoutMaster1.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openxmlformats.org/officeDocument/2006/relationships/font" Target="fonts/font4.fntdata"/><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2.fntdata"/><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10/2/2025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 Math Type Plugin</a:t>
            </a:r>
          </a:p>
          <a:p>
            <a:r>
              <a:rPr lang="en-US" dirty="0"/>
              <a:t>2) Math Player (free versions available)</a:t>
            </a:r>
          </a:p>
          <a:p>
            <a:r>
              <a:rPr lang="en-US" dirty="0"/>
              <a:t>3) NVDA Reader (free versions available)</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214729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0085285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533785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637015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4F553-C622-F7FF-1D77-607D000C62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C79940-20E3-52E1-E741-1B1D2D8702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3771BD-6936-AF09-CDB4-8EA501A8F3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4644BE-61F6-64AF-92E0-D698A5640515}"/>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162323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553992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2F0C7-EF26-10C8-F47F-6B5FE7D983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5BF4DA-73D7-B409-BEB4-9639AF0C38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214713-E4B7-105F-A5C2-FEB0F3C7CF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757EF8-2EA1-79B6-1097-CB5CD9A90C3E}"/>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008120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Arial" panose="020B0604020202020204" pitchFamily="34" charset="0"/>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v subscript 4 Baseline equals R subscript 4 Baseline </a:t>
            </a:r>
            <a:r>
              <a:rPr lang="en-US" sz="1200" b="0" i="0" u="none" strike="noStrike" dirty="0" err="1">
                <a:solidFill>
                  <a:srgbClr val="000000"/>
                </a:solidFill>
                <a:effectLst/>
                <a:latin typeface="Arial" panose="020B0604020202020204" pitchFamily="34" charset="0"/>
                <a:cs typeface="Arial" panose="020B0604020202020204" pitchFamily="34" charset="0"/>
              </a:rPr>
              <a:t>i</a:t>
            </a:r>
            <a:r>
              <a:rPr lang="en-US" sz="1200" b="0" i="0" u="none" strike="noStrike" dirty="0">
                <a:solidFill>
                  <a:srgbClr val="000000"/>
                </a:solidFill>
                <a:effectLst/>
                <a:latin typeface="Arial" panose="020B0604020202020204" pitchFamily="34" charset="0"/>
                <a:cs typeface="Arial" panose="020B0604020202020204" pitchFamily="34" charset="0"/>
              </a:rPr>
              <a:t> subscript s Baseline equals R subscript 4 Baseline Start Fraction v subscript s over Open Parenthesis R subscript 1 Baseline plus R subscript 2 Baseline plus </a:t>
            </a:r>
            <a:r>
              <a:rPr lang="en-US" sz="1200" b="0" i="0" u="none" strike="noStrike" dirty="0" err="1">
                <a:solidFill>
                  <a:srgbClr val="000000"/>
                </a:solidFill>
                <a:effectLst/>
                <a:latin typeface="Arial" panose="020B0604020202020204" pitchFamily="34" charset="0"/>
                <a:cs typeface="Arial" panose="020B0604020202020204" pitchFamily="34" charset="0"/>
              </a:rPr>
              <a:t>upto</a:t>
            </a:r>
            <a:r>
              <a:rPr lang="en-US" sz="1200" b="0" i="0" u="none" strike="noStrike" dirty="0">
                <a:solidFill>
                  <a:srgbClr val="000000"/>
                </a:solidFill>
                <a:effectLst/>
                <a:latin typeface="Arial" panose="020B0604020202020204" pitchFamily="34" charset="0"/>
                <a:cs typeface="Arial" panose="020B0604020202020204" pitchFamily="34" charset="0"/>
              </a:rPr>
              <a:t> plus R subscript 7 Close Parenthesis End Fraction equals Start Fraction R subscript 4 Baseline over R subscript e q Baseline End Fraction v subscript s Baseline.</a:t>
            </a: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34632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868087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A5C70-3956-DEE0-F9A0-912AC9ECFA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E0F01-DAD1-B4DE-40B4-8515A387A2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0306C0-7597-3709-1343-BB46D73FC4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689997-C603-595C-14C2-A3D8D16EE419}"/>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995687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081243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7C83C-957C-9134-5040-84E7F4700C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388711-EADF-A822-CE89-A318C60BE2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D8CBB2-F761-89D6-AE40-AEF8F59DC2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26B593-A47F-2EC5-D6BC-F4D95CC1A4D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362122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235800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E3C42-26DA-0498-A85B-DC8236A037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7097A1-447F-33A0-8FF3-4913D70EF4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8604CC-3471-37F5-4921-03E6168131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C294F3-8900-8650-F676-5A0699E90A2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997632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DD9ACB2-8DE7-5320-CFA1-0608962C5D12}"/>
              </a:ext>
            </a:extLst>
          </p:cNvPr>
          <p:cNvSpPr>
            <a:spLocks noGrp="1"/>
          </p:cNvSpPr>
          <p:nvPr>
            <p:ph type="body" idx="1"/>
          </p:nvPr>
        </p:nvSpPr>
        <p:spPr/>
        <p:txBody>
          <a:bodyPr/>
          <a:lstStyle/>
          <a:p>
            <a:r>
              <a:rPr lang="en-US" sz="1200" b="0" i="0" u="none" strike="noStrike" dirty="0">
                <a:solidFill>
                  <a:srgbClr val="000000"/>
                </a:solidFill>
                <a:effectLst/>
                <a:latin typeface="Arial" panose="020B0604020202020204" pitchFamily="34" charset="0"/>
                <a:cs typeface="Arial" panose="020B0604020202020204" pitchFamily="34" charset="0"/>
              </a:rPr>
              <a:t>Long Description:</a:t>
            </a:r>
          </a:p>
          <a:p>
            <a:r>
              <a:rPr lang="en-US" sz="1200" b="0" i="0" u="none" strike="noStrike" dirty="0" err="1">
                <a:solidFill>
                  <a:srgbClr val="000000"/>
                </a:solidFill>
                <a:effectLst/>
                <a:latin typeface="Arial" panose="020B0604020202020204" pitchFamily="34" charset="0"/>
                <a:cs typeface="Arial" panose="020B0604020202020204" pitchFamily="34" charset="0"/>
              </a:rPr>
              <a:t>i</a:t>
            </a:r>
            <a:r>
              <a:rPr lang="en-US" sz="1200" b="0" i="0" u="none" strike="noStrike" dirty="0">
                <a:solidFill>
                  <a:srgbClr val="000000"/>
                </a:solidFill>
                <a:effectLst/>
                <a:latin typeface="Arial" panose="020B0604020202020204" pitchFamily="34" charset="0"/>
                <a:cs typeface="Arial" panose="020B0604020202020204" pitchFamily="34" charset="0"/>
              </a:rPr>
              <a:t> subscript 3 Baseline equals Start Fraction v subscript s Baseline over R subscript 3 Baseline End Fraction equals Start Fraction R subscript e q Baseline </a:t>
            </a:r>
            <a:r>
              <a:rPr lang="en-US" sz="1200" b="0" i="0" u="none" strike="noStrike" dirty="0" err="1">
                <a:solidFill>
                  <a:srgbClr val="000000"/>
                </a:solidFill>
                <a:effectLst/>
                <a:latin typeface="Arial" panose="020B0604020202020204" pitchFamily="34" charset="0"/>
                <a:cs typeface="Arial" panose="020B0604020202020204" pitchFamily="34" charset="0"/>
              </a:rPr>
              <a:t>i</a:t>
            </a:r>
            <a:r>
              <a:rPr lang="en-US" sz="1200" b="0" i="0" u="none" strike="noStrike" dirty="0">
                <a:solidFill>
                  <a:srgbClr val="000000"/>
                </a:solidFill>
                <a:effectLst/>
                <a:latin typeface="Arial" panose="020B0604020202020204" pitchFamily="34" charset="0"/>
                <a:cs typeface="Arial" panose="020B0604020202020204" pitchFamily="34" charset="0"/>
              </a:rPr>
              <a:t> subscript s Baseline over R subscript 3 Baseline End Fraction equals Start Fraction R subscript e q Baseline over R subscript 3 Baseline End Fraction </a:t>
            </a:r>
            <a:r>
              <a:rPr lang="en-US" sz="1200" b="0" i="0" u="none" strike="noStrike" dirty="0" err="1">
                <a:solidFill>
                  <a:srgbClr val="000000"/>
                </a:solidFill>
                <a:effectLst/>
                <a:latin typeface="Arial" panose="020B0604020202020204" pitchFamily="34" charset="0"/>
                <a:cs typeface="Arial" panose="020B0604020202020204" pitchFamily="34" charset="0"/>
              </a:rPr>
              <a:t>i</a:t>
            </a:r>
            <a:r>
              <a:rPr lang="en-US" sz="1200" b="0" i="0" u="none" strike="noStrike" dirty="0">
                <a:solidFill>
                  <a:srgbClr val="000000"/>
                </a:solidFill>
                <a:effectLst/>
                <a:latin typeface="Arial" panose="020B0604020202020204" pitchFamily="34" charset="0"/>
                <a:cs typeface="Arial" panose="020B0604020202020204" pitchFamily="34" charset="0"/>
              </a:rPr>
              <a:t> subscript s.</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82148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21</a:t>
            </a:fld>
            <a:endParaRPr lang="en-US" dirty="0"/>
          </a:p>
        </p:txBody>
      </p:sp>
    </p:spTree>
    <p:extLst>
      <p:ext uri="{BB962C8B-B14F-4D97-AF65-F5344CB8AC3E}">
        <p14:creationId xmlns:p14="http://schemas.microsoft.com/office/powerpoint/2010/main" val="2624903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22</a:t>
            </a:fld>
            <a:endParaRPr lang="en-US" dirty="0"/>
          </a:p>
        </p:txBody>
      </p:sp>
    </p:spTree>
    <p:extLst>
      <p:ext uri="{BB962C8B-B14F-4D97-AF65-F5344CB8AC3E}">
        <p14:creationId xmlns:p14="http://schemas.microsoft.com/office/powerpoint/2010/main" val="21089669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23</a:t>
            </a:fld>
            <a:endParaRPr lang="en-US" dirty="0"/>
          </a:p>
        </p:txBody>
      </p:sp>
    </p:spTree>
    <p:extLst>
      <p:ext uri="{BB962C8B-B14F-4D97-AF65-F5344CB8AC3E}">
        <p14:creationId xmlns:p14="http://schemas.microsoft.com/office/powerpoint/2010/main" val="14652587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24</a:t>
            </a:fld>
            <a:endParaRPr lang="en-US" dirty="0"/>
          </a:p>
        </p:txBody>
      </p:sp>
    </p:spTree>
    <p:extLst>
      <p:ext uri="{BB962C8B-B14F-4D97-AF65-F5344CB8AC3E}">
        <p14:creationId xmlns:p14="http://schemas.microsoft.com/office/powerpoint/2010/main" val="15012345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E2687-8AA8-10E9-DED6-670009C11E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3F0E38-0DC3-3A49-B201-B8AE2EBDDD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F66053-5F97-C00C-F924-D610559EC714}"/>
              </a:ext>
            </a:extLst>
          </p:cNvPr>
          <p:cNvSpPr>
            <a:spLocks noGrp="1"/>
          </p:cNvSpPr>
          <p:nvPr>
            <p:ph type="body" idx="1"/>
          </p:nvPr>
        </p:nvSpPr>
        <p:spPr/>
        <p:txBody>
          <a:bodyPr/>
          <a:lstStyle/>
          <a:p>
            <a:pPr defTabSz="931774">
              <a:defRPr/>
            </a:pPr>
            <a:endParaRPr lang="en-US" dirty="0"/>
          </a:p>
        </p:txBody>
      </p:sp>
      <p:sp>
        <p:nvSpPr>
          <p:cNvPr id="4" name="Slide Number Placeholder 3">
            <a:extLst>
              <a:ext uri="{FF2B5EF4-FFF2-40B4-BE49-F238E27FC236}">
                <a16:creationId xmlns:a16="http://schemas.microsoft.com/office/drawing/2014/main" id="{EA15E285-4C96-67BB-280F-B700F6269F84}"/>
              </a:ext>
            </a:extLst>
          </p:cNvPr>
          <p:cNvSpPr>
            <a:spLocks noGrp="1"/>
          </p:cNvSpPr>
          <p:nvPr>
            <p:ph type="sldNum" sz="quarter" idx="10"/>
          </p:nvPr>
        </p:nvSpPr>
        <p:spPr/>
        <p:txBody>
          <a:bodyPr/>
          <a:lstStyle/>
          <a:p>
            <a:fld id="{A73D6722-9B4D-4E29-B226-C325925A8118}" type="slidenum">
              <a:rPr lang="en-US" smtClean="0"/>
              <a:t>25</a:t>
            </a:fld>
            <a:endParaRPr lang="en-US" dirty="0"/>
          </a:p>
        </p:txBody>
      </p:sp>
    </p:spTree>
    <p:extLst>
      <p:ext uri="{BB962C8B-B14F-4D97-AF65-F5344CB8AC3E}">
        <p14:creationId xmlns:p14="http://schemas.microsoft.com/office/powerpoint/2010/main" val="22580387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4225E-7F32-C2EC-FAE2-63E44C691A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8F3429-DC9F-5C17-F917-A8F9001D29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A3AA1A-AFB2-14E8-99A3-87485C68855D}"/>
              </a:ext>
            </a:extLst>
          </p:cNvPr>
          <p:cNvSpPr>
            <a:spLocks noGrp="1"/>
          </p:cNvSpPr>
          <p:nvPr>
            <p:ph type="body" idx="1"/>
          </p:nvPr>
        </p:nvSpPr>
        <p:spPr/>
        <p:txBody>
          <a:bodyPr/>
          <a:lstStyle/>
          <a:p>
            <a:pPr defTabSz="931774">
              <a:defRPr/>
            </a:pPr>
            <a:endParaRPr lang="en-US" dirty="0"/>
          </a:p>
        </p:txBody>
      </p:sp>
      <p:sp>
        <p:nvSpPr>
          <p:cNvPr id="4" name="Slide Number Placeholder 3">
            <a:extLst>
              <a:ext uri="{FF2B5EF4-FFF2-40B4-BE49-F238E27FC236}">
                <a16:creationId xmlns:a16="http://schemas.microsoft.com/office/drawing/2014/main" id="{93F6DD60-440F-D6A3-99E6-28E5DC576995}"/>
              </a:ext>
            </a:extLst>
          </p:cNvPr>
          <p:cNvSpPr>
            <a:spLocks noGrp="1"/>
          </p:cNvSpPr>
          <p:nvPr>
            <p:ph type="sldNum" sz="quarter" idx="10"/>
          </p:nvPr>
        </p:nvSpPr>
        <p:spPr/>
        <p:txBody>
          <a:bodyPr/>
          <a:lstStyle/>
          <a:p>
            <a:fld id="{A73D6722-9B4D-4E29-B226-C325925A8118}" type="slidenum">
              <a:rPr lang="en-US" smtClean="0"/>
              <a:t>26</a:t>
            </a:fld>
            <a:endParaRPr lang="en-US" dirty="0"/>
          </a:p>
        </p:txBody>
      </p:sp>
    </p:spTree>
    <p:extLst>
      <p:ext uri="{BB962C8B-B14F-4D97-AF65-F5344CB8AC3E}">
        <p14:creationId xmlns:p14="http://schemas.microsoft.com/office/powerpoint/2010/main" val="34097649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0949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781491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29</a:t>
            </a:fld>
            <a:endParaRPr lang="en-US" dirty="0"/>
          </a:p>
        </p:txBody>
      </p:sp>
    </p:spTree>
    <p:extLst>
      <p:ext uri="{BB962C8B-B14F-4D97-AF65-F5344CB8AC3E}">
        <p14:creationId xmlns:p14="http://schemas.microsoft.com/office/powerpoint/2010/main" val="19301174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41515-F210-F75C-01B9-CB746041BB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537E76-1A56-F549-4031-DC7108EF32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A9ED12-197D-A585-2683-C7D782F946FC}"/>
              </a:ext>
            </a:extLst>
          </p:cNvPr>
          <p:cNvSpPr>
            <a:spLocks noGrp="1"/>
          </p:cNvSpPr>
          <p:nvPr>
            <p:ph type="body" idx="1"/>
          </p:nvPr>
        </p:nvSpPr>
        <p:spPr/>
        <p:txBody>
          <a:bodyPr/>
          <a:lstStyle/>
          <a:p>
            <a:pPr defTabSz="931774">
              <a:defRPr/>
            </a:pPr>
            <a:endParaRPr lang="en-US" dirty="0"/>
          </a:p>
        </p:txBody>
      </p:sp>
      <p:sp>
        <p:nvSpPr>
          <p:cNvPr id="4" name="Slide Number Placeholder 3">
            <a:extLst>
              <a:ext uri="{FF2B5EF4-FFF2-40B4-BE49-F238E27FC236}">
                <a16:creationId xmlns:a16="http://schemas.microsoft.com/office/drawing/2014/main" id="{58863893-78F2-7972-97B0-9AD1212FA935}"/>
              </a:ext>
            </a:extLst>
          </p:cNvPr>
          <p:cNvSpPr>
            <a:spLocks noGrp="1"/>
          </p:cNvSpPr>
          <p:nvPr>
            <p:ph type="sldNum" sz="quarter" idx="10"/>
          </p:nvPr>
        </p:nvSpPr>
        <p:spPr/>
        <p:txBody>
          <a:bodyPr/>
          <a:lstStyle/>
          <a:p>
            <a:fld id="{A73D6722-9B4D-4E29-B226-C325925A8118}" type="slidenum">
              <a:rPr lang="en-US" smtClean="0"/>
              <a:t>30</a:t>
            </a:fld>
            <a:endParaRPr lang="en-US" dirty="0"/>
          </a:p>
        </p:txBody>
      </p:sp>
    </p:spTree>
    <p:extLst>
      <p:ext uri="{BB962C8B-B14F-4D97-AF65-F5344CB8AC3E}">
        <p14:creationId xmlns:p14="http://schemas.microsoft.com/office/powerpoint/2010/main" val="37832623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04EF8-4F32-248A-C320-B0DEC6EB45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64F33B-4BBF-02C2-71C9-A066345591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E2C8D8-FD0D-31C2-64E6-8D4FB1F886DF}"/>
              </a:ext>
            </a:extLst>
          </p:cNvPr>
          <p:cNvSpPr>
            <a:spLocks noGrp="1"/>
          </p:cNvSpPr>
          <p:nvPr>
            <p:ph type="body" idx="1"/>
          </p:nvPr>
        </p:nvSpPr>
        <p:spPr/>
        <p:txBody>
          <a:bodyPr/>
          <a:lstStyle/>
          <a:p>
            <a:pPr defTabSz="931774">
              <a:defRPr/>
            </a:pPr>
            <a:endParaRPr lang="en-US" dirty="0"/>
          </a:p>
        </p:txBody>
      </p:sp>
      <p:sp>
        <p:nvSpPr>
          <p:cNvPr id="4" name="Slide Number Placeholder 3">
            <a:extLst>
              <a:ext uri="{FF2B5EF4-FFF2-40B4-BE49-F238E27FC236}">
                <a16:creationId xmlns:a16="http://schemas.microsoft.com/office/drawing/2014/main" id="{7360B60F-38E7-16D1-A1C8-6A0B1DCE8831}"/>
              </a:ext>
            </a:extLst>
          </p:cNvPr>
          <p:cNvSpPr>
            <a:spLocks noGrp="1"/>
          </p:cNvSpPr>
          <p:nvPr>
            <p:ph type="sldNum" sz="quarter" idx="10"/>
          </p:nvPr>
        </p:nvSpPr>
        <p:spPr/>
        <p:txBody>
          <a:bodyPr/>
          <a:lstStyle/>
          <a:p>
            <a:fld id="{A73D6722-9B4D-4E29-B226-C325925A8118}" type="slidenum">
              <a:rPr lang="en-US" smtClean="0"/>
              <a:t>31</a:t>
            </a:fld>
            <a:endParaRPr lang="en-US" dirty="0"/>
          </a:p>
        </p:txBody>
      </p:sp>
    </p:spTree>
    <p:extLst>
      <p:ext uri="{BB962C8B-B14F-4D97-AF65-F5344CB8AC3E}">
        <p14:creationId xmlns:p14="http://schemas.microsoft.com/office/powerpoint/2010/main" val="39988157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29859-3A62-064E-E4F4-2946DF183E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18C73-B2AF-86DE-100D-67A29144FA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F71F67-3877-B0ED-8690-EF6739D9F744}"/>
              </a:ext>
            </a:extLst>
          </p:cNvPr>
          <p:cNvSpPr>
            <a:spLocks noGrp="1"/>
          </p:cNvSpPr>
          <p:nvPr>
            <p:ph type="body" idx="1"/>
          </p:nvPr>
        </p:nvSpPr>
        <p:spPr/>
        <p:txBody>
          <a:bodyPr/>
          <a:lstStyle/>
          <a:p>
            <a:pPr defTabSz="931774">
              <a:defRPr/>
            </a:pPr>
            <a:endParaRPr lang="en-US" dirty="0"/>
          </a:p>
        </p:txBody>
      </p:sp>
      <p:sp>
        <p:nvSpPr>
          <p:cNvPr id="4" name="Slide Number Placeholder 3">
            <a:extLst>
              <a:ext uri="{FF2B5EF4-FFF2-40B4-BE49-F238E27FC236}">
                <a16:creationId xmlns:a16="http://schemas.microsoft.com/office/drawing/2014/main" id="{B55112C2-43AF-AF45-06EA-ADC165DEE5B5}"/>
              </a:ext>
            </a:extLst>
          </p:cNvPr>
          <p:cNvSpPr>
            <a:spLocks noGrp="1"/>
          </p:cNvSpPr>
          <p:nvPr>
            <p:ph type="sldNum" sz="quarter" idx="10"/>
          </p:nvPr>
        </p:nvSpPr>
        <p:spPr/>
        <p:txBody>
          <a:bodyPr/>
          <a:lstStyle/>
          <a:p>
            <a:fld id="{A73D6722-9B4D-4E29-B226-C325925A8118}" type="slidenum">
              <a:rPr lang="en-US" smtClean="0"/>
              <a:t>32</a:t>
            </a:fld>
            <a:endParaRPr lang="en-US" dirty="0"/>
          </a:p>
        </p:txBody>
      </p:sp>
    </p:spTree>
    <p:extLst>
      <p:ext uri="{BB962C8B-B14F-4D97-AF65-F5344CB8AC3E}">
        <p14:creationId xmlns:p14="http://schemas.microsoft.com/office/powerpoint/2010/main" val="23684537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6F331-B052-D265-9758-3849F87ABA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F604EF-B20E-38E7-7F2C-B50A182563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B5E2A4-E83A-5BD1-1878-76BEA00913A1}"/>
              </a:ext>
            </a:extLst>
          </p:cNvPr>
          <p:cNvSpPr>
            <a:spLocks noGrp="1"/>
          </p:cNvSpPr>
          <p:nvPr>
            <p:ph type="body" idx="1"/>
          </p:nvPr>
        </p:nvSpPr>
        <p:spPr/>
        <p:txBody>
          <a:bodyPr/>
          <a:lstStyle/>
          <a:p>
            <a:pPr defTabSz="931774">
              <a:defRPr/>
            </a:pPr>
            <a:endParaRPr lang="en-US" dirty="0"/>
          </a:p>
        </p:txBody>
      </p:sp>
      <p:sp>
        <p:nvSpPr>
          <p:cNvPr id="4" name="Slide Number Placeholder 3">
            <a:extLst>
              <a:ext uri="{FF2B5EF4-FFF2-40B4-BE49-F238E27FC236}">
                <a16:creationId xmlns:a16="http://schemas.microsoft.com/office/drawing/2014/main" id="{610AD15A-59AE-DC19-66AF-61F1449C6650}"/>
              </a:ext>
            </a:extLst>
          </p:cNvPr>
          <p:cNvSpPr>
            <a:spLocks noGrp="1"/>
          </p:cNvSpPr>
          <p:nvPr>
            <p:ph type="sldNum" sz="quarter" idx="10"/>
          </p:nvPr>
        </p:nvSpPr>
        <p:spPr/>
        <p:txBody>
          <a:bodyPr/>
          <a:lstStyle/>
          <a:p>
            <a:fld id="{A73D6722-9B4D-4E29-B226-C325925A8118}" type="slidenum">
              <a:rPr lang="en-US" smtClean="0"/>
              <a:t>33</a:t>
            </a:fld>
            <a:endParaRPr lang="en-US" dirty="0"/>
          </a:p>
        </p:txBody>
      </p:sp>
    </p:spTree>
    <p:extLst>
      <p:ext uri="{BB962C8B-B14F-4D97-AF65-F5344CB8AC3E}">
        <p14:creationId xmlns:p14="http://schemas.microsoft.com/office/powerpoint/2010/main" val="8568455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1EEFE-33A7-EA1F-CE1C-F8C4C343F3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866CE1-EFA3-912A-8D2B-D46C92123D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B4B529-C4E7-158E-346A-D4B9DF0AE492}"/>
              </a:ext>
            </a:extLst>
          </p:cNvPr>
          <p:cNvSpPr>
            <a:spLocks noGrp="1"/>
          </p:cNvSpPr>
          <p:nvPr>
            <p:ph type="body" idx="1"/>
          </p:nvPr>
        </p:nvSpPr>
        <p:spPr/>
        <p:txBody>
          <a:bodyPr/>
          <a:lstStyle/>
          <a:p>
            <a:pPr defTabSz="931774">
              <a:defRPr/>
            </a:pPr>
            <a:endParaRPr lang="en-US" dirty="0"/>
          </a:p>
        </p:txBody>
      </p:sp>
      <p:sp>
        <p:nvSpPr>
          <p:cNvPr id="4" name="Slide Number Placeholder 3">
            <a:extLst>
              <a:ext uri="{FF2B5EF4-FFF2-40B4-BE49-F238E27FC236}">
                <a16:creationId xmlns:a16="http://schemas.microsoft.com/office/drawing/2014/main" id="{ECE1E859-11CA-7B47-1BA5-3847FE2656E7}"/>
              </a:ext>
            </a:extLst>
          </p:cNvPr>
          <p:cNvSpPr>
            <a:spLocks noGrp="1"/>
          </p:cNvSpPr>
          <p:nvPr>
            <p:ph type="sldNum" sz="quarter" idx="10"/>
          </p:nvPr>
        </p:nvSpPr>
        <p:spPr/>
        <p:txBody>
          <a:bodyPr/>
          <a:lstStyle/>
          <a:p>
            <a:fld id="{A73D6722-9B4D-4E29-B226-C325925A8118}" type="slidenum">
              <a:rPr lang="en-US" smtClean="0"/>
              <a:t>34</a:t>
            </a:fld>
            <a:endParaRPr lang="en-US" dirty="0"/>
          </a:p>
        </p:txBody>
      </p:sp>
    </p:spTree>
    <p:extLst>
      <p:ext uri="{BB962C8B-B14F-4D97-AF65-F5344CB8AC3E}">
        <p14:creationId xmlns:p14="http://schemas.microsoft.com/office/powerpoint/2010/main" val="17669761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C094B-440A-5289-F6DE-C3CCB7E717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BAEC4D-34EA-2DA7-25CE-DCBF6D19AD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A2C1F2-0481-8826-6CD8-0CA4914893D8}"/>
              </a:ext>
            </a:extLst>
          </p:cNvPr>
          <p:cNvSpPr>
            <a:spLocks noGrp="1"/>
          </p:cNvSpPr>
          <p:nvPr>
            <p:ph type="body" idx="1"/>
          </p:nvPr>
        </p:nvSpPr>
        <p:spPr/>
        <p:txBody>
          <a:bodyPr/>
          <a:lstStyle/>
          <a:p>
            <a:pPr defTabSz="931774">
              <a:defRPr/>
            </a:pPr>
            <a:endParaRPr lang="en-US" dirty="0"/>
          </a:p>
        </p:txBody>
      </p:sp>
      <p:sp>
        <p:nvSpPr>
          <p:cNvPr id="4" name="Slide Number Placeholder 3">
            <a:extLst>
              <a:ext uri="{FF2B5EF4-FFF2-40B4-BE49-F238E27FC236}">
                <a16:creationId xmlns:a16="http://schemas.microsoft.com/office/drawing/2014/main" id="{32A6BF10-1DBF-5E70-1CE0-290F4DBED26C}"/>
              </a:ext>
            </a:extLst>
          </p:cNvPr>
          <p:cNvSpPr>
            <a:spLocks noGrp="1"/>
          </p:cNvSpPr>
          <p:nvPr>
            <p:ph type="sldNum" sz="quarter" idx="10"/>
          </p:nvPr>
        </p:nvSpPr>
        <p:spPr/>
        <p:txBody>
          <a:bodyPr/>
          <a:lstStyle/>
          <a:p>
            <a:fld id="{A73D6722-9B4D-4E29-B226-C325925A8118}" type="slidenum">
              <a:rPr lang="en-US" smtClean="0"/>
              <a:t>35</a:t>
            </a:fld>
            <a:endParaRPr lang="en-US" dirty="0"/>
          </a:p>
        </p:txBody>
      </p:sp>
    </p:spTree>
    <p:extLst>
      <p:ext uri="{BB962C8B-B14F-4D97-AF65-F5344CB8AC3E}">
        <p14:creationId xmlns:p14="http://schemas.microsoft.com/office/powerpoint/2010/main" val="42353212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887F4-0169-F081-767E-4CAAC709CB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7D5EDA-82BC-04D2-D794-C9E35189D3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84E2F9-8E04-6444-8E9C-A708698A7842}"/>
              </a:ext>
            </a:extLst>
          </p:cNvPr>
          <p:cNvSpPr>
            <a:spLocks noGrp="1"/>
          </p:cNvSpPr>
          <p:nvPr>
            <p:ph type="body" idx="1"/>
          </p:nvPr>
        </p:nvSpPr>
        <p:spPr/>
        <p:txBody>
          <a:bodyPr/>
          <a:lstStyle/>
          <a:p>
            <a:pPr defTabSz="931774">
              <a:defRPr/>
            </a:pPr>
            <a:endParaRPr lang="en-US" dirty="0"/>
          </a:p>
        </p:txBody>
      </p:sp>
      <p:sp>
        <p:nvSpPr>
          <p:cNvPr id="4" name="Slide Number Placeholder 3">
            <a:extLst>
              <a:ext uri="{FF2B5EF4-FFF2-40B4-BE49-F238E27FC236}">
                <a16:creationId xmlns:a16="http://schemas.microsoft.com/office/drawing/2014/main" id="{2D4DCDD6-F591-E9D2-CE1F-8EC62650FA8E}"/>
              </a:ext>
            </a:extLst>
          </p:cNvPr>
          <p:cNvSpPr>
            <a:spLocks noGrp="1"/>
          </p:cNvSpPr>
          <p:nvPr>
            <p:ph type="sldNum" sz="quarter" idx="10"/>
          </p:nvPr>
        </p:nvSpPr>
        <p:spPr/>
        <p:txBody>
          <a:bodyPr/>
          <a:lstStyle/>
          <a:p>
            <a:fld id="{A73D6722-9B4D-4E29-B226-C325925A8118}" type="slidenum">
              <a:rPr lang="en-US" smtClean="0"/>
              <a:t>36</a:t>
            </a:fld>
            <a:endParaRPr lang="en-US" dirty="0"/>
          </a:p>
        </p:txBody>
      </p:sp>
    </p:spTree>
    <p:extLst>
      <p:ext uri="{BB962C8B-B14F-4D97-AF65-F5344CB8AC3E}">
        <p14:creationId xmlns:p14="http://schemas.microsoft.com/office/powerpoint/2010/main" val="20976102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55798-FD9D-0BCB-396E-F3A18FC237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BE09C9-BCE8-C598-4B08-75C678185B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085DD9-BBD2-7C9A-CBF0-9E84145053BC}"/>
              </a:ext>
            </a:extLst>
          </p:cNvPr>
          <p:cNvSpPr>
            <a:spLocks noGrp="1"/>
          </p:cNvSpPr>
          <p:nvPr>
            <p:ph type="body" idx="1"/>
          </p:nvPr>
        </p:nvSpPr>
        <p:spPr/>
        <p:txBody>
          <a:bodyPr/>
          <a:lstStyle/>
          <a:p>
            <a:pPr defTabSz="931774">
              <a:defRPr/>
            </a:pPr>
            <a:endParaRPr lang="en-US" dirty="0"/>
          </a:p>
        </p:txBody>
      </p:sp>
      <p:sp>
        <p:nvSpPr>
          <p:cNvPr id="4" name="Slide Number Placeholder 3">
            <a:extLst>
              <a:ext uri="{FF2B5EF4-FFF2-40B4-BE49-F238E27FC236}">
                <a16:creationId xmlns:a16="http://schemas.microsoft.com/office/drawing/2014/main" id="{3BB429FA-2C19-6910-D412-187C5B4E311C}"/>
              </a:ext>
            </a:extLst>
          </p:cNvPr>
          <p:cNvSpPr>
            <a:spLocks noGrp="1"/>
          </p:cNvSpPr>
          <p:nvPr>
            <p:ph type="sldNum" sz="quarter" idx="10"/>
          </p:nvPr>
        </p:nvSpPr>
        <p:spPr/>
        <p:txBody>
          <a:bodyPr/>
          <a:lstStyle/>
          <a:p>
            <a:fld id="{A73D6722-9B4D-4E29-B226-C325925A8118}" type="slidenum">
              <a:rPr lang="en-US" smtClean="0"/>
              <a:t>37</a:t>
            </a:fld>
            <a:endParaRPr lang="en-US" dirty="0"/>
          </a:p>
        </p:txBody>
      </p:sp>
    </p:spTree>
    <p:extLst>
      <p:ext uri="{BB962C8B-B14F-4D97-AF65-F5344CB8AC3E}">
        <p14:creationId xmlns:p14="http://schemas.microsoft.com/office/powerpoint/2010/main" val="24157724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ED844-7777-D1BB-6B0B-147FF251DA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754C6A-869B-356C-ABAC-9987343578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B50F03-1C80-93C2-787E-897715AE65CA}"/>
              </a:ext>
            </a:extLst>
          </p:cNvPr>
          <p:cNvSpPr>
            <a:spLocks noGrp="1"/>
          </p:cNvSpPr>
          <p:nvPr>
            <p:ph type="body" idx="1"/>
          </p:nvPr>
        </p:nvSpPr>
        <p:spPr/>
        <p:txBody>
          <a:bodyPr/>
          <a:lstStyle/>
          <a:p>
            <a:pPr defTabSz="931774">
              <a:defRPr/>
            </a:pPr>
            <a:endParaRPr lang="en-US" dirty="0"/>
          </a:p>
        </p:txBody>
      </p:sp>
      <p:sp>
        <p:nvSpPr>
          <p:cNvPr id="4" name="Slide Number Placeholder 3">
            <a:extLst>
              <a:ext uri="{FF2B5EF4-FFF2-40B4-BE49-F238E27FC236}">
                <a16:creationId xmlns:a16="http://schemas.microsoft.com/office/drawing/2014/main" id="{4A9C09FF-E3DD-0FF6-B57A-27D1650F11A8}"/>
              </a:ext>
            </a:extLst>
          </p:cNvPr>
          <p:cNvSpPr>
            <a:spLocks noGrp="1"/>
          </p:cNvSpPr>
          <p:nvPr>
            <p:ph type="sldNum" sz="quarter" idx="10"/>
          </p:nvPr>
        </p:nvSpPr>
        <p:spPr/>
        <p:txBody>
          <a:bodyPr/>
          <a:lstStyle/>
          <a:p>
            <a:fld id="{A73D6722-9B4D-4E29-B226-C325925A8118}" type="slidenum">
              <a:rPr lang="en-US" smtClean="0"/>
              <a:t>38</a:t>
            </a:fld>
            <a:endParaRPr lang="en-US" dirty="0"/>
          </a:p>
        </p:txBody>
      </p:sp>
    </p:spTree>
    <p:extLst>
      <p:ext uri="{BB962C8B-B14F-4D97-AF65-F5344CB8AC3E}">
        <p14:creationId xmlns:p14="http://schemas.microsoft.com/office/powerpoint/2010/main" val="34445900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BD711-8CEB-6DE2-2167-1577B28979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013ACC-C73C-6CE0-C308-8EDA584DD4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EE5450-3A62-16E8-A238-8F3E7E79B585}"/>
              </a:ext>
            </a:extLst>
          </p:cNvPr>
          <p:cNvSpPr>
            <a:spLocks noGrp="1"/>
          </p:cNvSpPr>
          <p:nvPr>
            <p:ph type="body" idx="1"/>
          </p:nvPr>
        </p:nvSpPr>
        <p:spPr/>
        <p:txBody>
          <a:bodyPr/>
          <a:lstStyle/>
          <a:p>
            <a:pPr defTabSz="931774">
              <a:defRPr/>
            </a:pPr>
            <a:endParaRPr lang="en-US" dirty="0"/>
          </a:p>
        </p:txBody>
      </p:sp>
      <p:sp>
        <p:nvSpPr>
          <p:cNvPr id="4" name="Slide Number Placeholder 3">
            <a:extLst>
              <a:ext uri="{FF2B5EF4-FFF2-40B4-BE49-F238E27FC236}">
                <a16:creationId xmlns:a16="http://schemas.microsoft.com/office/drawing/2014/main" id="{56E2F5A9-BDA3-B3F3-F34F-CBD0EDA7C6BB}"/>
              </a:ext>
            </a:extLst>
          </p:cNvPr>
          <p:cNvSpPr>
            <a:spLocks noGrp="1"/>
          </p:cNvSpPr>
          <p:nvPr>
            <p:ph type="sldNum" sz="quarter" idx="10"/>
          </p:nvPr>
        </p:nvSpPr>
        <p:spPr/>
        <p:txBody>
          <a:bodyPr/>
          <a:lstStyle/>
          <a:p>
            <a:fld id="{A73D6722-9B4D-4E29-B226-C325925A8118}" type="slidenum">
              <a:rPr lang="en-US" smtClean="0"/>
              <a:t>39</a:t>
            </a:fld>
            <a:endParaRPr lang="en-US" dirty="0"/>
          </a:p>
        </p:txBody>
      </p:sp>
    </p:spTree>
    <p:extLst>
      <p:ext uri="{BB962C8B-B14F-4D97-AF65-F5344CB8AC3E}">
        <p14:creationId xmlns:p14="http://schemas.microsoft.com/office/powerpoint/2010/main" val="7139068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1671B-CEBE-0523-AC59-E6B1C63BB9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34E11F-D37C-0A41-4983-F1230B58A8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6C0BDD-20E9-2945-C6CF-A8A915795802}"/>
              </a:ext>
            </a:extLst>
          </p:cNvPr>
          <p:cNvSpPr>
            <a:spLocks noGrp="1"/>
          </p:cNvSpPr>
          <p:nvPr>
            <p:ph type="body" idx="1"/>
          </p:nvPr>
        </p:nvSpPr>
        <p:spPr/>
        <p:txBody>
          <a:bodyPr/>
          <a:lstStyle/>
          <a:p>
            <a:pPr defTabSz="931774">
              <a:defRPr/>
            </a:pPr>
            <a:endParaRPr lang="en-US" dirty="0"/>
          </a:p>
        </p:txBody>
      </p:sp>
      <p:sp>
        <p:nvSpPr>
          <p:cNvPr id="4" name="Slide Number Placeholder 3">
            <a:extLst>
              <a:ext uri="{FF2B5EF4-FFF2-40B4-BE49-F238E27FC236}">
                <a16:creationId xmlns:a16="http://schemas.microsoft.com/office/drawing/2014/main" id="{C3D1E64C-352F-7293-1BFF-487515DC2896}"/>
              </a:ext>
            </a:extLst>
          </p:cNvPr>
          <p:cNvSpPr>
            <a:spLocks noGrp="1"/>
          </p:cNvSpPr>
          <p:nvPr>
            <p:ph type="sldNum" sz="quarter" idx="10"/>
          </p:nvPr>
        </p:nvSpPr>
        <p:spPr/>
        <p:txBody>
          <a:bodyPr/>
          <a:lstStyle/>
          <a:p>
            <a:fld id="{A73D6722-9B4D-4E29-B226-C325925A8118}" type="slidenum">
              <a:rPr lang="en-US" smtClean="0"/>
              <a:t>40</a:t>
            </a:fld>
            <a:endParaRPr lang="en-US" dirty="0"/>
          </a:p>
        </p:txBody>
      </p:sp>
    </p:spTree>
    <p:extLst>
      <p:ext uri="{BB962C8B-B14F-4D97-AF65-F5344CB8AC3E}">
        <p14:creationId xmlns:p14="http://schemas.microsoft.com/office/powerpoint/2010/main" val="40724875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Multi">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1FB1F9F6-9A2E-4A96-BA4A-39C3D95FB59C}"/>
              </a:ext>
            </a:extLst>
          </p:cNvPr>
          <p:cNvSpPr>
            <a:spLocks noGrp="1"/>
          </p:cNvSpPr>
          <p:nvPr>
            <p:ph sz="quarter" idx="13"/>
          </p:nvPr>
        </p:nvSpPr>
        <p:spPr>
          <a:xfrm>
            <a:off x="558800" y="1584325"/>
            <a:ext cx="3457179" cy="4984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0196604A-02F2-4CCD-A3FC-F63E157CAA0F}"/>
              </a:ext>
            </a:extLst>
          </p:cNvPr>
          <p:cNvSpPr>
            <a:spLocks noGrp="1"/>
          </p:cNvSpPr>
          <p:nvPr>
            <p:ph sz="quarter" idx="14"/>
          </p:nvPr>
        </p:nvSpPr>
        <p:spPr>
          <a:xfrm>
            <a:off x="558800" y="2154238"/>
            <a:ext cx="3457179" cy="3444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437B7CF8-D6E2-4EA3-85CA-1CF1F693AA77}"/>
              </a:ext>
            </a:extLst>
          </p:cNvPr>
          <p:cNvSpPr>
            <a:spLocks noGrp="1"/>
          </p:cNvSpPr>
          <p:nvPr>
            <p:ph sz="quarter" idx="15"/>
          </p:nvPr>
        </p:nvSpPr>
        <p:spPr>
          <a:xfrm>
            <a:off x="558800" y="2570163"/>
            <a:ext cx="3457179" cy="4365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E6039DBB-5A6F-4EA9-986D-1BACD93816CE}"/>
              </a:ext>
            </a:extLst>
          </p:cNvPr>
          <p:cNvSpPr>
            <a:spLocks noGrp="1"/>
          </p:cNvSpPr>
          <p:nvPr>
            <p:ph sz="quarter" idx="16"/>
          </p:nvPr>
        </p:nvSpPr>
        <p:spPr>
          <a:xfrm>
            <a:off x="558800" y="3078163"/>
            <a:ext cx="3491191" cy="4984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C368CEC9-4F2C-4A13-AB4B-20D82AEF3214}"/>
              </a:ext>
            </a:extLst>
          </p:cNvPr>
          <p:cNvSpPr>
            <a:spLocks noGrp="1"/>
          </p:cNvSpPr>
          <p:nvPr>
            <p:ph sz="quarter" idx="17"/>
          </p:nvPr>
        </p:nvSpPr>
        <p:spPr>
          <a:xfrm>
            <a:off x="558800" y="3648075"/>
            <a:ext cx="3491191" cy="4460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AB07DF88-6AC2-4C98-8C5F-D8A28B54953A}"/>
              </a:ext>
            </a:extLst>
          </p:cNvPr>
          <p:cNvSpPr>
            <a:spLocks noGrp="1"/>
          </p:cNvSpPr>
          <p:nvPr>
            <p:ph sz="quarter" idx="18"/>
          </p:nvPr>
        </p:nvSpPr>
        <p:spPr>
          <a:xfrm>
            <a:off x="558800" y="4165600"/>
            <a:ext cx="3457179" cy="4460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36529270-E7D5-410D-B78F-D73C892488F4}"/>
              </a:ext>
            </a:extLst>
          </p:cNvPr>
          <p:cNvSpPr>
            <a:spLocks noGrp="1"/>
          </p:cNvSpPr>
          <p:nvPr>
            <p:ph sz="quarter" idx="19"/>
          </p:nvPr>
        </p:nvSpPr>
        <p:spPr>
          <a:xfrm>
            <a:off x="477839" y="4683125"/>
            <a:ext cx="3525202" cy="3444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F25461B9-B1B7-4A3E-A7BF-76192A9F1B57}"/>
              </a:ext>
            </a:extLst>
          </p:cNvPr>
          <p:cNvSpPr>
            <a:spLocks noGrp="1"/>
          </p:cNvSpPr>
          <p:nvPr>
            <p:ph sz="quarter" idx="20"/>
          </p:nvPr>
        </p:nvSpPr>
        <p:spPr>
          <a:xfrm>
            <a:off x="477839" y="5129213"/>
            <a:ext cx="3525202" cy="4778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075D4CEB-3D87-446C-954D-6884A50C0AEC}"/>
              </a:ext>
            </a:extLst>
          </p:cNvPr>
          <p:cNvSpPr>
            <a:spLocks noGrp="1"/>
          </p:cNvSpPr>
          <p:nvPr>
            <p:ph sz="quarter" idx="21"/>
          </p:nvPr>
        </p:nvSpPr>
        <p:spPr>
          <a:xfrm>
            <a:off x="457201" y="5708650"/>
            <a:ext cx="3525202" cy="4254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0BF8F7A8-6098-4004-BAE1-D7F1E4188DB4}"/>
              </a:ext>
            </a:extLst>
          </p:cNvPr>
          <p:cNvSpPr>
            <a:spLocks noGrp="1"/>
          </p:cNvSpPr>
          <p:nvPr>
            <p:ph sz="quarter" idx="22"/>
          </p:nvPr>
        </p:nvSpPr>
        <p:spPr>
          <a:xfrm>
            <a:off x="457201" y="6176963"/>
            <a:ext cx="3533872" cy="3016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584065BC-D014-435E-ACEE-316FEA8A5DE4}"/>
              </a:ext>
            </a:extLst>
          </p:cNvPr>
          <p:cNvSpPr>
            <a:spLocks noGrp="1"/>
          </p:cNvSpPr>
          <p:nvPr>
            <p:ph sz="quarter" idx="23"/>
          </p:nvPr>
        </p:nvSpPr>
        <p:spPr>
          <a:xfrm>
            <a:off x="4652963" y="1655763"/>
            <a:ext cx="4105275" cy="3159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FE08C649-072B-4055-B6DC-966BA620AC9F}"/>
              </a:ext>
            </a:extLst>
          </p:cNvPr>
          <p:cNvSpPr>
            <a:spLocks noGrp="1"/>
          </p:cNvSpPr>
          <p:nvPr>
            <p:ph sz="quarter" idx="24"/>
          </p:nvPr>
        </p:nvSpPr>
        <p:spPr>
          <a:xfrm>
            <a:off x="4652963" y="2154238"/>
            <a:ext cx="4105275" cy="4159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Content Placeholder 32">
            <a:extLst>
              <a:ext uri="{FF2B5EF4-FFF2-40B4-BE49-F238E27FC236}">
                <a16:creationId xmlns:a16="http://schemas.microsoft.com/office/drawing/2014/main" id="{94D1C6E8-BAC5-4717-914A-5955CEE7BB83}"/>
              </a:ext>
            </a:extLst>
          </p:cNvPr>
          <p:cNvSpPr>
            <a:spLocks noGrp="1"/>
          </p:cNvSpPr>
          <p:nvPr>
            <p:ph sz="quarter" idx="25"/>
          </p:nvPr>
        </p:nvSpPr>
        <p:spPr>
          <a:xfrm>
            <a:off x="4652963" y="2682875"/>
            <a:ext cx="4105275" cy="4984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Content Placeholder 36">
            <a:extLst>
              <a:ext uri="{FF2B5EF4-FFF2-40B4-BE49-F238E27FC236}">
                <a16:creationId xmlns:a16="http://schemas.microsoft.com/office/drawing/2014/main" id="{3FABA306-9DAC-44C6-958D-1A898EDF5362}"/>
              </a:ext>
            </a:extLst>
          </p:cNvPr>
          <p:cNvSpPr>
            <a:spLocks noGrp="1"/>
          </p:cNvSpPr>
          <p:nvPr>
            <p:ph sz="quarter" idx="26"/>
          </p:nvPr>
        </p:nvSpPr>
        <p:spPr>
          <a:xfrm>
            <a:off x="4652963" y="3429000"/>
            <a:ext cx="4105275" cy="247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Content Placeholder 38">
            <a:extLst>
              <a:ext uri="{FF2B5EF4-FFF2-40B4-BE49-F238E27FC236}">
                <a16:creationId xmlns:a16="http://schemas.microsoft.com/office/drawing/2014/main" id="{91740800-A940-4310-A7BB-8DBA78170840}"/>
              </a:ext>
            </a:extLst>
          </p:cNvPr>
          <p:cNvSpPr>
            <a:spLocks noGrp="1"/>
          </p:cNvSpPr>
          <p:nvPr>
            <p:ph sz="quarter" idx="27"/>
          </p:nvPr>
        </p:nvSpPr>
        <p:spPr>
          <a:xfrm>
            <a:off x="4652963" y="3860800"/>
            <a:ext cx="4033837" cy="4460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Content Placeholder 40">
            <a:extLst>
              <a:ext uri="{FF2B5EF4-FFF2-40B4-BE49-F238E27FC236}">
                <a16:creationId xmlns:a16="http://schemas.microsoft.com/office/drawing/2014/main" id="{BC306D23-3FD0-46A2-A8AA-F0219D0DBADF}"/>
              </a:ext>
            </a:extLst>
          </p:cNvPr>
          <p:cNvSpPr>
            <a:spLocks noGrp="1"/>
          </p:cNvSpPr>
          <p:nvPr>
            <p:ph sz="quarter" idx="28"/>
          </p:nvPr>
        </p:nvSpPr>
        <p:spPr>
          <a:xfrm>
            <a:off x="4652963" y="4449763"/>
            <a:ext cx="4033837" cy="3444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3" name="Content Placeholder 42">
            <a:extLst>
              <a:ext uri="{FF2B5EF4-FFF2-40B4-BE49-F238E27FC236}">
                <a16:creationId xmlns:a16="http://schemas.microsoft.com/office/drawing/2014/main" id="{E264150D-A634-4EE9-B282-791F51B7D14D}"/>
              </a:ext>
            </a:extLst>
          </p:cNvPr>
          <p:cNvSpPr>
            <a:spLocks noGrp="1"/>
          </p:cNvSpPr>
          <p:nvPr>
            <p:ph sz="quarter" idx="29"/>
          </p:nvPr>
        </p:nvSpPr>
        <p:spPr>
          <a:xfrm>
            <a:off x="4640263" y="4937125"/>
            <a:ext cx="4117975" cy="4159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29154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6_Title and Two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140887"/>
            <a:ext cx="8229600" cy="484250"/>
          </a:xfrm>
        </p:spPr>
        <p:txBody>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a:xfrm>
            <a:off x="457200" y="990600"/>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1981200"/>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10/2/2025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2743200"/>
            <a:ext cx="82296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5"/>
          </p:nvPr>
        </p:nvSpPr>
        <p:spPr>
          <a:xfrm>
            <a:off x="457200" y="3657600"/>
            <a:ext cx="8229600" cy="76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Content Placeholder 9"/>
          <p:cNvSpPr>
            <a:spLocks noGrp="1"/>
          </p:cNvSpPr>
          <p:nvPr>
            <p:ph sz="quarter" idx="16"/>
          </p:nvPr>
        </p:nvSpPr>
        <p:spPr>
          <a:xfrm>
            <a:off x="457200" y="4572000"/>
            <a:ext cx="8229600" cy="53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Content Placeholder 12"/>
          <p:cNvSpPr>
            <a:spLocks noGrp="1"/>
          </p:cNvSpPr>
          <p:nvPr>
            <p:ph sz="quarter" idx="17"/>
          </p:nvPr>
        </p:nvSpPr>
        <p:spPr>
          <a:xfrm>
            <a:off x="457200" y="5257800"/>
            <a:ext cx="8229600" cy="60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8816475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image" Target="../media/image1.jpg"/><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2" name="Picture 1">
            <a:extLst>
              <a:ext uri="{FF2B5EF4-FFF2-40B4-BE49-F238E27FC236}">
                <a16:creationId xmlns:a16="http://schemas.microsoft.com/office/drawing/2014/main" id="{0B62CFCF-BEFD-D8AD-2B87-5D3D862C7466}"/>
              </a:ext>
            </a:extLst>
          </p:cNvPr>
          <p:cNvPicPr>
            <a:picLocks noChangeAspect="1"/>
          </p:cNvPicPr>
          <p:nvPr userDrawn="1"/>
        </p:nvPicPr>
        <p:blipFill>
          <a:blip r:embed="rId15"/>
          <a:stretch>
            <a:fillRect/>
          </a:stretch>
        </p:blipFill>
        <p:spPr>
          <a:xfrm>
            <a:off x="430085" y="6408833"/>
            <a:ext cx="986560" cy="310866"/>
          </a:xfrm>
          <a:prstGeom prst="rect">
            <a:avLst/>
          </a:prstGeom>
        </p:spPr>
      </p:pic>
      <p:sp>
        <p:nvSpPr>
          <p:cNvPr id="4" name="Content Placeholder 7">
            <a:extLst>
              <a:ext uri="{FF2B5EF4-FFF2-40B4-BE49-F238E27FC236}">
                <a16:creationId xmlns:a16="http://schemas.microsoft.com/office/drawing/2014/main" id="{82091AD0-BAA9-E963-55D1-AC6EB5D4240B}"/>
              </a:ext>
            </a:extLst>
          </p:cNvPr>
          <p:cNvSpPr txBox="1">
            <a:spLocks/>
          </p:cNvSpPr>
          <p:nvPr userDrawn="1"/>
        </p:nvSpPr>
        <p:spPr>
          <a:xfrm>
            <a:off x="2858703" y="6454800"/>
            <a:ext cx="5853497" cy="221018"/>
          </a:xfrm>
          <a:prstGeom prst="rect">
            <a:avLst/>
          </a:prstGeom>
          <a:noFill/>
          <a:ln>
            <a:noFill/>
          </a:ln>
        </p:spPr>
        <p:txBody>
          <a:bodyPr wrap="square" lIns="0" tIns="18000" rIns="0" bIns="18000" anchor="ctr" anchorCtr="0">
            <a:spAutoFit/>
          </a:bodyPr>
          <a:lstStyle>
            <a:defPPr marR="0" lvl="0" algn="l" rtl="0">
              <a:lnSpc>
                <a:spcPct val="100000"/>
              </a:lnSpc>
              <a:spcBef>
                <a:spcPts val="0"/>
              </a:spcBef>
              <a:spcAft>
                <a:spcPts val="0"/>
              </a:spcAft>
            </a:defPPr>
            <a:lvl1pPr marL="0" indent="0" algn="r">
              <a:buClrTx/>
              <a:buSzTx/>
              <a:buFont typeface="Arial"/>
              <a:defRPr sz="1200">
                <a:solidFill>
                  <a:schemeClr val="dk1"/>
                </a:solidFill>
                <a:latin typeface="Verdana"/>
                <a:ea typeface="Verdana" panose="020B0604030504040204" pitchFamily="34" charset="0"/>
                <a:cs typeface="Verdana" panose="020B0604030504040204" pitchFamily="34" charset="0"/>
              </a:defRPr>
            </a:lvl1pPr>
            <a:lvl2pPr marL="742950" indent="-184150">
              <a:spcBef>
                <a:spcPts val="600"/>
              </a:spcBef>
              <a:buClr>
                <a:srgbClr val="007FA3"/>
              </a:buClr>
              <a:buSzPct val="100000"/>
              <a:buFont typeface="Arial"/>
              <a:buChar char="–"/>
              <a:defRPr sz="1600">
                <a:solidFill>
                  <a:schemeClr val="dk1"/>
                </a:solidFill>
              </a:defRPr>
            </a:lvl2pPr>
            <a:lvl3pPr marL="1143000" indent="-127000">
              <a:spcBef>
                <a:spcPts val="600"/>
              </a:spcBef>
              <a:buClr>
                <a:srgbClr val="007FA3"/>
              </a:buClr>
              <a:buSzPct val="100000"/>
              <a:buFont typeface="Arial"/>
              <a:buChar char="▪"/>
              <a:defRPr sz="1600">
                <a:solidFill>
                  <a:schemeClr val="dk1"/>
                </a:solidFill>
              </a:defRPr>
            </a:lvl3pPr>
            <a:lvl4pPr marL="1600200" indent="-127000">
              <a:spcBef>
                <a:spcPts val="600"/>
              </a:spcBef>
              <a:buClr>
                <a:srgbClr val="007FA3"/>
              </a:buClr>
              <a:buSzPct val="100000"/>
              <a:buFont typeface="Arial"/>
              <a:buChar char="–"/>
              <a:defRPr sz="1600">
                <a:solidFill>
                  <a:schemeClr val="dk1"/>
                </a:solidFill>
              </a:defRPr>
            </a:lvl4pPr>
            <a:lvl5pPr marL="2057400" indent="-127000">
              <a:spcBef>
                <a:spcPts val="600"/>
              </a:spcBef>
              <a:buClr>
                <a:srgbClr val="007FA3"/>
              </a:buClr>
              <a:buSzPct val="100000"/>
              <a:buFont typeface="Arial"/>
              <a:buChar char="•"/>
              <a:defRPr sz="1600">
                <a:solidFill>
                  <a:schemeClr val="dk1"/>
                </a:solidFill>
              </a:defRPr>
            </a:lvl5pPr>
            <a:lvl6pPr marL="2514600" indent="-127000">
              <a:spcBef>
                <a:spcPts val="300"/>
              </a:spcBef>
              <a:buClr>
                <a:srgbClr val="007FA3"/>
              </a:buClr>
              <a:buSzPct val="100000"/>
              <a:buFont typeface="Arial"/>
              <a:buChar char="•"/>
              <a:defRPr sz="1600">
                <a:solidFill>
                  <a:schemeClr val="dk1"/>
                </a:solidFill>
              </a:defRPr>
            </a:lvl6pPr>
            <a:lvl7pPr marL="2971800" indent="-127000">
              <a:spcBef>
                <a:spcPts val="300"/>
              </a:spcBef>
              <a:buClr>
                <a:srgbClr val="007FA3"/>
              </a:buClr>
              <a:buSzPct val="100000"/>
              <a:buFont typeface="Arial"/>
              <a:buChar char="•"/>
              <a:defRPr sz="1600">
                <a:solidFill>
                  <a:schemeClr val="dk1"/>
                </a:solidFill>
              </a:defRPr>
            </a:lvl7pPr>
            <a:lvl8pPr marL="3429000" indent="-127000">
              <a:spcBef>
                <a:spcPts val="300"/>
              </a:spcBef>
              <a:buClr>
                <a:srgbClr val="007FA3"/>
              </a:buClr>
              <a:buSzPct val="100000"/>
              <a:buFont typeface="Arial"/>
              <a:buChar char="•"/>
              <a:defRPr sz="1600">
                <a:solidFill>
                  <a:schemeClr val="dk1"/>
                </a:solidFill>
              </a:defRPr>
            </a:lvl8pPr>
            <a:lvl9pPr marL="3886200" indent="-127000">
              <a:spcBef>
                <a:spcPts val="300"/>
              </a:spcBef>
              <a:buClr>
                <a:srgbClr val="007FA3"/>
              </a:buClr>
              <a:buSzPct val="100000"/>
              <a:buFont typeface="Arial"/>
              <a:buChar char="•"/>
              <a:defRPr sz="1600">
                <a:solidFill>
                  <a:schemeClr val="dk1"/>
                </a:solidFill>
              </a:defRPr>
            </a:lvl9pPr>
          </a:lstStyle>
          <a:p>
            <a:pPr lvl="0"/>
            <a:r>
              <a:rPr lang="en-US" altLang="en-US" dirty="0"/>
              <a:t>© 2024 Pearson Education Ltd. All Rights Reserved.</a:t>
            </a: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76" r:id="rId3"/>
    <p:sldLayoutId id="2147483677" r:id="rId4"/>
    <p:sldLayoutId id="2147483678" r:id="rId5"/>
    <p:sldLayoutId id="2147483680" r:id="rId6"/>
    <p:sldLayoutId id="2147483679" r:id="rId7"/>
    <p:sldLayoutId id="2147483671" r:id="rId8"/>
    <p:sldLayoutId id="2147483673" r:id="rId9"/>
    <p:sldLayoutId id="2147483670" r:id="rId10"/>
    <p:sldLayoutId id="2147483669" r:id="rId11"/>
    <p:sldLayoutId id="2147483655" r:id="rId12"/>
    <p:sldLayoutId id="214748368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8.wmf"/><Relationship Id="rId13" Type="http://schemas.openxmlformats.org/officeDocument/2006/relationships/oleObject" Target="../embeddings/oleObject5.bin"/><Relationship Id="rId3" Type="http://schemas.openxmlformats.org/officeDocument/2006/relationships/image" Target="../media/image5.jpg"/><Relationship Id="rId7" Type="http://schemas.openxmlformats.org/officeDocument/2006/relationships/oleObject" Target="../embeddings/oleObject2.bin"/><Relationship Id="rId12" Type="http://schemas.openxmlformats.org/officeDocument/2006/relationships/image" Target="../media/image10.wmf"/><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7.wmf"/><Relationship Id="rId11" Type="http://schemas.openxmlformats.org/officeDocument/2006/relationships/oleObject" Target="../embeddings/oleObject4.bin"/><Relationship Id="rId5" Type="http://schemas.openxmlformats.org/officeDocument/2006/relationships/oleObject" Target="../embeddings/oleObject1.bin"/><Relationship Id="rId10" Type="http://schemas.openxmlformats.org/officeDocument/2006/relationships/image" Target="../media/image9.wmf"/><Relationship Id="rId4" Type="http://schemas.openxmlformats.org/officeDocument/2006/relationships/image" Target="../media/image6.jpg"/><Relationship Id="rId9" Type="http://schemas.openxmlformats.org/officeDocument/2006/relationships/oleObject" Target="../embeddings/oleObject3.bin"/><Relationship Id="rId14" Type="http://schemas.openxmlformats.org/officeDocument/2006/relationships/image" Target="../media/image11.wmf"/></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image" Target="../media/image17.wmf"/><Relationship Id="rId18" Type="http://schemas.openxmlformats.org/officeDocument/2006/relationships/oleObject" Target="../embeddings/oleObject13.bin"/><Relationship Id="rId3" Type="http://schemas.openxmlformats.org/officeDocument/2006/relationships/image" Target="../media/image12.png"/><Relationship Id="rId21" Type="http://schemas.openxmlformats.org/officeDocument/2006/relationships/image" Target="../media/image21.wmf"/><Relationship Id="rId7" Type="http://schemas.openxmlformats.org/officeDocument/2006/relationships/image" Target="../media/image14.wmf"/><Relationship Id="rId12" Type="http://schemas.openxmlformats.org/officeDocument/2006/relationships/oleObject" Target="../embeddings/oleObject10.bin"/><Relationship Id="rId17" Type="http://schemas.openxmlformats.org/officeDocument/2006/relationships/image" Target="../media/image19.wmf"/><Relationship Id="rId2" Type="http://schemas.openxmlformats.org/officeDocument/2006/relationships/notesSlide" Target="../notesSlides/notesSlide4.xml"/><Relationship Id="rId16" Type="http://schemas.openxmlformats.org/officeDocument/2006/relationships/oleObject" Target="../embeddings/oleObject12.bin"/><Relationship Id="rId20" Type="http://schemas.openxmlformats.org/officeDocument/2006/relationships/oleObject" Target="../embeddings/oleObject14.bin"/><Relationship Id="rId1" Type="http://schemas.openxmlformats.org/officeDocument/2006/relationships/slideLayout" Target="../slideLayouts/slideLayout8.xml"/><Relationship Id="rId6" Type="http://schemas.openxmlformats.org/officeDocument/2006/relationships/oleObject" Target="../embeddings/oleObject7.bin"/><Relationship Id="rId11" Type="http://schemas.openxmlformats.org/officeDocument/2006/relationships/image" Target="../media/image16.wmf"/><Relationship Id="rId5" Type="http://schemas.openxmlformats.org/officeDocument/2006/relationships/image" Target="../media/image13.wmf"/><Relationship Id="rId15" Type="http://schemas.openxmlformats.org/officeDocument/2006/relationships/image" Target="../media/image18.wmf"/><Relationship Id="rId10" Type="http://schemas.openxmlformats.org/officeDocument/2006/relationships/oleObject" Target="../embeddings/oleObject9.bin"/><Relationship Id="rId19" Type="http://schemas.openxmlformats.org/officeDocument/2006/relationships/image" Target="../media/image20.wmf"/><Relationship Id="rId4" Type="http://schemas.openxmlformats.org/officeDocument/2006/relationships/oleObject" Target="../embeddings/oleObject6.bin"/><Relationship Id="rId9" Type="http://schemas.openxmlformats.org/officeDocument/2006/relationships/image" Target="../media/image15.wmf"/><Relationship Id="rId14" Type="http://schemas.openxmlformats.org/officeDocument/2006/relationships/oleObject" Target="../embeddings/oleObject11.bin"/></Relationships>
</file>

<file path=ppt/slides/_rels/slide7.xml.rels><?xml version="1.0" encoding="UTF-8" standalone="yes"?>
<Relationships xmlns="http://schemas.openxmlformats.org/package/2006/relationships"><Relationship Id="rId8" Type="http://schemas.openxmlformats.org/officeDocument/2006/relationships/image" Target="../media/image14.wmf"/><Relationship Id="rId13" Type="http://schemas.openxmlformats.org/officeDocument/2006/relationships/image" Target="../media/image23.png"/><Relationship Id="rId18" Type="http://schemas.openxmlformats.org/officeDocument/2006/relationships/oleObject" Target="../embeddings/oleObject12.bin"/><Relationship Id="rId3" Type="http://schemas.openxmlformats.org/officeDocument/2006/relationships/image" Target="../media/image12.png"/><Relationship Id="rId21" Type="http://schemas.openxmlformats.org/officeDocument/2006/relationships/image" Target="../media/image20.wmf"/><Relationship Id="rId7" Type="http://schemas.openxmlformats.org/officeDocument/2006/relationships/oleObject" Target="../embeddings/oleObject7.bin"/><Relationship Id="rId12" Type="http://schemas.openxmlformats.org/officeDocument/2006/relationships/image" Target="../media/image16.wmf"/><Relationship Id="rId17" Type="http://schemas.openxmlformats.org/officeDocument/2006/relationships/image" Target="../media/image18.wmf"/><Relationship Id="rId2" Type="http://schemas.openxmlformats.org/officeDocument/2006/relationships/notesSlide" Target="../notesSlides/notesSlide5.xml"/><Relationship Id="rId16" Type="http://schemas.openxmlformats.org/officeDocument/2006/relationships/oleObject" Target="../embeddings/oleObject11.bin"/><Relationship Id="rId20" Type="http://schemas.openxmlformats.org/officeDocument/2006/relationships/oleObject" Target="../embeddings/oleObject13.bin"/><Relationship Id="rId1" Type="http://schemas.openxmlformats.org/officeDocument/2006/relationships/slideLayout" Target="../slideLayouts/slideLayout8.xml"/><Relationship Id="rId6" Type="http://schemas.openxmlformats.org/officeDocument/2006/relationships/image" Target="../media/image13.wmf"/><Relationship Id="rId11" Type="http://schemas.openxmlformats.org/officeDocument/2006/relationships/oleObject" Target="../embeddings/oleObject9.bin"/><Relationship Id="rId5" Type="http://schemas.openxmlformats.org/officeDocument/2006/relationships/oleObject" Target="../embeddings/oleObject6.bin"/><Relationship Id="rId15" Type="http://schemas.openxmlformats.org/officeDocument/2006/relationships/image" Target="../media/image17.wmf"/><Relationship Id="rId23" Type="http://schemas.openxmlformats.org/officeDocument/2006/relationships/image" Target="../media/image21.wmf"/><Relationship Id="rId10" Type="http://schemas.openxmlformats.org/officeDocument/2006/relationships/image" Target="../media/image15.wmf"/><Relationship Id="rId19" Type="http://schemas.openxmlformats.org/officeDocument/2006/relationships/image" Target="../media/image19.wmf"/><Relationship Id="rId4" Type="http://schemas.openxmlformats.org/officeDocument/2006/relationships/image" Target="../media/image22.png"/><Relationship Id="rId9" Type="http://schemas.openxmlformats.org/officeDocument/2006/relationships/oleObject" Target="../embeddings/oleObject8.bin"/><Relationship Id="rId14" Type="http://schemas.openxmlformats.org/officeDocument/2006/relationships/oleObject" Target="../embeddings/oleObject10.bin"/><Relationship Id="rId22" Type="http://schemas.openxmlformats.org/officeDocument/2006/relationships/oleObject" Target="../embeddings/oleObject14.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image" Target="../media/image12.png"/><Relationship Id="rId7" Type="http://schemas.openxmlformats.org/officeDocument/2006/relationships/image" Target="../media/image25.wmf"/><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oleObject" Target="../embeddings/oleObject16.bin"/><Relationship Id="rId11" Type="http://schemas.openxmlformats.org/officeDocument/2006/relationships/image" Target="../media/image27.wmf"/><Relationship Id="rId5" Type="http://schemas.openxmlformats.org/officeDocument/2006/relationships/image" Target="../media/image24.wmf"/><Relationship Id="rId10" Type="http://schemas.openxmlformats.org/officeDocument/2006/relationships/oleObject" Target="../embeddings/oleObject18.bin"/><Relationship Id="rId4" Type="http://schemas.openxmlformats.org/officeDocument/2006/relationships/oleObject" Target="../embeddings/oleObject15.bin"/><Relationship Id="rId9" Type="http://schemas.openxmlformats.org/officeDocument/2006/relationships/image" Target="../media/image26.w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27.wmf"/><Relationship Id="rId3" Type="http://schemas.openxmlformats.org/officeDocument/2006/relationships/image" Target="../media/image12.png"/><Relationship Id="rId7" Type="http://schemas.openxmlformats.org/officeDocument/2006/relationships/image" Target="../media/image22.png"/><Relationship Id="rId12" Type="http://schemas.openxmlformats.org/officeDocument/2006/relationships/oleObject" Target="../embeddings/oleObject18.bin"/><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4.wmf"/><Relationship Id="rId11" Type="http://schemas.openxmlformats.org/officeDocument/2006/relationships/image" Target="../media/image26.wmf"/><Relationship Id="rId5" Type="http://schemas.openxmlformats.org/officeDocument/2006/relationships/oleObject" Target="../embeddings/oleObject15.bin"/><Relationship Id="rId10" Type="http://schemas.openxmlformats.org/officeDocument/2006/relationships/oleObject" Target="../embeddings/oleObject17.bin"/><Relationship Id="rId4" Type="http://schemas.openxmlformats.org/officeDocument/2006/relationships/image" Target="../media/image23.png"/><Relationship Id="rId9" Type="http://schemas.openxmlformats.org/officeDocument/2006/relationships/image" Target="../media/image25.wmf"/></Relationships>
</file>

<file path=ppt/slides/_rels/slide10.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29.wmf"/><Relationship Id="rId4" Type="http://schemas.openxmlformats.org/officeDocument/2006/relationships/oleObject" Target="../embeddings/oleObject19.bin"/></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0.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10.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8" Type="http://schemas.openxmlformats.org/officeDocument/2006/relationships/image" Target="../media/image40.wmf"/><Relationship Id="rId13" Type="http://schemas.openxmlformats.org/officeDocument/2006/relationships/oleObject" Target="../embeddings/oleObject24.bin"/><Relationship Id="rId3" Type="http://schemas.openxmlformats.org/officeDocument/2006/relationships/image" Target="../media/image37.png"/><Relationship Id="rId7" Type="http://schemas.openxmlformats.org/officeDocument/2006/relationships/oleObject" Target="../embeddings/oleObject21.bin"/><Relationship Id="rId12" Type="http://schemas.openxmlformats.org/officeDocument/2006/relationships/image" Target="../media/image42.wmf"/><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image" Target="../media/image39.wmf"/><Relationship Id="rId11" Type="http://schemas.openxmlformats.org/officeDocument/2006/relationships/oleObject" Target="../embeddings/oleObject23.bin"/><Relationship Id="rId5" Type="http://schemas.openxmlformats.org/officeDocument/2006/relationships/oleObject" Target="../embeddings/oleObject20.bin"/><Relationship Id="rId10" Type="http://schemas.openxmlformats.org/officeDocument/2006/relationships/image" Target="../media/image41.wmf"/><Relationship Id="rId4" Type="http://schemas.openxmlformats.org/officeDocument/2006/relationships/image" Target="../media/image38.png"/><Relationship Id="rId9" Type="http://schemas.openxmlformats.org/officeDocument/2006/relationships/oleObject" Target="../embeddings/oleObject22.bin"/><Relationship Id="rId14" Type="http://schemas.openxmlformats.org/officeDocument/2006/relationships/image" Target="../media/image43.wmf"/></Relationships>
</file>

<file path=ppt/slides/_rels/slide1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45.png"/></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image" Target="../media/image17.wmf"/><Relationship Id="rId18" Type="http://schemas.openxmlformats.org/officeDocument/2006/relationships/oleObject" Target="../embeddings/oleObject13.bin"/><Relationship Id="rId3" Type="http://schemas.openxmlformats.org/officeDocument/2006/relationships/image" Target="../media/image12.png"/><Relationship Id="rId21" Type="http://schemas.openxmlformats.org/officeDocument/2006/relationships/image" Target="../media/image21.wmf"/><Relationship Id="rId7" Type="http://schemas.openxmlformats.org/officeDocument/2006/relationships/image" Target="../media/image14.wmf"/><Relationship Id="rId12" Type="http://schemas.openxmlformats.org/officeDocument/2006/relationships/oleObject" Target="../embeddings/oleObject10.bin"/><Relationship Id="rId17" Type="http://schemas.openxmlformats.org/officeDocument/2006/relationships/image" Target="../media/image19.wmf"/><Relationship Id="rId2" Type="http://schemas.openxmlformats.org/officeDocument/2006/relationships/notesSlide" Target="../notesSlides/notesSlide12.xml"/><Relationship Id="rId16" Type="http://schemas.openxmlformats.org/officeDocument/2006/relationships/oleObject" Target="../embeddings/oleObject12.bin"/><Relationship Id="rId20" Type="http://schemas.openxmlformats.org/officeDocument/2006/relationships/oleObject" Target="../embeddings/oleObject14.bin"/><Relationship Id="rId1" Type="http://schemas.openxmlformats.org/officeDocument/2006/relationships/slideLayout" Target="../slideLayouts/slideLayout8.xml"/><Relationship Id="rId6" Type="http://schemas.openxmlformats.org/officeDocument/2006/relationships/oleObject" Target="../embeddings/oleObject7.bin"/><Relationship Id="rId11" Type="http://schemas.openxmlformats.org/officeDocument/2006/relationships/image" Target="../media/image16.wmf"/><Relationship Id="rId5" Type="http://schemas.openxmlformats.org/officeDocument/2006/relationships/image" Target="../media/image13.wmf"/><Relationship Id="rId15" Type="http://schemas.openxmlformats.org/officeDocument/2006/relationships/image" Target="../media/image18.wmf"/><Relationship Id="rId10" Type="http://schemas.openxmlformats.org/officeDocument/2006/relationships/oleObject" Target="../embeddings/oleObject9.bin"/><Relationship Id="rId19" Type="http://schemas.openxmlformats.org/officeDocument/2006/relationships/image" Target="../media/image20.wmf"/><Relationship Id="rId4" Type="http://schemas.openxmlformats.org/officeDocument/2006/relationships/oleObject" Target="../embeddings/oleObject6.bin"/><Relationship Id="rId9" Type="http://schemas.openxmlformats.org/officeDocument/2006/relationships/image" Target="../media/image15.wmf"/><Relationship Id="rId14" Type="http://schemas.openxmlformats.org/officeDocument/2006/relationships/oleObject" Target="../embeddings/oleObject11.bin"/></Relationships>
</file>

<file path=ppt/slides/_rels/slide17.xml.rels><?xml version="1.0" encoding="UTF-8" standalone="yes"?>
<Relationships xmlns="http://schemas.openxmlformats.org/package/2006/relationships"><Relationship Id="rId8" Type="http://schemas.openxmlformats.org/officeDocument/2006/relationships/image" Target="../media/image14.wmf"/><Relationship Id="rId13" Type="http://schemas.openxmlformats.org/officeDocument/2006/relationships/image" Target="../media/image16.wmf"/><Relationship Id="rId18" Type="http://schemas.openxmlformats.org/officeDocument/2006/relationships/oleObject" Target="../embeddings/oleObject12.bin"/><Relationship Id="rId3" Type="http://schemas.openxmlformats.org/officeDocument/2006/relationships/image" Target="../media/image12.png"/><Relationship Id="rId21" Type="http://schemas.openxmlformats.org/officeDocument/2006/relationships/image" Target="../media/image20.wmf"/><Relationship Id="rId7" Type="http://schemas.openxmlformats.org/officeDocument/2006/relationships/oleObject" Target="../embeddings/oleObject7.bin"/><Relationship Id="rId12" Type="http://schemas.openxmlformats.org/officeDocument/2006/relationships/oleObject" Target="../embeddings/oleObject9.bin"/><Relationship Id="rId17" Type="http://schemas.openxmlformats.org/officeDocument/2006/relationships/image" Target="../media/image18.wmf"/><Relationship Id="rId2" Type="http://schemas.openxmlformats.org/officeDocument/2006/relationships/notesSlide" Target="../notesSlides/notesSlide13.xml"/><Relationship Id="rId16" Type="http://schemas.openxmlformats.org/officeDocument/2006/relationships/oleObject" Target="../embeddings/oleObject11.bin"/><Relationship Id="rId20" Type="http://schemas.openxmlformats.org/officeDocument/2006/relationships/oleObject" Target="../embeddings/oleObject13.bin"/><Relationship Id="rId1" Type="http://schemas.openxmlformats.org/officeDocument/2006/relationships/slideLayout" Target="../slideLayouts/slideLayout8.xml"/><Relationship Id="rId6" Type="http://schemas.openxmlformats.org/officeDocument/2006/relationships/image" Target="../media/image13.wmf"/><Relationship Id="rId11" Type="http://schemas.openxmlformats.org/officeDocument/2006/relationships/image" Target="../media/image15.wmf"/><Relationship Id="rId5" Type="http://schemas.openxmlformats.org/officeDocument/2006/relationships/oleObject" Target="../embeddings/oleObject6.bin"/><Relationship Id="rId15" Type="http://schemas.openxmlformats.org/officeDocument/2006/relationships/image" Target="../media/image17.wmf"/><Relationship Id="rId23" Type="http://schemas.openxmlformats.org/officeDocument/2006/relationships/image" Target="../media/image21.wmf"/><Relationship Id="rId10" Type="http://schemas.openxmlformats.org/officeDocument/2006/relationships/oleObject" Target="../embeddings/oleObject8.bin"/><Relationship Id="rId19" Type="http://schemas.openxmlformats.org/officeDocument/2006/relationships/image" Target="../media/image19.wmf"/><Relationship Id="rId4" Type="http://schemas.openxmlformats.org/officeDocument/2006/relationships/image" Target="../media/image22.png"/><Relationship Id="rId9" Type="http://schemas.openxmlformats.org/officeDocument/2006/relationships/image" Target="../media/image23.png"/><Relationship Id="rId14" Type="http://schemas.openxmlformats.org/officeDocument/2006/relationships/oleObject" Target="../embeddings/oleObject10.bin"/><Relationship Id="rId22" Type="http://schemas.openxmlformats.org/officeDocument/2006/relationships/oleObject" Target="../embeddings/oleObject14.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image" Target="../media/image12.png"/><Relationship Id="rId7" Type="http://schemas.openxmlformats.org/officeDocument/2006/relationships/image" Target="../media/image25.wmf"/><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oleObject" Target="../embeddings/oleObject16.bin"/><Relationship Id="rId11" Type="http://schemas.openxmlformats.org/officeDocument/2006/relationships/image" Target="../media/image27.wmf"/><Relationship Id="rId5" Type="http://schemas.openxmlformats.org/officeDocument/2006/relationships/image" Target="../media/image46.wmf"/><Relationship Id="rId10" Type="http://schemas.openxmlformats.org/officeDocument/2006/relationships/oleObject" Target="../embeddings/oleObject18.bin"/><Relationship Id="rId4" Type="http://schemas.openxmlformats.org/officeDocument/2006/relationships/oleObject" Target="../embeddings/oleObject25.bin"/><Relationship Id="rId9" Type="http://schemas.openxmlformats.org/officeDocument/2006/relationships/image" Target="../media/image26.wmf"/></Relationships>
</file>

<file path=ppt/slides/_rels/slide19.xml.rels><?xml version="1.0" encoding="UTF-8" standalone="yes"?>
<Relationships xmlns="http://schemas.openxmlformats.org/package/2006/relationships"><Relationship Id="rId8" Type="http://schemas.openxmlformats.org/officeDocument/2006/relationships/image" Target="../media/image25.wmf"/><Relationship Id="rId13" Type="http://schemas.openxmlformats.org/officeDocument/2006/relationships/image" Target="../media/image27.wmf"/><Relationship Id="rId3" Type="http://schemas.openxmlformats.org/officeDocument/2006/relationships/image" Target="../media/image12.png"/><Relationship Id="rId7" Type="http://schemas.openxmlformats.org/officeDocument/2006/relationships/oleObject" Target="../embeddings/oleObject16.bin"/><Relationship Id="rId12" Type="http://schemas.openxmlformats.org/officeDocument/2006/relationships/oleObject" Target="../embeddings/oleObject18.bin"/><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46.wmf"/><Relationship Id="rId11" Type="http://schemas.openxmlformats.org/officeDocument/2006/relationships/image" Target="../media/image23.png"/><Relationship Id="rId5" Type="http://schemas.openxmlformats.org/officeDocument/2006/relationships/oleObject" Target="../embeddings/oleObject25.bin"/><Relationship Id="rId10" Type="http://schemas.openxmlformats.org/officeDocument/2006/relationships/image" Target="../media/image26.wmf"/><Relationship Id="rId4" Type="http://schemas.openxmlformats.org/officeDocument/2006/relationships/image" Target="../media/image22.png"/><Relationship Id="rId9" Type="http://schemas.openxmlformats.org/officeDocument/2006/relationships/oleObject" Target="../embeddings/oleObject17.bin"/></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6.xml"/><Relationship Id="rId1" Type="http://schemas.openxmlformats.org/officeDocument/2006/relationships/slideLayout" Target="../slideLayouts/slideLayout10.xml"/><Relationship Id="rId5" Type="http://schemas.openxmlformats.org/officeDocument/2006/relationships/image" Target="../media/image48.wmf"/><Relationship Id="rId4" Type="http://schemas.openxmlformats.org/officeDocument/2006/relationships/oleObject" Target="../embeddings/oleObject26.bin"/></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notesSlide" Target="../notesSlides/notesSlide17.xml"/><Relationship Id="rId1" Type="http://schemas.openxmlformats.org/officeDocument/2006/relationships/slideLayout" Target="../slideLayouts/slideLayout15.xml"/><Relationship Id="rId4" Type="http://schemas.openxmlformats.org/officeDocument/2006/relationships/image" Target="../media/image49.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notesSlide" Target="../notesSlides/notesSlide18.xml"/><Relationship Id="rId1" Type="http://schemas.openxmlformats.org/officeDocument/2006/relationships/slideLayout" Target="../slideLayouts/slideLayout15.xml"/><Relationship Id="rId6" Type="http://schemas.openxmlformats.org/officeDocument/2006/relationships/image" Target="../media/image51.wmf"/><Relationship Id="rId5" Type="http://schemas.openxmlformats.org/officeDocument/2006/relationships/oleObject" Target="../embeddings/oleObject29.bin"/><Relationship Id="rId4" Type="http://schemas.openxmlformats.org/officeDocument/2006/relationships/image" Target="../media/image50.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notesSlide" Target="../notesSlides/notesSlide19.xml"/><Relationship Id="rId1" Type="http://schemas.openxmlformats.org/officeDocument/2006/relationships/slideLayout" Target="../slideLayouts/slideLayout15.xml"/><Relationship Id="rId6" Type="http://schemas.openxmlformats.org/officeDocument/2006/relationships/image" Target="../media/image53.wmf"/><Relationship Id="rId5" Type="http://schemas.openxmlformats.org/officeDocument/2006/relationships/oleObject" Target="../embeddings/oleObject31.bin"/><Relationship Id="rId4" Type="http://schemas.openxmlformats.org/officeDocument/2006/relationships/image" Target="../media/image52.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55.jpg"/><Relationship Id="rId4" Type="http://schemas.openxmlformats.org/officeDocument/2006/relationships/image" Target="../media/image54.w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34.bin"/><Relationship Id="rId13" Type="http://schemas.openxmlformats.org/officeDocument/2006/relationships/image" Target="../media/image59.wmf"/><Relationship Id="rId18" Type="http://schemas.openxmlformats.org/officeDocument/2006/relationships/oleObject" Target="../embeddings/oleObject39.bin"/><Relationship Id="rId3" Type="http://schemas.openxmlformats.org/officeDocument/2006/relationships/oleObject" Target="../embeddings/oleObject32.bin"/><Relationship Id="rId21" Type="http://schemas.openxmlformats.org/officeDocument/2006/relationships/image" Target="../media/image63.wmf"/><Relationship Id="rId7" Type="http://schemas.openxmlformats.org/officeDocument/2006/relationships/image" Target="../media/image56.wmf"/><Relationship Id="rId12" Type="http://schemas.openxmlformats.org/officeDocument/2006/relationships/oleObject" Target="../embeddings/oleObject36.bin"/><Relationship Id="rId17" Type="http://schemas.openxmlformats.org/officeDocument/2006/relationships/image" Target="../media/image61.wmf"/><Relationship Id="rId2" Type="http://schemas.openxmlformats.org/officeDocument/2006/relationships/notesSlide" Target="../notesSlides/notesSlide21.xml"/><Relationship Id="rId16" Type="http://schemas.openxmlformats.org/officeDocument/2006/relationships/oleObject" Target="../embeddings/oleObject38.bin"/><Relationship Id="rId20" Type="http://schemas.openxmlformats.org/officeDocument/2006/relationships/oleObject" Target="../embeddings/oleObject40.bin"/><Relationship Id="rId1" Type="http://schemas.openxmlformats.org/officeDocument/2006/relationships/slideLayout" Target="../slideLayouts/slideLayout8.xml"/><Relationship Id="rId6" Type="http://schemas.openxmlformats.org/officeDocument/2006/relationships/oleObject" Target="../embeddings/oleObject33.bin"/><Relationship Id="rId11" Type="http://schemas.openxmlformats.org/officeDocument/2006/relationships/image" Target="../media/image58.wmf"/><Relationship Id="rId5" Type="http://schemas.openxmlformats.org/officeDocument/2006/relationships/image" Target="../media/image55.jpg"/><Relationship Id="rId15" Type="http://schemas.openxmlformats.org/officeDocument/2006/relationships/image" Target="../media/image60.wmf"/><Relationship Id="rId10" Type="http://schemas.openxmlformats.org/officeDocument/2006/relationships/oleObject" Target="../embeddings/oleObject35.bin"/><Relationship Id="rId19" Type="http://schemas.openxmlformats.org/officeDocument/2006/relationships/image" Target="../media/image62.wmf"/><Relationship Id="rId4" Type="http://schemas.openxmlformats.org/officeDocument/2006/relationships/image" Target="../media/image54.wmf"/><Relationship Id="rId9" Type="http://schemas.openxmlformats.org/officeDocument/2006/relationships/image" Target="../media/image57.wmf"/><Relationship Id="rId14" Type="http://schemas.openxmlformats.org/officeDocument/2006/relationships/oleObject" Target="../embeddings/oleObject37.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34.bin"/><Relationship Id="rId13" Type="http://schemas.openxmlformats.org/officeDocument/2006/relationships/image" Target="../media/image59.wmf"/><Relationship Id="rId18" Type="http://schemas.openxmlformats.org/officeDocument/2006/relationships/oleObject" Target="../embeddings/oleObject39.bin"/><Relationship Id="rId3" Type="http://schemas.openxmlformats.org/officeDocument/2006/relationships/oleObject" Target="../embeddings/oleObject32.bin"/><Relationship Id="rId21" Type="http://schemas.openxmlformats.org/officeDocument/2006/relationships/image" Target="../media/image63.wmf"/><Relationship Id="rId7" Type="http://schemas.openxmlformats.org/officeDocument/2006/relationships/image" Target="../media/image56.wmf"/><Relationship Id="rId12" Type="http://schemas.openxmlformats.org/officeDocument/2006/relationships/oleObject" Target="../embeddings/oleObject36.bin"/><Relationship Id="rId17" Type="http://schemas.openxmlformats.org/officeDocument/2006/relationships/image" Target="../media/image61.wmf"/><Relationship Id="rId2" Type="http://schemas.openxmlformats.org/officeDocument/2006/relationships/notesSlide" Target="../notesSlides/notesSlide22.xml"/><Relationship Id="rId16" Type="http://schemas.openxmlformats.org/officeDocument/2006/relationships/oleObject" Target="../embeddings/oleObject38.bin"/><Relationship Id="rId20" Type="http://schemas.openxmlformats.org/officeDocument/2006/relationships/oleObject" Target="../embeddings/oleObject40.bin"/><Relationship Id="rId1" Type="http://schemas.openxmlformats.org/officeDocument/2006/relationships/slideLayout" Target="../slideLayouts/slideLayout8.xml"/><Relationship Id="rId6" Type="http://schemas.openxmlformats.org/officeDocument/2006/relationships/oleObject" Target="../embeddings/oleObject33.bin"/><Relationship Id="rId11" Type="http://schemas.openxmlformats.org/officeDocument/2006/relationships/image" Target="../media/image58.wmf"/><Relationship Id="rId5" Type="http://schemas.openxmlformats.org/officeDocument/2006/relationships/image" Target="../media/image55.jpg"/><Relationship Id="rId15" Type="http://schemas.openxmlformats.org/officeDocument/2006/relationships/image" Target="../media/image60.wmf"/><Relationship Id="rId10" Type="http://schemas.openxmlformats.org/officeDocument/2006/relationships/oleObject" Target="../embeddings/oleObject35.bin"/><Relationship Id="rId19" Type="http://schemas.openxmlformats.org/officeDocument/2006/relationships/image" Target="../media/image62.wmf"/><Relationship Id="rId4" Type="http://schemas.openxmlformats.org/officeDocument/2006/relationships/image" Target="../media/image54.wmf"/><Relationship Id="rId9" Type="http://schemas.openxmlformats.org/officeDocument/2006/relationships/image" Target="../media/image57.wmf"/><Relationship Id="rId14" Type="http://schemas.openxmlformats.org/officeDocument/2006/relationships/oleObject" Target="../embeddings/oleObject37.bin"/></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notesSlide" Target="../notesSlides/notesSlide23.xml"/><Relationship Id="rId1" Type="http://schemas.openxmlformats.org/officeDocument/2006/relationships/slideLayout" Target="../slideLayouts/slideLayout9.xml"/><Relationship Id="rId5" Type="http://schemas.openxmlformats.org/officeDocument/2006/relationships/image" Target="../media/image65.jpg"/><Relationship Id="rId4" Type="http://schemas.openxmlformats.org/officeDocument/2006/relationships/image" Target="../media/image64.wmf"/></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43.bin"/><Relationship Id="rId13" Type="http://schemas.openxmlformats.org/officeDocument/2006/relationships/image" Target="../media/image69.wmf"/><Relationship Id="rId18" Type="http://schemas.openxmlformats.org/officeDocument/2006/relationships/oleObject" Target="../embeddings/oleObject48.bin"/><Relationship Id="rId3" Type="http://schemas.openxmlformats.org/officeDocument/2006/relationships/oleObject" Target="../embeddings/oleObject41.bin"/><Relationship Id="rId7" Type="http://schemas.openxmlformats.org/officeDocument/2006/relationships/image" Target="../media/image66.wmf"/><Relationship Id="rId12" Type="http://schemas.openxmlformats.org/officeDocument/2006/relationships/oleObject" Target="../embeddings/oleObject45.bin"/><Relationship Id="rId17" Type="http://schemas.openxmlformats.org/officeDocument/2006/relationships/image" Target="../media/image71.wmf"/><Relationship Id="rId2" Type="http://schemas.openxmlformats.org/officeDocument/2006/relationships/notesSlide" Target="../notesSlides/notesSlide24.xml"/><Relationship Id="rId16" Type="http://schemas.openxmlformats.org/officeDocument/2006/relationships/oleObject" Target="../embeddings/oleObject47.bin"/><Relationship Id="rId1" Type="http://schemas.openxmlformats.org/officeDocument/2006/relationships/slideLayout" Target="../slideLayouts/slideLayout9.xml"/><Relationship Id="rId6" Type="http://schemas.openxmlformats.org/officeDocument/2006/relationships/oleObject" Target="../embeddings/oleObject42.bin"/><Relationship Id="rId11" Type="http://schemas.openxmlformats.org/officeDocument/2006/relationships/image" Target="../media/image68.wmf"/><Relationship Id="rId5" Type="http://schemas.openxmlformats.org/officeDocument/2006/relationships/image" Target="../media/image65.jpg"/><Relationship Id="rId15" Type="http://schemas.openxmlformats.org/officeDocument/2006/relationships/image" Target="../media/image70.wmf"/><Relationship Id="rId10" Type="http://schemas.openxmlformats.org/officeDocument/2006/relationships/oleObject" Target="../embeddings/oleObject44.bin"/><Relationship Id="rId19" Type="http://schemas.openxmlformats.org/officeDocument/2006/relationships/image" Target="../media/image72.wmf"/><Relationship Id="rId4" Type="http://schemas.openxmlformats.org/officeDocument/2006/relationships/image" Target="../media/image64.wmf"/><Relationship Id="rId9" Type="http://schemas.openxmlformats.org/officeDocument/2006/relationships/image" Target="../media/image67.wmf"/><Relationship Id="rId14" Type="http://schemas.openxmlformats.org/officeDocument/2006/relationships/oleObject" Target="../embeddings/oleObject46.bin"/></Relationships>
</file>

<file path=ppt/slides/_rels/slide2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77.png"/></Relationships>
</file>

<file path=ppt/slides/_rels/slide3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9.xml"/><Relationship Id="rId1" Type="http://schemas.openxmlformats.org/officeDocument/2006/relationships/slideLayout" Target="../slideLayouts/slideLayout8.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3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0.xml"/><Relationship Id="rId1" Type="http://schemas.openxmlformats.org/officeDocument/2006/relationships/slideLayout" Target="../slideLayouts/slideLayout8.xml"/><Relationship Id="rId5" Type="http://schemas.openxmlformats.org/officeDocument/2006/relationships/image" Target="../media/image84.png"/><Relationship Id="rId4" Type="http://schemas.openxmlformats.org/officeDocument/2006/relationships/image" Target="../media/image83.png"/></Relationships>
</file>

<file path=ppt/slides/_rels/slide3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31.xml"/><Relationship Id="rId1" Type="http://schemas.openxmlformats.org/officeDocument/2006/relationships/slideLayout" Target="../slideLayouts/slideLayout8.xml"/><Relationship Id="rId4" Type="http://schemas.openxmlformats.org/officeDocument/2006/relationships/image" Target="../media/image86.png"/></Relationships>
</file>

<file path=ppt/slides/_rels/slide3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3.xml"/><Relationship Id="rId1" Type="http://schemas.openxmlformats.org/officeDocument/2006/relationships/slideLayout" Target="../slideLayouts/slideLayout8.xml"/><Relationship Id="rId4" Type="http://schemas.openxmlformats.org/officeDocument/2006/relationships/image" Target="../media/image89.png"/></Relationships>
</file>

<file path=ppt/slides/_rels/slide3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34.xml"/><Relationship Id="rId1" Type="http://schemas.openxmlformats.org/officeDocument/2006/relationships/slideLayout" Target="../slideLayouts/slideLayout8.xml"/><Relationship Id="rId4" Type="http://schemas.openxmlformats.org/officeDocument/2006/relationships/image" Target="../media/image91.png"/></Relationships>
</file>

<file path=ppt/slides/_rels/slide39.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9929" y="205746"/>
            <a:ext cx="8272271" cy="590349"/>
          </a:xfrm>
        </p:spPr>
        <p:txBody>
          <a:bodyPr wrap="square" lIns="0" tIns="18000" rIns="0" bIns="18000" anchor="ctr">
            <a:spAutoFit/>
          </a:bodyPr>
          <a:lstStyle/>
          <a:p>
            <a:r>
              <a:rPr lang="en-US" noProof="0" dirty="0"/>
              <a:t>Electric Circuits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9930" y="1097145"/>
            <a:ext cx="8272270" cy="344128"/>
          </a:xfrm>
        </p:spPr>
        <p:txBody>
          <a:bodyPr wrap="square" lIns="0" tIns="18000" rIns="0" bIns="18000" anchor="ctr">
            <a:spAutoFit/>
          </a:bodyPr>
          <a:lstStyle/>
          <a:p>
            <a:r>
              <a:rPr lang="en-US" noProof="0" dirty="0"/>
              <a:t>Twelfth </a:t>
            </a:r>
            <a:r>
              <a:rPr lang="en-US" dirty="0"/>
              <a:t>Edition, Global Edition</a:t>
            </a:r>
            <a:endParaRPr lang="en-US" noProof="0" dirty="0"/>
          </a:p>
        </p:txBody>
      </p:sp>
      <p:pic>
        <p:nvPicPr>
          <p:cNvPr id="9" name="Picture 8">
            <a:extLst>
              <a:ext uri="{FF2B5EF4-FFF2-40B4-BE49-F238E27FC236}">
                <a16:creationId xmlns:a16="http://schemas.microsoft.com/office/drawing/2014/main" id="{C617AE27-5923-4C2D-B3A3-5EACC8722B5F}"/>
              </a:ext>
            </a:extLst>
          </p:cNvPr>
          <p:cNvPicPr>
            <a:picLocks noChangeAspect="1"/>
          </p:cNvPicPr>
          <p:nvPr/>
        </p:nvPicPr>
        <p:blipFill>
          <a:blip r:embed="rId3"/>
          <a:stretch>
            <a:fillRect/>
          </a:stretch>
        </p:blipFill>
        <p:spPr>
          <a:xfrm>
            <a:off x="492662" y="1771328"/>
            <a:ext cx="3609247" cy="4511158"/>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9" y="2815153"/>
            <a:ext cx="3657600" cy="498016"/>
          </a:xfrm>
        </p:spPr>
        <p:txBody>
          <a:bodyPr lIns="0" tIns="18000" rIns="0" bIns="18000" anchor="ctr">
            <a:spAutoFit/>
          </a:bodyPr>
          <a:lstStyle/>
          <a:p>
            <a:pPr indent="-101600"/>
            <a:r>
              <a:rPr lang="en-US" noProof="0" dirty="0">
                <a:solidFill>
                  <a:schemeClr val="tx1"/>
                </a:solidFill>
              </a:rPr>
              <a:t>Chapter 3 – Part 1</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8" y="3545534"/>
            <a:ext cx="3657600" cy="374906"/>
          </a:xfrm>
        </p:spPr>
        <p:txBody>
          <a:bodyPr lIns="0" tIns="18000" rIns="0" bIns="18000" anchor="ctr">
            <a:spAutoFit/>
          </a:bodyPr>
          <a:lstStyle/>
          <a:p>
            <a:pPr indent="-101600"/>
            <a:r>
              <a:rPr lang="en-US" noProof="0" dirty="0"/>
              <a:t>Simple Resistive Circuits</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08833"/>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858703" y="6454800"/>
            <a:ext cx="5853497" cy="221018"/>
          </a:xfrm>
        </p:spPr>
        <p:txBody>
          <a:bodyPr wrap="square" lIns="0" tIns="18000" rIns="0" bIns="18000" anchor="ctr">
            <a:spAutoFit/>
          </a:bodyPr>
          <a:lstStyle/>
          <a:p>
            <a:pPr marL="0" indent="0">
              <a:spcBef>
                <a:spcPts val="0"/>
              </a:spcBef>
              <a:buClrTx/>
              <a:buSzTx/>
              <a:defRPr/>
            </a:pPr>
            <a:r>
              <a:rPr lang="en-US" altLang="en-US" noProof="0" dirty="0">
                <a:latin typeface="Verdana"/>
                <a:cs typeface="Verdana" panose="020B0604030504040204" pitchFamily="34" charset="0"/>
              </a:rPr>
              <a:t>© 2024 Pearson Education Ltd. All Rights Reserved.</a:t>
            </a:r>
          </a:p>
        </p:txBody>
      </p:sp>
    </p:spTree>
    <p:extLst>
      <p:ext uri="{BB962C8B-B14F-4D97-AF65-F5344CB8AC3E}">
        <p14:creationId xmlns:p14="http://schemas.microsoft.com/office/powerpoint/2010/main" val="124373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AD912-8EF2-4BD8-A87C-20C7322F06AA}"/>
              </a:ext>
            </a:extLst>
          </p:cNvPr>
          <p:cNvSpPr>
            <a:spLocks noGrp="1"/>
          </p:cNvSpPr>
          <p:nvPr>
            <p:ph type="title"/>
          </p:nvPr>
        </p:nvSpPr>
        <p:spPr>
          <a:xfrm>
            <a:off x="445970" y="197338"/>
            <a:ext cx="8263042" cy="1021237"/>
          </a:xfrm>
        </p:spPr>
        <p:txBody>
          <a:bodyPr wrap="square" lIns="0" tIns="18000" rIns="0" bIns="18000" anchor="ctr">
            <a:spAutoFit/>
          </a:bodyPr>
          <a:lstStyle/>
          <a:p>
            <a:r>
              <a:rPr lang="en-US" noProof="0" dirty="0"/>
              <a:t>Chapter 3 – Simple resistive circuits </a:t>
            </a:r>
            <a:r>
              <a:rPr lang="en-US" sz="2800" noProof="0" dirty="0"/>
              <a:t>(1 of 20)</a:t>
            </a:r>
            <a:endParaRPr lang="en-US" noProof="0" dirty="0"/>
          </a:p>
        </p:txBody>
      </p:sp>
      <p:sp>
        <p:nvSpPr>
          <p:cNvPr id="5" name="Content Placeholder 4">
            <a:extLst>
              <a:ext uri="{FF2B5EF4-FFF2-40B4-BE49-F238E27FC236}">
                <a16:creationId xmlns:a16="http://schemas.microsoft.com/office/drawing/2014/main" id="{9D121100-505B-4390-8EAB-8E81ECD541F1}"/>
              </a:ext>
            </a:extLst>
          </p:cNvPr>
          <p:cNvSpPr>
            <a:spLocks noGrp="1"/>
          </p:cNvSpPr>
          <p:nvPr>
            <p:ph sz="quarter" idx="13"/>
          </p:nvPr>
        </p:nvSpPr>
        <p:spPr>
          <a:xfrm>
            <a:off x="445970" y="1453686"/>
            <a:ext cx="8266230" cy="4406779"/>
          </a:xfrm>
        </p:spPr>
        <p:txBody>
          <a:bodyPr wrap="square" lIns="0" tIns="18000" rIns="0" bIns="18000" anchor="ctr">
            <a:spAutoFit/>
          </a:bodyPr>
          <a:lstStyle/>
          <a:p>
            <a:pPr marL="0" indent="0">
              <a:spcBef>
                <a:spcPts val="600"/>
              </a:spcBef>
              <a:buNone/>
            </a:pPr>
            <a:r>
              <a:rPr lang="en-US" sz="2400" noProof="0" dirty="0"/>
              <a:t>Objectives:</a:t>
            </a:r>
          </a:p>
          <a:p>
            <a:pPr marL="614363" indent="-614363">
              <a:spcBef>
                <a:spcPts val="600"/>
              </a:spcBef>
              <a:buNone/>
            </a:pPr>
            <a:r>
              <a:rPr lang="en-US" sz="2400" b="1" noProof="0" dirty="0">
                <a:solidFill>
                  <a:srgbClr val="007FA3"/>
                </a:solidFill>
              </a:rPr>
              <a:t>3.1	</a:t>
            </a:r>
            <a:r>
              <a:rPr lang="en-US" sz="2400" noProof="0" dirty="0"/>
              <a:t>Know how to identify components connected in series and in parallel</a:t>
            </a:r>
          </a:p>
          <a:p>
            <a:pPr marL="614363" indent="-614363">
              <a:spcBef>
                <a:spcPts val="600"/>
              </a:spcBef>
              <a:buNone/>
            </a:pPr>
            <a:r>
              <a:rPr lang="en-US" sz="2400" b="1" noProof="0" dirty="0">
                <a:solidFill>
                  <a:srgbClr val="007FA3"/>
                </a:solidFill>
              </a:rPr>
              <a:t>3.2	</a:t>
            </a:r>
            <a:r>
              <a:rPr lang="en-US" sz="2400" noProof="0" dirty="0"/>
              <a:t>Be able to find the equivalent resistance of series-connected and parallel-connected resistors</a:t>
            </a:r>
          </a:p>
          <a:p>
            <a:pPr marL="614363" indent="-614363">
              <a:spcBef>
                <a:spcPts val="600"/>
              </a:spcBef>
              <a:buNone/>
            </a:pPr>
            <a:r>
              <a:rPr lang="en-US" sz="2400" b="1" noProof="0" dirty="0">
                <a:solidFill>
                  <a:srgbClr val="007FA3"/>
                </a:solidFill>
              </a:rPr>
              <a:t>3.3	</a:t>
            </a:r>
            <a:r>
              <a:rPr lang="en-US" sz="2400" noProof="0" dirty="0"/>
              <a:t>Be able to recognize circuits where voltage division occurs and know how to use voltage division to analyze such circuits</a:t>
            </a:r>
          </a:p>
          <a:p>
            <a:pPr marL="614363" indent="-614363">
              <a:spcBef>
                <a:spcPts val="600"/>
              </a:spcBef>
              <a:buNone/>
            </a:pPr>
            <a:r>
              <a:rPr lang="en-US" sz="2400" b="1" noProof="0" dirty="0">
                <a:solidFill>
                  <a:srgbClr val="007FA3"/>
                </a:solidFill>
              </a:rPr>
              <a:t>3.4	</a:t>
            </a:r>
            <a:r>
              <a:rPr lang="en-US" sz="2400" noProof="0" dirty="0"/>
              <a:t>Be able to recognize circuits where current division occurs and know how to use current division to analyze such circuits</a:t>
            </a:r>
          </a:p>
        </p:txBody>
      </p:sp>
    </p:spTree>
    <p:extLst>
      <p:ext uri="{BB962C8B-B14F-4D97-AF65-F5344CB8AC3E}">
        <p14:creationId xmlns:p14="http://schemas.microsoft.com/office/powerpoint/2010/main" val="104531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6">
            <a:extLst>
              <a:ext uri="{FF2B5EF4-FFF2-40B4-BE49-F238E27FC236}">
                <a16:creationId xmlns:a16="http://schemas.microsoft.com/office/drawing/2014/main" id="{E40328B2-30AB-D44F-FB2B-945863F78926}"/>
              </a:ext>
            </a:extLst>
          </p:cNvPr>
          <p:cNvSpPr>
            <a:spLocks noChangeAspect="1" noChangeArrowheads="1"/>
          </p:cNvSpPr>
          <p:nvPr/>
        </p:nvSpPr>
        <p:spPr bwMode="auto">
          <a:xfrm>
            <a:off x="1676399" y="2771502"/>
            <a:ext cx="3618411" cy="361841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8" name="AutoShape 8">
            <a:extLst>
              <a:ext uri="{FF2B5EF4-FFF2-40B4-BE49-F238E27FC236}">
                <a16:creationId xmlns:a16="http://schemas.microsoft.com/office/drawing/2014/main" id="{4E688385-4E21-8CD4-BE4C-42367D8A861E}"/>
              </a:ext>
            </a:extLst>
          </p:cNvPr>
          <p:cNvSpPr>
            <a:spLocks noChangeAspect="1" noChangeArrowheads="1"/>
          </p:cNvSpPr>
          <p:nvPr/>
        </p:nvSpPr>
        <p:spPr bwMode="auto">
          <a:xfrm>
            <a:off x="1676400" y="277150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pic>
        <p:nvPicPr>
          <p:cNvPr id="10" name="Picture 9">
            <a:extLst>
              <a:ext uri="{FF2B5EF4-FFF2-40B4-BE49-F238E27FC236}">
                <a16:creationId xmlns:a16="http://schemas.microsoft.com/office/drawing/2014/main" id="{F75C96D1-5DF6-D674-6EE7-09B92EE4E76B}"/>
              </a:ext>
            </a:extLst>
          </p:cNvPr>
          <p:cNvPicPr>
            <a:picLocks noChangeAspect="1"/>
          </p:cNvPicPr>
          <p:nvPr/>
        </p:nvPicPr>
        <p:blipFill>
          <a:blip r:embed="rId2"/>
          <a:stretch>
            <a:fillRect/>
          </a:stretch>
        </p:blipFill>
        <p:spPr>
          <a:xfrm>
            <a:off x="516871" y="0"/>
            <a:ext cx="8110257" cy="6858000"/>
          </a:xfrm>
          <a:prstGeom prst="rect">
            <a:avLst/>
          </a:prstGeom>
        </p:spPr>
      </p:pic>
    </p:spTree>
    <p:extLst>
      <p:ext uri="{BB962C8B-B14F-4D97-AF65-F5344CB8AC3E}">
        <p14:creationId xmlns:p14="http://schemas.microsoft.com/office/powerpoint/2010/main" val="3454026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445970" y="198000"/>
            <a:ext cx="8266230" cy="1021237"/>
          </a:xfrm>
        </p:spPr>
        <p:txBody>
          <a:bodyPr wrap="square" lIns="0" tIns="18000" rIns="0" bIns="18000" anchor="ctr">
            <a:spAutoFit/>
          </a:bodyPr>
          <a:lstStyle/>
          <a:p>
            <a:r>
              <a:rPr lang="en-US" noProof="0" dirty="0"/>
              <a:t>Chapter 3 – Simple resistive circuits </a:t>
            </a:r>
            <a:r>
              <a:rPr lang="en-US" sz="2800" noProof="0" dirty="0"/>
              <a:t>(2 of 20)</a:t>
            </a:r>
            <a:endParaRPr lang="en-US" noProof="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445970" y="1321487"/>
            <a:ext cx="8266230" cy="1298235"/>
          </a:xfrm>
        </p:spPr>
        <p:txBody>
          <a:bodyPr wrap="square" lIns="0" tIns="18000" rIns="0" bIns="18000" anchor="ctr">
            <a:spAutoFit/>
          </a:bodyPr>
          <a:lstStyle/>
          <a:p>
            <a:pPr marL="0" indent="0">
              <a:spcBef>
                <a:spcPts val="600"/>
              </a:spcBef>
              <a:buNone/>
            </a:pPr>
            <a:r>
              <a:rPr lang="en-US" sz="2400" noProof="0" dirty="0"/>
              <a:t>Resistors in series:</a:t>
            </a:r>
          </a:p>
          <a:p>
            <a:pPr marL="342900" indent="-342900">
              <a:spcBef>
                <a:spcPts val="600"/>
              </a:spcBef>
            </a:pPr>
            <a:r>
              <a:rPr lang="en-US" sz="2400" noProof="0" dirty="0"/>
              <a:t>Connected end-to-end</a:t>
            </a:r>
          </a:p>
          <a:p>
            <a:pPr marL="342900" indent="-342900">
              <a:spcBef>
                <a:spcPts val="600"/>
              </a:spcBef>
            </a:pPr>
            <a:r>
              <a:rPr lang="en-US" sz="2400" noProof="0" dirty="0"/>
              <a:t>Have the same current (because of </a:t>
            </a:r>
            <a:r>
              <a:rPr lang="en-US" sz="2400" spc="-300" noProof="0" dirty="0"/>
              <a:t>K C </a:t>
            </a:r>
            <a:r>
              <a:rPr lang="en-US" sz="2400" noProof="0" dirty="0"/>
              <a:t>L)</a:t>
            </a:r>
          </a:p>
        </p:txBody>
      </p:sp>
      <p:pic>
        <p:nvPicPr>
          <p:cNvPr id="4" name="Picture 3" descr="The rectangular circuit has an independent voltage source, v sub s, located on the left wire, with a current, i sub s, flowing through the wire from the bottom to the top. Eight nodes are marked on the circuit, with nodes a, b, c, and d located on the top wire from the left to the right, and nodes e, f, g, and h located on the bottom wire from the right to the left. The circuit shows seven resistors between the nodes and also marks the currents flowing through each of them, as follows:&#10;&#10;Top wire:&#10; R1 between a and b, with a current i sub 1 flowing from left to right.&#10;R2 between b and c, with a current i sub 2 flowing from right to left.&#10;R3 between c and d, with a current i sub 3 flowing from left to right.&#10;&#10;Right wire:&#10;R4 between d and e, with a current i sub 4 flowing from top to bottom.&#10;&#10;Bottom wire:&#10;R5 between e and f, with a current i sub 5 flowing from left to right.&#10;R6 between f and g, with a current i sub 6 flowing from left to right&#10;R7 between g and h, with a current i sub 7 flowing from right to left">
            <a:extLst>
              <a:ext uri="{FF2B5EF4-FFF2-40B4-BE49-F238E27FC236}">
                <a16:creationId xmlns:a16="http://schemas.microsoft.com/office/drawing/2014/main" id="{87D0E9BC-563D-43F8-9F24-0DAE3BBD636B}"/>
              </a:ext>
            </a:extLst>
          </p:cNvPr>
          <p:cNvPicPr>
            <a:picLocks noChangeAspect="1"/>
          </p:cNvPicPr>
          <p:nvPr/>
        </p:nvPicPr>
        <p:blipFill>
          <a:blip r:embed="rId3"/>
          <a:srcRect/>
          <a:stretch/>
        </p:blipFill>
        <p:spPr>
          <a:xfrm>
            <a:off x="2169464" y="3152683"/>
            <a:ext cx="4744112" cy="2131769"/>
          </a:xfrm>
          <a:prstGeom prst="rect">
            <a:avLst/>
          </a:prstGeom>
        </p:spPr>
      </p:pic>
    </p:spTree>
    <p:extLst>
      <p:ext uri="{BB962C8B-B14F-4D97-AF65-F5344CB8AC3E}">
        <p14:creationId xmlns:p14="http://schemas.microsoft.com/office/powerpoint/2010/main" val="1506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445970" y="201727"/>
            <a:ext cx="8266230" cy="1021237"/>
          </a:xfrm>
        </p:spPr>
        <p:txBody>
          <a:bodyPr wrap="square" lIns="0" tIns="18000" rIns="0" bIns="18000" anchor="ctr">
            <a:spAutoFit/>
          </a:bodyPr>
          <a:lstStyle/>
          <a:p>
            <a:r>
              <a:rPr lang="en-US" noProof="0" dirty="0"/>
              <a:t>Chapter 3 – Simple resistive circuits </a:t>
            </a:r>
            <a:r>
              <a:rPr lang="en-US" sz="2800" noProof="0" dirty="0"/>
              <a:t>(3 of 20)</a:t>
            </a:r>
            <a:endParaRPr lang="en-US" noProof="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447574" y="1377064"/>
            <a:ext cx="8264626" cy="851959"/>
          </a:xfrm>
        </p:spPr>
        <p:txBody>
          <a:bodyPr wrap="square" lIns="0" tIns="18000" rIns="0" bIns="18000" anchor="ctr">
            <a:spAutoFit/>
          </a:bodyPr>
          <a:lstStyle/>
          <a:p>
            <a:pPr marL="0" indent="0">
              <a:spcBef>
                <a:spcPts val="600"/>
              </a:spcBef>
              <a:buNone/>
            </a:pPr>
            <a:r>
              <a:rPr lang="en-US" sz="2400" noProof="0" dirty="0"/>
              <a:t>Resistors in series:</a:t>
            </a:r>
          </a:p>
          <a:p>
            <a:pPr marL="342900" indent="-342900">
              <a:spcBef>
                <a:spcPts val="600"/>
              </a:spcBef>
            </a:pPr>
            <a:r>
              <a:rPr lang="en-US" sz="2400" noProof="0" dirty="0"/>
              <a:t>Find the equivalent resistance</a:t>
            </a:r>
          </a:p>
        </p:txBody>
      </p:sp>
      <p:pic>
        <p:nvPicPr>
          <p:cNvPr id="21" name="Picture 20" descr="The rectangular circuit has an independent voltage source, v sub s, located on the left wire, with a current, i sub s, flowing through the wire from the bottom to the top. Eight nodes are marked on the circuit, with nodes a, b, c, and d located on the top wire from the left to the right, and nodes e, f, g, and h located on the bottom wire from the right to the left. The circuit shows seven resistors between the nodes as follows:&#10;&#10;Top wire:&#10; R1 between a and b.&#10;R2 between b and c.&#10;R3 between c and d.&#10;&#10;Right wire:&#10;R4 between d and e.&#10;&#10;Bottom wire:&#10;R5 between e and f.&#10;R6 between f and g.&#10;R7 between g and h.">
            <a:extLst>
              <a:ext uri="{FF2B5EF4-FFF2-40B4-BE49-F238E27FC236}">
                <a16:creationId xmlns:a16="http://schemas.microsoft.com/office/drawing/2014/main" id="{96F4D599-E319-4155-A628-FE8DBE3EFFD7}"/>
              </a:ext>
            </a:extLst>
          </p:cNvPr>
          <p:cNvPicPr>
            <a:picLocks noChangeAspect="1"/>
          </p:cNvPicPr>
          <p:nvPr/>
        </p:nvPicPr>
        <p:blipFill>
          <a:blip r:embed="rId3"/>
          <a:srcRect/>
          <a:stretch/>
        </p:blipFill>
        <p:spPr>
          <a:xfrm>
            <a:off x="1606267" y="2342575"/>
            <a:ext cx="3444539" cy="1425631"/>
          </a:xfrm>
          <a:prstGeom prst="rect">
            <a:avLst/>
          </a:prstGeom>
        </p:spPr>
      </p:pic>
      <p:pic>
        <p:nvPicPr>
          <p:cNvPr id="10" name="Picture 9" descr="The simplified circuit has an independent voltage source, v sub s, on the left wire, with a current, i sub s, flowing through the wire from the bottom to the top. Nodes a and h are marked at the top and the bottom of the left wire. A resistor, R sub e q, is located on the right wire.">
            <a:extLst>
              <a:ext uri="{FF2B5EF4-FFF2-40B4-BE49-F238E27FC236}">
                <a16:creationId xmlns:a16="http://schemas.microsoft.com/office/drawing/2014/main" id="{2AA5EA16-E57E-4A91-AAE6-052318B3F44D}"/>
              </a:ext>
            </a:extLst>
          </p:cNvPr>
          <p:cNvPicPr>
            <a:picLocks noChangeAspect="1"/>
          </p:cNvPicPr>
          <p:nvPr/>
        </p:nvPicPr>
        <p:blipFill>
          <a:blip r:embed="rId4"/>
          <a:stretch>
            <a:fillRect/>
          </a:stretch>
        </p:blipFill>
        <p:spPr>
          <a:xfrm>
            <a:off x="5767099" y="2223669"/>
            <a:ext cx="1870267" cy="1477559"/>
          </a:xfrm>
          <a:prstGeom prst="rect">
            <a:avLst/>
          </a:prstGeom>
        </p:spPr>
      </p:pic>
      <p:graphicFrame>
        <p:nvGraphicFramePr>
          <p:cNvPr id="11" name="Object 10" descr="KVL: negative v subscript s Baseline plus R subscript 1 Baseline i subscript s Baseline plus R subscript 2 Baseline i subscript s Baseline plus ellipsis plus R subscript 7 Baseline i subscript s Baseline equals 0.&#10;">
            <a:extLst>
              <a:ext uri="{FF2B5EF4-FFF2-40B4-BE49-F238E27FC236}">
                <a16:creationId xmlns:a16="http://schemas.microsoft.com/office/drawing/2014/main" id="{13A5534E-E756-4CF9-9FA3-A07C04C13514}"/>
              </a:ext>
            </a:extLst>
          </p:cNvPr>
          <p:cNvGraphicFramePr>
            <a:graphicFrameLocks noChangeAspect="1"/>
          </p:cNvGraphicFramePr>
          <p:nvPr>
            <p:extLst>
              <p:ext uri="{D42A27DB-BD31-4B8C-83A1-F6EECF244321}">
                <p14:modId xmlns:p14="http://schemas.microsoft.com/office/powerpoint/2010/main" val="3707860405"/>
              </p:ext>
            </p:extLst>
          </p:nvPr>
        </p:nvGraphicFramePr>
        <p:xfrm>
          <a:off x="456565" y="3903663"/>
          <a:ext cx="4902200" cy="457200"/>
        </p:xfrm>
        <a:graphic>
          <a:graphicData uri="http://schemas.openxmlformats.org/presentationml/2006/ole">
            <mc:AlternateContent xmlns:mc="http://schemas.openxmlformats.org/markup-compatibility/2006">
              <mc:Choice xmlns:v="urn:schemas-microsoft-com:vml" Requires="v">
                <p:oleObj name="Equation" r:id="rId5" imgW="2450880" imgH="228600" progId="Equation.DSMT4">
                  <p:embed/>
                </p:oleObj>
              </mc:Choice>
              <mc:Fallback>
                <p:oleObj name="Equation" r:id="rId5" imgW="2450880" imgH="228600" progId="Equation.DSMT4">
                  <p:embed/>
                  <p:pic>
                    <p:nvPicPr>
                      <p:cNvPr id="7" name="Object 6"/>
                      <p:cNvPicPr>
                        <a:picLocks noChangeAspect="1" noChangeArrowheads="1"/>
                      </p:cNvPicPr>
                      <p:nvPr/>
                    </p:nvPicPr>
                    <p:blipFill>
                      <a:blip r:embed="rId6"/>
                      <a:srcRect/>
                      <a:stretch>
                        <a:fillRect/>
                      </a:stretch>
                    </p:blipFill>
                    <p:spPr bwMode="auto">
                      <a:xfrm>
                        <a:off x="456565" y="3903663"/>
                        <a:ext cx="4902200" cy="457200"/>
                      </a:xfrm>
                      <a:prstGeom prst="rect">
                        <a:avLst/>
                      </a:prstGeom>
                      <a:noFill/>
                      <a:ln>
                        <a:noFill/>
                      </a:ln>
                      <a:effectLst/>
                    </p:spPr>
                  </p:pic>
                </p:oleObj>
              </mc:Fallback>
            </mc:AlternateContent>
          </a:graphicData>
        </a:graphic>
      </p:graphicFrame>
      <p:graphicFrame>
        <p:nvGraphicFramePr>
          <p:cNvPr id="12" name="Object 11" descr="Forward arrow, v subscript s Baseline equals OpenParenthesis R subscript 1 Baseline plus R subscript 2 Baseline plus ellipsis plus R subscript 7 Baseline CloseParenthesis i subscript s.&#10;">
            <a:extLst>
              <a:ext uri="{FF2B5EF4-FFF2-40B4-BE49-F238E27FC236}">
                <a16:creationId xmlns:a16="http://schemas.microsoft.com/office/drawing/2014/main" id="{81B8C02B-D620-49CA-AB97-26EE778F0A2F}"/>
              </a:ext>
            </a:extLst>
          </p:cNvPr>
          <p:cNvGraphicFramePr>
            <a:graphicFrameLocks noChangeAspect="1"/>
          </p:cNvGraphicFramePr>
          <p:nvPr>
            <p:extLst>
              <p:ext uri="{D42A27DB-BD31-4B8C-83A1-F6EECF244321}">
                <p14:modId xmlns:p14="http://schemas.microsoft.com/office/powerpoint/2010/main" val="3582964475"/>
              </p:ext>
            </p:extLst>
          </p:nvPr>
        </p:nvGraphicFramePr>
        <p:xfrm>
          <a:off x="453390" y="4465638"/>
          <a:ext cx="4165600" cy="457200"/>
        </p:xfrm>
        <a:graphic>
          <a:graphicData uri="http://schemas.openxmlformats.org/presentationml/2006/ole">
            <mc:AlternateContent xmlns:mc="http://schemas.openxmlformats.org/markup-compatibility/2006">
              <mc:Choice xmlns:v="urn:schemas-microsoft-com:vml" Requires="v">
                <p:oleObj name="Equation" r:id="rId7" imgW="2082600" imgH="228600" progId="Equation.DSMT4">
                  <p:embed/>
                </p:oleObj>
              </mc:Choice>
              <mc:Fallback>
                <p:oleObj name="Equation" r:id="rId7" imgW="2082600" imgH="228600" progId="Equation.DSMT4">
                  <p:embed/>
                  <p:pic>
                    <p:nvPicPr>
                      <p:cNvPr id="7" name="Object 6"/>
                      <p:cNvPicPr>
                        <a:picLocks noChangeAspect="1" noChangeArrowheads="1"/>
                      </p:cNvPicPr>
                      <p:nvPr/>
                    </p:nvPicPr>
                    <p:blipFill>
                      <a:blip r:embed="rId8"/>
                      <a:srcRect/>
                      <a:stretch>
                        <a:fillRect/>
                      </a:stretch>
                    </p:blipFill>
                    <p:spPr bwMode="auto">
                      <a:xfrm>
                        <a:off x="453390" y="4465638"/>
                        <a:ext cx="4165600" cy="457200"/>
                      </a:xfrm>
                      <a:prstGeom prst="rect">
                        <a:avLst/>
                      </a:prstGeom>
                      <a:noFill/>
                      <a:ln>
                        <a:noFill/>
                      </a:ln>
                      <a:effectLst/>
                    </p:spPr>
                  </p:pic>
                </p:oleObj>
              </mc:Fallback>
            </mc:AlternateContent>
          </a:graphicData>
        </a:graphic>
      </p:graphicFrame>
      <p:graphicFrame>
        <p:nvGraphicFramePr>
          <p:cNvPr id="13" name="Object 12" descr="KVL: negative v subscript s Baseline plus R subscript e q Baseline i subscript s Baseline equals 0.&#10;">
            <a:extLst>
              <a:ext uri="{FF2B5EF4-FFF2-40B4-BE49-F238E27FC236}">
                <a16:creationId xmlns:a16="http://schemas.microsoft.com/office/drawing/2014/main" id="{149DD15E-B506-4104-AE8F-DA690ACCBDC2}"/>
              </a:ext>
            </a:extLst>
          </p:cNvPr>
          <p:cNvGraphicFramePr>
            <a:graphicFrameLocks noChangeAspect="1"/>
          </p:cNvGraphicFramePr>
          <p:nvPr>
            <p:extLst>
              <p:ext uri="{D42A27DB-BD31-4B8C-83A1-F6EECF244321}">
                <p14:modId xmlns:p14="http://schemas.microsoft.com/office/powerpoint/2010/main" val="3375021812"/>
              </p:ext>
            </p:extLst>
          </p:nvPr>
        </p:nvGraphicFramePr>
        <p:xfrm>
          <a:off x="5697855" y="3929063"/>
          <a:ext cx="2819400" cy="482600"/>
        </p:xfrm>
        <a:graphic>
          <a:graphicData uri="http://schemas.openxmlformats.org/presentationml/2006/ole">
            <mc:AlternateContent xmlns:mc="http://schemas.openxmlformats.org/markup-compatibility/2006">
              <mc:Choice xmlns:v="urn:schemas-microsoft-com:vml" Requires="v">
                <p:oleObj name="Equation" r:id="rId9" imgW="1409400" imgH="241200" progId="Equation.DSMT4">
                  <p:embed/>
                </p:oleObj>
              </mc:Choice>
              <mc:Fallback>
                <p:oleObj name="Equation" r:id="rId9" imgW="1409400" imgH="241200" progId="Equation.DSMT4">
                  <p:embed/>
                  <p:pic>
                    <p:nvPicPr>
                      <p:cNvPr id="8" name="Object 7"/>
                      <p:cNvPicPr>
                        <a:picLocks noChangeAspect="1" noChangeArrowheads="1"/>
                      </p:cNvPicPr>
                      <p:nvPr/>
                    </p:nvPicPr>
                    <p:blipFill>
                      <a:blip r:embed="rId10"/>
                      <a:srcRect/>
                      <a:stretch>
                        <a:fillRect/>
                      </a:stretch>
                    </p:blipFill>
                    <p:spPr bwMode="auto">
                      <a:xfrm>
                        <a:off x="5697855" y="3929063"/>
                        <a:ext cx="2819400" cy="482600"/>
                      </a:xfrm>
                      <a:prstGeom prst="rect">
                        <a:avLst/>
                      </a:prstGeom>
                      <a:noFill/>
                      <a:ln>
                        <a:noFill/>
                      </a:ln>
                      <a:effectLst/>
                    </p:spPr>
                  </p:pic>
                </p:oleObj>
              </mc:Fallback>
            </mc:AlternateContent>
          </a:graphicData>
        </a:graphic>
      </p:graphicFrame>
      <p:graphicFrame>
        <p:nvGraphicFramePr>
          <p:cNvPr id="14" name="Object 13" descr="Forward arrow, v subscript s Baseline equals open parenthesis R subscript e q Baseline close parenthesis i subscript s.&#10;">
            <a:extLst>
              <a:ext uri="{FF2B5EF4-FFF2-40B4-BE49-F238E27FC236}">
                <a16:creationId xmlns:a16="http://schemas.microsoft.com/office/drawing/2014/main" id="{3EF8F119-7A0B-4A88-82E4-D70D6C2630DE}"/>
              </a:ext>
            </a:extLst>
          </p:cNvPr>
          <p:cNvGraphicFramePr>
            <a:graphicFrameLocks noChangeAspect="1"/>
          </p:cNvGraphicFramePr>
          <p:nvPr>
            <p:extLst>
              <p:ext uri="{D42A27DB-BD31-4B8C-83A1-F6EECF244321}">
                <p14:modId xmlns:p14="http://schemas.microsoft.com/office/powerpoint/2010/main" val="2837304900"/>
              </p:ext>
            </p:extLst>
          </p:nvPr>
        </p:nvGraphicFramePr>
        <p:xfrm>
          <a:off x="5811954" y="4544531"/>
          <a:ext cx="2262909" cy="438727"/>
        </p:xfrm>
        <a:graphic>
          <a:graphicData uri="http://schemas.openxmlformats.org/presentationml/2006/ole">
            <mc:AlternateContent xmlns:mc="http://schemas.openxmlformats.org/markup-compatibility/2006">
              <mc:Choice xmlns:v="urn:schemas-microsoft-com:vml" Requires="v">
                <p:oleObj name="Equation" r:id="rId11" imgW="1244520" imgH="241200" progId="Equation.DSMT4">
                  <p:embed/>
                </p:oleObj>
              </mc:Choice>
              <mc:Fallback>
                <p:oleObj name="Equation" r:id="rId11" imgW="1244520" imgH="241200" progId="Equation.DSMT4">
                  <p:embed/>
                  <p:pic>
                    <p:nvPicPr>
                      <p:cNvPr id="8" name="Object 7"/>
                      <p:cNvPicPr>
                        <a:picLocks noChangeAspect="1" noChangeArrowheads="1"/>
                      </p:cNvPicPr>
                      <p:nvPr/>
                    </p:nvPicPr>
                    <p:blipFill>
                      <a:blip r:embed="rId12"/>
                      <a:srcRect/>
                      <a:stretch>
                        <a:fillRect/>
                      </a:stretch>
                    </p:blipFill>
                    <p:spPr bwMode="auto">
                      <a:xfrm>
                        <a:off x="5811954" y="4544531"/>
                        <a:ext cx="2262909" cy="438727"/>
                      </a:xfrm>
                      <a:prstGeom prst="rect">
                        <a:avLst/>
                      </a:prstGeom>
                      <a:noFill/>
                      <a:ln>
                        <a:noFill/>
                      </a:ln>
                      <a:effectLst/>
                    </p:spPr>
                  </p:pic>
                </p:oleObj>
              </mc:Fallback>
            </mc:AlternateContent>
          </a:graphicData>
        </a:graphic>
      </p:graphicFrame>
      <p:sp>
        <p:nvSpPr>
          <p:cNvPr id="15" name="Content Placeholder 14">
            <a:extLst>
              <a:ext uri="{FF2B5EF4-FFF2-40B4-BE49-F238E27FC236}">
                <a16:creationId xmlns:a16="http://schemas.microsoft.com/office/drawing/2014/main" id="{65E0E6A7-C919-4DA9-8611-82943A9E80E1}"/>
              </a:ext>
            </a:extLst>
          </p:cNvPr>
          <p:cNvSpPr>
            <a:spLocks noGrp="1"/>
          </p:cNvSpPr>
          <p:nvPr>
            <p:ph sz="quarter" idx="15"/>
          </p:nvPr>
        </p:nvSpPr>
        <p:spPr>
          <a:xfrm>
            <a:off x="442411" y="5092320"/>
            <a:ext cx="3176394" cy="405683"/>
          </a:xfrm>
        </p:spPr>
        <p:txBody>
          <a:bodyPr wrap="square" lIns="0" tIns="18000" rIns="0" bIns="18000">
            <a:spAutoFit/>
          </a:bodyPr>
          <a:lstStyle/>
          <a:p>
            <a:pPr marL="0" indent="0">
              <a:spcBef>
                <a:spcPts val="0"/>
              </a:spcBef>
              <a:buNone/>
            </a:pPr>
            <a:r>
              <a:rPr lang="en-US" sz="2400" noProof="0" dirty="0"/>
              <a:t>Resistors in series add:</a:t>
            </a:r>
          </a:p>
        </p:txBody>
      </p:sp>
      <p:graphicFrame>
        <p:nvGraphicFramePr>
          <p:cNvPr id="17" name="Object 16" descr="R subscript e q Baseline equals OpenParenthesis R subscript 1 Baseline plus R subscript 2 Baseline plus ellipsis plus R subscript 7 Baseline CloseParenthesis.&#10;">
            <a:extLst>
              <a:ext uri="{FF2B5EF4-FFF2-40B4-BE49-F238E27FC236}">
                <a16:creationId xmlns:a16="http://schemas.microsoft.com/office/drawing/2014/main" id="{EA583B5E-32E2-4D66-9230-15D05BBF1689}"/>
              </a:ext>
            </a:extLst>
          </p:cNvPr>
          <p:cNvGraphicFramePr>
            <a:graphicFrameLocks noChangeAspect="1"/>
          </p:cNvGraphicFramePr>
          <p:nvPr>
            <p:extLst>
              <p:ext uri="{D42A27DB-BD31-4B8C-83A1-F6EECF244321}">
                <p14:modId xmlns:p14="http://schemas.microsoft.com/office/powerpoint/2010/main" val="1756038824"/>
              </p:ext>
            </p:extLst>
          </p:nvPr>
        </p:nvGraphicFramePr>
        <p:xfrm>
          <a:off x="3790867" y="5094288"/>
          <a:ext cx="3175000" cy="482600"/>
        </p:xfrm>
        <a:graphic>
          <a:graphicData uri="http://schemas.openxmlformats.org/presentationml/2006/ole">
            <mc:AlternateContent xmlns:mc="http://schemas.openxmlformats.org/markup-compatibility/2006">
              <mc:Choice xmlns:v="urn:schemas-microsoft-com:vml" Requires="v">
                <p:oleObj name="Equation" r:id="rId13" imgW="1587240" imgH="241200" progId="Equation.DSMT4">
                  <p:embed/>
                </p:oleObj>
              </mc:Choice>
              <mc:Fallback>
                <p:oleObj name="Equation" r:id="rId13" imgW="1587240" imgH="241200" progId="Equation.DSMT4">
                  <p:embed/>
                  <p:pic>
                    <p:nvPicPr>
                      <p:cNvPr id="6" name="Object 5"/>
                      <p:cNvPicPr>
                        <a:picLocks noChangeAspect="1" noChangeArrowheads="1"/>
                      </p:cNvPicPr>
                      <p:nvPr/>
                    </p:nvPicPr>
                    <p:blipFill>
                      <a:blip r:embed="rId14"/>
                      <a:srcRect/>
                      <a:stretch>
                        <a:fillRect/>
                      </a:stretch>
                    </p:blipFill>
                    <p:spPr bwMode="auto">
                      <a:xfrm>
                        <a:off x="3790867" y="5094288"/>
                        <a:ext cx="3175000" cy="482600"/>
                      </a:xfrm>
                      <a:prstGeom prst="rect">
                        <a:avLst/>
                      </a:prstGeom>
                      <a:noFill/>
                      <a:ln>
                        <a:noFill/>
                      </a:ln>
                      <a:effectLst/>
                    </p:spPr>
                  </p:pic>
                </p:oleObj>
              </mc:Fallback>
            </mc:AlternateContent>
          </a:graphicData>
        </a:graphic>
      </p:graphicFrame>
      <p:sp>
        <p:nvSpPr>
          <p:cNvPr id="16" name="Content Placeholder 15">
            <a:extLst>
              <a:ext uri="{FF2B5EF4-FFF2-40B4-BE49-F238E27FC236}">
                <a16:creationId xmlns:a16="http://schemas.microsoft.com/office/drawing/2014/main" id="{C75DA342-44C2-4B38-82B7-C5CCB12FF17B}"/>
              </a:ext>
            </a:extLst>
          </p:cNvPr>
          <p:cNvSpPr>
            <a:spLocks noGrp="1"/>
          </p:cNvSpPr>
          <p:nvPr>
            <p:ph sz="quarter" idx="16"/>
          </p:nvPr>
        </p:nvSpPr>
        <p:spPr>
          <a:xfrm>
            <a:off x="439318" y="5561353"/>
            <a:ext cx="8272882" cy="775015"/>
          </a:xfrm>
        </p:spPr>
        <p:txBody>
          <a:bodyPr wrap="square" lIns="0" tIns="18000" rIns="0" bIns="18000" anchor="ctr" anchorCtr="0">
            <a:spAutoFit/>
          </a:bodyPr>
          <a:lstStyle/>
          <a:p>
            <a:pPr marL="0" indent="0">
              <a:spcBef>
                <a:spcPts val="0"/>
              </a:spcBef>
              <a:buNone/>
            </a:pPr>
            <a:r>
              <a:rPr lang="en-US" sz="2400" noProof="0" dirty="0"/>
              <a:t>Equivalent resistance is always larger than the largest resistance in the group.</a:t>
            </a:r>
          </a:p>
        </p:txBody>
      </p:sp>
    </p:spTree>
    <p:extLst>
      <p:ext uri="{BB962C8B-B14F-4D97-AF65-F5344CB8AC3E}">
        <p14:creationId xmlns:p14="http://schemas.microsoft.com/office/powerpoint/2010/main" val="1320691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0AEBE-A56E-4785-B465-3211860E53B7}"/>
              </a:ext>
            </a:extLst>
          </p:cNvPr>
          <p:cNvSpPr>
            <a:spLocks noGrp="1"/>
          </p:cNvSpPr>
          <p:nvPr>
            <p:ph type="title"/>
          </p:nvPr>
        </p:nvSpPr>
        <p:spPr>
          <a:xfrm>
            <a:off x="445970" y="203127"/>
            <a:ext cx="8266230" cy="1021237"/>
          </a:xfrm>
        </p:spPr>
        <p:txBody>
          <a:bodyPr wrap="square" lIns="0" tIns="18000" rIns="0" bIns="18000" anchor="ctr" anchorCtr="0">
            <a:spAutoFit/>
          </a:bodyPr>
          <a:lstStyle/>
          <a:p>
            <a:r>
              <a:rPr lang="en-US" noProof="0" dirty="0"/>
              <a:t>Chapter 3 – Simple resistive circuits </a:t>
            </a:r>
            <a:r>
              <a:rPr lang="en-US" sz="2800" noProof="0" dirty="0"/>
              <a:t>(4 of 20)</a:t>
            </a:r>
            <a:endParaRPr lang="en-US" noProof="0" dirty="0"/>
          </a:p>
        </p:txBody>
      </p:sp>
      <p:sp>
        <p:nvSpPr>
          <p:cNvPr id="3" name="Content Placeholder 2">
            <a:extLst>
              <a:ext uri="{FF2B5EF4-FFF2-40B4-BE49-F238E27FC236}">
                <a16:creationId xmlns:a16="http://schemas.microsoft.com/office/drawing/2014/main" id="{B75821BA-3876-46D4-846A-D958805EF6A9}"/>
              </a:ext>
            </a:extLst>
          </p:cNvPr>
          <p:cNvSpPr>
            <a:spLocks noGrp="1"/>
          </p:cNvSpPr>
          <p:nvPr>
            <p:ph sz="quarter" idx="13"/>
          </p:nvPr>
        </p:nvSpPr>
        <p:spPr>
          <a:xfrm>
            <a:off x="445970" y="1466375"/>
            <a:ext cx="8266230" cy="775015"/>
          </a:xfrm>
        </p:spPr>
        <p:txBody>
          <a:bodyPr wrap="square" lIns="0" tIns="18000" rIns="0" bIns="18000" anchor="ctr" anchorCtr="0">
            <a:spAutoFit/>
          </a:bodyPr>
          <a:lstStyle/>
          <a:p>
            <a:pPr marL="0" indent="0">
              <a:buNone/>
            </a:pPr>
            <a:r>
              <a:rPr lang="en-US" altLang="en-US" sz="2400" noProof="0" dirty="0"/>
              <a:t>Which of the resistors in the circuit below are connected in series?</a:t>
            </a:r>
          </a:p>
        </p:txBody>
      </p:sp>
      <p:pic>
        <p:nvPicPr>
          <p:cNvPr id="6" name="Picture 5" descr="A circuit diagram shows three resistors of 20 ohms, 40 ohms, and 10 ohms connected to a current source of 12 amperes in a parallel connection. A resistor of 12 ohms is connected from the node point of the current source in series and two resistors of 20 ohms and 180 ohms are in parallel with each other, while resistor of 12 ohms is in series with the parallel combination of resistor of 20 ohms and 180 ohms.">
            <a:extLst>
              <a:ext uri="{FF2B5EF4-FFF2-40B4-BE49-F238E27FC236}">
                <a16:creationId xmlns:a16="http://schemas.microsoft.com/office/drawing/2014/main" id="{C665D050-496F-42F5-AAF3-E7B3FB453550}"/>
              </a:ext>
            </a:extLst>
          </p:cNvPr>
          <p:cNvPicPr>
            <a:picLocks noChangeAspect="1"/>
          </p:cNvPicPr>
          <p:nvPr/>
        </p:nvPicPr>
        <p:blipFill>
          <a:blip r:embed="rId3"/>
          <a:stretch>
            <a:fillRect/>
          </a:stretch>
        </p:blipFill>
        <p:spPr>
          <a:xfrm>
            <a:off x="2169512" y="2311992"/>
            <a:ext cx="4767651" cy="1767475"/>
          </a:xfrm>
          <a:prstGeom prst="rect">
            <a:avLst/>
          </a:prstGeom>
        </p:spPr>
      </p:pic>
      <p:sp>
        <p:nvSpPr>
          <p:cNvPr id="12" name="Content Placeholder 11">
            <a:extLst>
              <a:ext uri="{FF2B5EF4-FFF2-40B4-BE49-F238E27FC236}">
                <a16:creationId xmlns:a16="http://schemas.microsoft.com/office/drawing/2014/main" id="{E7E97EAF-586F-4C46-961D-03A6792821DA}"/>
              </a:ext>
            </a:extLst>
          </p:cNvPr>
          <p:cNvSpPr>
            <a:spLocks noGrp="1"/>
          </p:cNvSpPr>
          <p:nvPr>
            <p:ph sz="quarter" idx="19"/>
          </p:nvPr>
        </p:nvSpPr>
        <p:spPr>
          <a:xfrm>
            <a:off x="965519" y="4199352"/>
            <a:ext cx="446721" cy="405683"/>
          </a:xfrm>
        </p:spPr>
        <p:txBody>
          <a:bodyPr wrap="square" lIns="0" tIns="18000" rIns="0" bIns="18000" anchor="ctr" anchorCtr="0">
            <a:spAutoFit/>
          </a:bodyPr>
          <a:lstStyle/>
          <a:p>
            <a:pPr marL="101600" indent="0">
              <a:buNone/>
            </a:pPr>
            <a:r>
              <a:rPr lang="en-US" sz="2400" noProof="0" dirty="0">
                <a:solidFill>
                  <a:srgbClr val="007FA3"/>
                </a:solidFill>
              </a:rPr>
              <a:t>A.</a:t>
            </a:r>
          </a:p>
        </p:txBody>
      </p:sp>
      <p:graphicFrame>
        <p:nvGraphicFramePr>
          <p:cNvPr id="27" name="Object 26" descr="10 Ohms.&#10;">
            <a:extLst>
              <a:ext uri="{FF2B5EF4-FFF2-40B4-BE49-F238E27FC236}">
                <a16:creationId xmlns:a16="http://schemas.microsoft.com/office/drawing/2014/main" id="{6174E4E6-F961-4519-A2D4-DEF162846177}"/>
              </a:ext>
            </a:extLst>
          </p:cNvPr>
          <p:cNvGraphicFramePr>
            <a:graphicFrameLocks noChangeAspect="1"/>
          </p:cNvGraphicFramePr>
          <p:nvPr>
            <p:extLst>
              <p:ext uri="{D42A27DB-BD31-4B8C-83A1-F6EECF244321}">
                <p14:modId xmlns:p14="http://schemas.microsoft.com/office/powerpoint/2010/main" val="3988284345"/>
              </p:ext>
            </p:extLst>
          </p:nvPr>
        </p:nvGraphicFramePr>
        <p:xfrm>
          <a:off x="1493520" y="4247729"/>
          <a:ext cx="631825" cy="376238"/>
        </p:xfrm>
        <a:graphic>
          <a:graphicData uri="http://schemas.openxmlformats.org/presentationml/2006/ole">
            <mc:AlternateContent xmlns:mc="http://schemas.openxmlformats.org/markup-compatibility/2006">
              <mc:Choice xmlns:v="urn:schemas-microsoft-com:vml" Requires="v">
                <p:oleObj name="Equation" r:id="rId4" imgW="342720" imgH="203040" progId="Equation.DSMT4">
                  <p:embed/>
                </p:oleObj>
              </mc:Choice>
              <mc:Fallback>
                <p:oleObj name="Equation" r:id="rId4" imgW="342720" imgH="203040" progId="Equation.DSMT4">
                  <p:embed/>
                  <p:pic>
                    <p:nvPicPr>
                      <p:cNvPr id="27" name="Object 26">
                        <a:extLst>
                          <a:ext uri="{FF2B5EF4-FFF2-40B4-BE49-F238E27FC236}">
                            <a16:creationId xmlns:a16="http://schemas.microsoft.com/office/drawing/2014/main" id="{6174E4E6-F961-4519-A2D4-DEF162846177}"/>
                          </a:ext>
                        </a:extLst>
                      </p:cNvPr>
                      <p:cNvPicPr>
                        <a:picLocks noChangeAspect="1" noChangeArrowheads="1"/>
                      </p:cNvPicPr>
                      <p:nvPr/>
                    </p:nvPicPr>
                    <p:blipFill>
                      <a:blip r:embed="rId5"/>
                      <a:srcRect/>
                      <a:stretch>
                        <a:fillRect/>
                      </a:stretch>
                    </p:blipFill>
                    <p:spPr bwMode="auto">
                      <a:xfrm>
                        <a:off x="1493520" y="4247729"/>
                        <a:ext cx="631825"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Content Placeholder 12">
            <a:extLst>
              <a:ext uri="{FF2B5EF4-FFF2-40B4-BE49-F238E27FC236}">
                <a16:creationId xmlns:a16="http://schemas.microsoft.com/office/drawing/2014/main" id="{78DCED98-9D72-49C5-B089-8F5ED600B691}"/>
              </a:ext>
            </a:extLst>
          </p:cNvPr>
          <p:cNvSpPr>
            <a:spLocks noGrp="1"/>
          </p:cNvSpPr>
          <p:nvPr>
            <p:ph sz="quarter" idx="20"/>
          </p:nvPr>
        </p:nvSpPr>
        <p:spPr>
          <a:xfrm>
            <a:off x="2225359" y="4204114"/>
            <a:ext cx="528320" cy="405683"/>
          </a:xfrm>
        </p:spPr>
        <p:txBody>
          <a:bodyPr wrap="square" lIns="0" tIns="18000" rIns="0" bIns="18000" anchor="ctr" anchorCtr="0">
            <a:spAutoFit/>
          </a:bodyPr>
          <a:lstStyle/>
          <a:p>
            <a:pPr marL="0" indent="0">
              <a:spcBef>
                <a:spcPts val="0"/>
              </a:spcBef>
              <a:buNone/>
            </a:pPr>
            <a:r>
              <a:rPr lang="en-US" sz="2400" noProof="0" dirty="0"/>
              <a:t>and</a:t>
            </a:r>
          </a:p>
        </p:txBody>
      </p:sp>
      <p:graphicFrame>
        <p:nvGraphicFramePr>
          <p:cNvPr id="28" name="Object 27" descr="12 Ohms.&#10;">
            <a:extLst>
              <a:ext uri="{FF2B5EF4-FFF2-40B4-BE49-F238E27FC236}">
                <a16:creationId xmlns:a16="http://schemas.microsoft.com/office/drawing/2014/main" id="{D3762305-A28C-41B3-8D11-9CA933D50697}"/>
              </a:ext>
            </a:extLst>
          </p:cNvPr>
          <p:cNvGraphicFramePr>
            <a:graphicFrameLocks noChangeAspect="1"/>
          </p:cNvGraphicFramePr>
          <p:nvPr>
            <p:extLst>
              <p:ext uri="{D42A27DB-BD31-4B8C-83A1-F6EECF244321}">
                <p14:modId xmlns:p14="http://schemas.microsoft.com/office/powerpoint/2010/main" val="2257153957"/>
              </p:ext>
            </p:extLst>
          </p:nvPr>
        </p:nvGraphicFramePr>
        <p:xfrm>
          <a:off x="2814320" y="4247729"/>
          <a:ext cx="631825" cy="376238"/>
        </p:xfrm>
        <a:graphic>
          <a:graphicData uri="http://schemas.openxmlformats.org/presentationml/2006/ole">
            <mc:AlternateContent xmlns:mc="http://schemas.openxmlformats.org/markup-compatibility/2006">
              <mc:Choice xmlns:v="urn:schemas-microsoft-com:vml" Requires="v">
                <p:oleObj name="Equation" r:id="rId6" imgW="342720" imgH="203040" progId="Equation.DSMT4">
                  <p:embed/>
                </p:oleObj>
              </mc:Choice>
              <mc:Fallback>
                <p:oleObj name="Equation" r:id="rId6" imgW="342720" imgH="203040" progId="Equation.DSMT4">
                  <p:embed/>
                  <p:pic>
                    <p:nvPicPr>
                      <p:cNvPr id="28" name="Object 27">
                        <a:extLst>
                          <a:ext uri="{FF2B5EF4-FFF2-40B4-BE49-F238E27FC236}">
                            <a16:creationId xmlns:a16="http://schemas.microsoft.com/office/drawing/2014/main" id="{D3762305-A28C-41B3-8D11-9CA933D50697}"/>
                          </a:ext>
                        </a:extLst>
                      </p:cNvPr>
                      <p:cNvPicPr>
                        <a:picLocks noChangeAspect="1" noChangeArrowheads="1"/>
                      </p:cNvPicPr>
                      <p:nvPr/>
                    </p:nvPicPr>
                    <p:blipFill>
                      <a:blip r:embed="rId7"/>
                      <a:srcRect/>
                      <a:stretch>
                        <a:fillRect/>
                      </a:stretch>
                    </p:blipFill>
                    <p:spPr bwMode="auto">
                      <a:xfrm>
                        <a:off x="2814320" y="4247729"/>
                        <a:ext cx="631825"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Content Placeholder 13">
            <a:extLst>
              <a:ext uri="{FF2B5EF4-FFF2-40B4-BE49-F238E27FC236}">
                <a16:creationId xmlns:a16="http://schemas.microsoft.com/office/drawing/2014/main" id="{506A9D65-326C-4D2E-9D20-7CCBC85EB4D3}"/>
              </a:ext>
            </a:extLst>
          </p:cNvPr>
          <p:cNvSpPr>
            <a:spLocks noGrp="1"/>
          </p:cNvSpPr>
          <p:nvPr>
            <p:ph sz="quarter" idx="21"/>
          </p:nvPr>
        </p:nvSpPr>
        <p:spPr>
          <a:xfrm>
            <a:off x="944879" y="4783814"/>
            <a:ext cx="447041" cy="405683"/>
          </a:xfrm>
        </p:spPr>
        <p:txBody>
          <a:bodyPr wrap="square" lIns="0" tIns="18000" rIns="0" bIns="18000" anchor="ctr" anchorCtr="0">
            <a:spAutoFit/>
          </a:bodyPr>
          <a:lstStyle/>
          <a:p>
            <a:pPr marL="101600" indent="0">
              <a:spcBef>
                <a:spcPts val="600"/>
              </a:spcBef>
              <a:buNone/>
            </a:pPr>
            <a:r>
              <a:rPr lang="en-US" sz="2400" noProof="0" dirty="0">
                <a:solidFill>
                  <a:srgbClr val="007FA3"/>
                </a:solidFill>
              </a:rPr>
              <a:t>B.</a:t>
            </a:r>
          </a:p>
        </p:txBody>
      </p:sp>
      <p:graphicFrame>
        <p:nvGraphicFramePr>
          <p:cNvPr id="29" name="Object 28" descr="20 Ohms.&#10;">
            <a:extLst>
              <a:ext uri="{FF2B5EF4-FFF2-40B4-BE49-F238E27FC236}">
                <a16:creationId xmlns:a16="http://schemas.microsoft.com/office/drawing/2014/main" id="{636F565E-0824-41C1-80B5-5658B80D81C7}"/>
              </a:ext>
            </a:extLst>
          </p:cNvPr>
          <p:cNvGraphicFramePr>
            <a:graphicFrameLocks noChangeAspect="1"/>
          </p:cNvGraphicFramePr>
          <p:nvPr>
            <p:extLst>
              <p:ext uri="{D42A27DB-BD31-4B8C-83A1-F6EECF244321}">
                <p14:modId xmlns:p14="http://schemas.microsoft.com/office/powerpoint/2010/main" val="3617676777"/>
              </p:ext>
            </p:extLst>
          </p:nvPr>
        </p:nvGraphicFramePr>
        <p:xfrm>
          <a:off x="1482725" y="4792663"/>
          <a:ext cx="655638" cy="376237"/>
        </p:xfrm>
        <a:graphic>
          <a:graphicData uri="http://schemas.openxmlformats.org/presentationml/2006/ole">
            <mc:AlternateContent xmlns:mc="http://schemas.openxmlformats.org/markup-compatibility/2006">
              <mc:Choice xmlns:v="urn:schemas-microsoft-com:vml" Requires="v">
                <p:oleObj name="Equation" r:id="rId8" imgW="355320" imgH="203040" progId="Equation.DSMT4">
                  <p:embed/>
                </p:oleObj>
              </mc:Choice>
              <mc:Fallback>
                <p:oleObj name="Equation" r:id="rId8" imgW="355320" imgH="203040" progId="Equation.DSMT4">
                  <p:embed/>
                  <p:pic>
                    <p:nvPicPr>
                      <p:cNvPr id="29" name="Object 28">
                        <a:extLst>
                          <a:ext uri="{FF2B5EF4-FFF2-40B4-BE49-F238E27FC236}">
                            <a16:creationId xmlns:a16="http://schemas.microsoft.com/office/drawing/2014/main" id="{636F565E-0824-41C1-80B5-5658B80D81C7}"/>
                          </a:ext>
                        </a:extLst>
                      </p:cNvPr>
                      <p:cNvPicPr>
                        <a:picLocks noChangeAspect="1" noChangeArrowheads="1"/>
                      </p:cNvPicPr>
                      <p:nvPr/>
                    </p:nvPicPr>
                    <p:blipFill>
                      <a:blip r:embed="rId9"/>
                      <a:srcRect/>
                      <a:stretch>
                        <a:fillRect/>
                      </a:stretch>
                    </p:blipFill>
                    <p:spPr bwMode="auto">
                      <a:xfrm>
                        <a:off x="1482725" y="4792663"/>
                        <a:ext cx="655638"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Content Placeholder 14">
            <a:extLst>
              <a:ext uri="{FF2B5EF4-FFF2-40B4-BE49-F238E27FC236}">
                <a16:creationId xmlns:a16="http://schemas.microsoft.com/office/drawing/2014/main" id="{392894DD-A3AC-40DD-A1DA-762F687AFC7E}"/>
              </a:ext>
            </a:extLst>
          </p:cNvPr>
          <p:cNvSpPr>
            <a:spLocks noGrp="1"/>
          </p:cNvSpPr>
          <p:nvPr>
            <p:ph sz="quarter" idx="22"/>
          </p:nvPr>
        </p:nvSpPr>
        <p:spPr>
          <a:xfrm>
            <a:off x="2214881" y="4743174"/>
            <a:ext cx="589598" cy="405683"/>
          </a:xfrm>
        </p:spPr>
        <p:txBody>
          <a:bodyPr wrap="square" lIns="0" tIns="18000" rIns="0" bIns="18000" anchor="ctr" anchorCtr="0">
            <a:spAutoFit/>
          </a:bodyPr>
          <a:lstStyle/>
          <a:p>
            <a:pPr marL="0" indent="0">
              <a:spcBef>
                <a:spcPts val="600"/>
              </a:spcBef>
              <a:buNone/>
            </a:pPr>
            <a:r>
              <a:rPr lang="en-US" sz="2400" noProof="0" dirty="0"/>
              <a:t>and</a:t>
            </a:r>
          </a:p>
        </p:txBody>
      </p:sp>
      <p:graphicFrame>
        <p:nvGraphicFramePr>
          <p:cNvPr id="30" name="Object 29" descr="180 Ohms.&#10;">
            <a:extLst>
              <a:ext uri="{FF2B5EF4-FFF2-40B4-BE49-F238E27FC236}">
                <a16:creationId xmlns:a16="http://schemas.microsoft.com/office/drawing/2014/main" id="{9BD9430D-2015-42CA-B8F3-530D39E0020B}"/>
              </a:ext>
            </a:extLst>
          </p:cNvPr>
          <p:cNvGraphicFramePr>
            <a:graphicFrameLocks noChangeAspect="1"/>
          </p:cNvGraphicFramePr>
          <p:nvPr>
            <p:extLst>
              <p:ext uri="{D42A27DB-BD31-4B8C-83A1-F6EECF244321}">
                <p14:modId xmlns:p14="http://schemas.microsoft.com/office/powerpoint/2010/main" val="537962253"/>
              </p:ext>
            </p:extLst>
          </p:nvPr>
        </p:nvGraphicFramePr>
        <p:xfrm>
          <a:off x="2809875" y="4810125"/>
          <a:ext cx="795338" cy="376238"/>
        </p:xfrm>
        <a:graphic>
          <a:graphicData uri="http://schemas.openxmlformats.org/presentationml/2006/ole">
            <mc:AlternateContent xmlns:mc="http://schemas.openxmlformats.org/markup-compatibility/2006">
              <mc:Choice xmlns:v="urn:schemas-microsoft-com:vml" Requires="v">
                <p:oleObj name="Equation" r:id="rId10" imgW="431640" imgH="203040" progId="Equation.DSMT4">
                  <p:embed/>
                </p:oleObj>
              </mc:Choice>
              <mc:Fallback>
                <p:oleObj name="Equation" r:id="rId10" imgW="431640" imgH="203040" progId="Equation.DSMT4">
                  <p:embed/>
                  <p:pic>
                    <p:nvPicPr>
                      <p:cNvPr id="30" name="Object 29">
                        <a:extLst>
                          <a:ext uri="{FF2B5EF4-FFF2-40B4-BE49-F238E27FC236}">
                            <a16:creationId xmlns:a16="http://schemas.microsoft.com/office/drawing/2014/main" id="{9BD9430D-2015-42CA-B8F3-530D39E0020B}"/>
                          </a:ext>
                        </a:extLst>
                      </p:cNvPr>
                      <p:cNvPicPr>
                        <a:picLocks noChangeAspect="1" noChangeArrowheads="1"/>
                      </p:cNvPicPr>
                      <p:nvPr/>
                    </p:nvPicPr>
                    <p:blipFill>
                      <a:blip r:embed="rId11"/>
                      <a:srcRect/>
                      <a:stretch>
                        <a:fillRect/>
                      </a:stretch>
                    </p:blipFill>
                    <p:spPr bwMode="auto">
                      <a:xfrm>
                        <a:off x="2809875" y="4810125"/>
                        <a:ext cx="795338"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Content Placeholder 15">
            <a:extLst>
              <a:ext uri="{FF2B5EF4-FFF2-40B4-BE49-F238E27FC236}">
                <a16:creationId xmlns:a16="http://schemas.microsoft.com/office/drawing/2014/main" id="{7A4B13BD-15BC-4607-B1CF-B63504436D35}"/>
              </a:ext>
            </a:extLst>
          </p:cNvPr>
          <p:cNvSpPr>
            <a:spLocks noGrp="1"/>
          </p:cNvSpPr>
          <p:nvPr>
            <p:ph sz="quarter" idx="23"/>
          </p:nvPr>
        </p:nvSpPr>
        <p:spPr>
          <a:xfrm>
            <a:off x="929323" y="5317130"/>
            <a:ext cx="447041" cy="405683"/>
          </a:xfrm>
        </p:spPr>
        <p:txBody>
          <a:bodyPr wrap="square" lIns="0" tIns="18000" rIns="0" bIns="18000" anchor="ctr" anchorCtr="0">
            <a:spAutoFit/>
          </a:bodyPr>
          <a:lstStyle/>
          <a:p>
            <a:pPr marL="101600" indent="0">
              <a:buNone/>
            </a:pPr>
            <a:r>
              <a:rPr lang="en-US" sz="2400" noProof="0" dirty="0">
                <a:solidFill>
                  <a:srgbClr val="007FA3"/>
                </a:solidFill>
              </a:rPr>
              <a:t>C.</a:t>
            </a:r>
          </a:p>
        </p:txBody>
      </p:sp>
      <p:graphicFrame>
        <p:nvGraphicFramePr>
          <p:cNvPr id="31" name="Object 30" descr="10 Ohms.&#10;">
            <a:extLst>
              <a:ext uri="{FF2B5EF4-FFF2-40B4-BE49-F238E27FC236}">
                <a16:creationId xmlns:a16="http://schemas.microsoft.com/office/drawing/2014/main" id="{4A9F30FE-9B5C-4531-BA20-77994C96451E}"/>
              </a:ext>
            </a:extLst>
          </p:cNvPr>
          <p:cNvGraphicFramePr>
            <a:graphicFrameLocks noChangeAspect="1"/>
          </p:cNvGraphicFramePr>
          <p:nvPr>
            <p:extLst>
              <p:ext uri="{D42A27DB-BD31-4B8C-83A1-F6EECF244321}">
                <p14:modId xmlns:p14="http://schemas.microsoft.com/office/powerpoint/2010/main" val="2006796014"/>
              </p:ext>
            </p:extLst>
          </p:nvPr>
        </p:nvGraphicFramePr>
        <p:xfrm>
          <a:off x="1468438" y="5367095"/>
          <a:ext cx="631825" cy="376237"/>
        </p:xfrm>
        <a:graphic>
          <a:graphicData uri="http://schemas.openxmlformats.org/presentationml/2006/ole">
            <mc:AlternateContent xmlns:mc="http://schemas.openxmlformats.org/markup-compatibility/2006">
              <mc:Choice xmlns:v="urn:schemas-microsoft-com:vml" Requires="v">
                <p:oleObj name="Equation" r:id="rId12" imgW="342720" imgH="203040" progId="Equation.DSMT4">
                  <p:embed/>
                </p:oleObj>
              </mc:Choice>
              <mc:Fallback>
                <p:oleObj name="Equation" r:id="rId12" imgW="342720" imgH="203040" progId="Equation.DSMT4">
                  <p:embed/>
                  <p:pic>
                    <p:nvPicPr>
                      <p:cNvPr id="31" name="Object 30">
                        <a:extLst>
                          <a:ext uri="{FF2B5EF4-FFF2-40B4-BE49-F238E27FC236}">
                            <a16:creationId xmlns:a16="http://schemas.microsoft.com/office/drawing/2014/main" id="{4A9F30FE-9B5C-4531-BA20-77994C96451E}"/>
                          </a:ext>
                        </a:extLst>
                      </p:cNvPr>
                      <p:cNvPicPr>
                        <a:picLocks noChangeAspect="1" noChangeArrowheads="1"/>
                      </p:cNvPicPr>
                      <p:nvPr/>
                    </p:nvPicPr>
                    <p:blipFill>
                      <a:blip r:embed="rId13"/>
                      <a:srcRect/>
                      <a:stretch>
                        <a:fillRect/>
                      </a:stretch>
                    </p:blipFill>
                    <p:spPr bwMode="auto">
                      <a:xfrm>
                        <a:off x="1468438" y="5367095"/>
                        <a:ext cx="631825"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Content Placeholder 16">
            <a:extLst>
              <a:ext uri="{FF2B5EF4-FFF2-40B4-BE49-F238E27FC236}">
                <a16:creationId xmlns:a16="http://schemas.microsoft.com/office/drawing/2014/main" id="{911CCEA2-BCDF-4E43-854D-9BE8BFE0CE80}"/>
              </a:ext>
            </a:extLst>
          </p:cNvPr>
          <p:cNvSpPr>
            <a:spLocks noGrp="1"/>
          </p:cNvSpPr>
          <p:nvPr>
            <p:ph sz="quarter" idx="24"/>
          </p:nvPr>
        </p:nvSpPr>
        <p:spPr>
          <a:xfrm>
            <a:off x="2212023" y="5306811"/>
            <a:ext cx="589599" cy="405683"/>
          </a:xfrm>
        </p:spPr>
        <p:txBody>
          <a:bodyPr wrap="square" lIns="0" tIns="18000" rIns="0" bIns="18000" anchor="ctr" anchorCtr="0">
            <a:spAutoFit/>
          </a:bodyPr>
          <a:lstStyle/>
          <a:p>
            <a:pPr marL="0" indent="0">
              <a:spcBef>
                <a:spcPts val="600"/>
              </a:spcBef>
              <a:buNone/>
            </a:pPr>
            <a:r>
              <a:rPr lang="en-US" sz="2400" noProof="0" dirty="0"/>
              <a:t>and</a:t>
            </a:r>
          </a:p>
        </p:txBody>
      </p:sp>
      <p:graphicFrame>
        <p:nvGraphicFramePr>
          <p:cNvPr id="32" name="Object 31" descr="40 Ohms.&#10;">
            <a:extLst>
              <a:ext uri="{FF2B5EF4-FFF2-40B4-BE49-F238E27FC236}">
                <a16:creationId xmlns:a16="http://schemas.microsoft.com/office/drawing/2014/main" id="{CB3CE9FF-33D7-4FF0-9896-91DCCF1717FC}"/>
              </a:ext>
            </a:extLst>
          </p:cNvPr>
          <p:cNvGraphicFramePr>
            <a:graphicFrameLocks noChangeAspect="1"/>
          </p:cNvGraphicFramePr>
          <p:nvPr>
            <p:extLst>
              <p:ext uri="{D42A27DB-BD31-4B8C-83A1-F6EECF244321}">
                <p14:modId xmlns:p14="http://schemas.microsoft.com/office/powerpoint/2010/main" val="3338402834"/>
              </p:ext>
            </p:extLst>
          </p:nvPr>
        </p:nvGraphicFramePr>
        <p:xfrm>
          <a:off x="2816225" y="5341695"/>
          <a:ext cx="655638" cy="376237"/>
        </p:xfrm>
        <a:graphic>
          <a:graphicData uri="http://schemas.openxmlformats.org/presentationml/2006/ole">
            <mc:AlternateContent xmlns:mc="http://schemas.openxmlformats.org/markup-compatibility/2006">
              <mc:Choice xmlns:v="urn:schemas-microsoft-com:vml" Requires="v">
                <p:oleObj name="Equation" r:id="rId14" imgW="355320" imgH="203040" progId="Equation.DSMT4">
                  <p:embed/>
                </p:oleObj>
              </mc:Choice>
              <mc:Fallback>
                <p:oleObj name="Equation" r:id="rId14" imgW="355320" imgH="203040" progId="Equation.DSMT4">
                  <p:embed/>
                  <p:pic>
                    <p:nvPicPr>
                      <p:cNvPr id="32" name="Object 31">
                        <a:extLst>
                          <a:ext uri="{FF2B5EF4-FFF2-40B4-BE49-F238E27FC236}">
                            <a16:creationId xmlns:a16="http://schemas.microsoft.com/office/drawing/2014/main" id="{CB3CE9FF-33D7-4FF0-9896-91DCCF1717FC}"/>
                          </a:ext>
                        </a:extLst>
                      </p:cNvPr>
                      <p:cNvPicPr>
                        <a:picLocks noChangeAspect="1" noChangeArrowheads="1"/>
                      </p:cNvPicPr>
                      <p:nvPr/>
                    </p:nvPicPr>
                    <p:blipFill>
                      <a:blip r:embed="rId15"/>
                      <a:srcRect/>
                      <a:stretch>
                        <a:fillRect/>
                      </a:stretch>
                    </p:blipFill>
                    <p:spPr bwMode="auto">
                      <a:xfrm>
                        <a:off x="2816225" y="5341695"/>
                        <a:ext cx="655638"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 name="Content Placeholder 17">
            <a:extLst>
              <a:ext uri="{FF2B5EF4-FFF2-40B4-BE49-F238E27FC236}">
                <a16:creationId xmlns:a16="http://schemas.microsoft.com/office/drawing/2014/main" id="{6DDF73E2-8A7C-41D7-A7E1-B7DBC5043282}"/>
              </a:ext>
            </a:extLst>
          </p:cNvPr>
          <p:cNvSpPr>
            <a:spLocks noGrp="1"/>
          </p:cNvSpPr>
          <p:nvPr>
            <p:ph sz="quarter" idx="25"/>
          </p:nvPr>
        </p:nvSpPr>
        <p:spPr>
          <a:xfrm>
            <a:off x="3545523" y="5283731"/>
            <a:ext cx="517519" cy="405683"/>
          </a:xfrm>
        </p:spPr>
        <p:txBody>
          <a:bodyPr wrap="square" lIns="0" tIns="18000" rIns="0" bIns="18000" anchor="ctr" anchorCtr="0">
            <a:spAutoFit/>
          </a:bodyPr>
          <a:lstStyle/>
          <a:p>
            <a:pPr marL="0" indent="0">
              <a:spcBef>
                <a:spcPts val="600"/>
              </a:spcBef>
              <a:buNone/>
            </a:pPr>
            <a:r>
              <a:rPr lang="en-US" sz="2400" noProof="0" dirty="0"/>
              <a:t>and</a:t>
            </a:r>
          </a:p>
        </p:txBody>
      </p:sp>
      <p:graphicFrame>
        <p:nvGraphicFramePr>
          <p:cNvPr id="33" name="Object 32" descr="20 Ohms.&#10;">
            <a:extLst>
              <a:ext uri="{FF2B5EF4-FFF2-40B4-BE49-F238E27FC236}">
                <a16:creationId xmlns:a16="http://schemas.microsoft.com/office/drawing/2014/main" id="{88A4C0A4-188D-4DFE-A431-C6AB39C0A06F}"/>
              </a:ext>
            </a:extLst>
          </p:cNvPr>
          <p:cNvGraphicFramePr>
            <a:graphicFrameLocks noChangeAspect="1"/>
          </p:cNvGraphicFramePr>
          <p:nvPr>
            <p:extLst>
              <p:ext uri="{D42A27DB-BD31-4B8C-83A1-F6EECF244321}">
                <p14:modId xmlns:p14="http://schemas.microsoft.com/office/powerpoint/2010/main" val="435886633"/>
              </p:ext>
            </p:extLst>
          </p:nvPr>
        </p:nvGraphicFramePr>
        <p:xfrm>
          <a:off x="4164587" y="5341695"/>
          <a:ext cx="657225" cy="376237"/>
        </p:xfrm>
        <a:graphic>
          <a:graphicData uri="http://schemas.openxmlformats.org/presentationml/2006/ole">
            <mc:AlternateContent xmlns:mc="http://schemas.openxmlformats.org/markup-compatibility/2006">
              <mc:Choice xmlns:v="urn:schemas-microsoft-com:vml" Requires="v">
                <p:oleObj name="Equation" r:id="rId16" imgW="355320" imgH="203040" progId="Equation.DSMT4">
                  <p:embed/>
                </p:oleObj>
              </mc:Choice>
              <mc:Fallback>
                <p:oleObj name="Equation" r:id="rId16" imgW="355320" imgH="203040" progId="Equation.DSMT4">
                  <p:embed/>
                  <p:pic>
                    <p:nvPicPr>
                      <p:cNvPr id="33" name="Object 32">
                        <a:extLst>
                          <a:ext uri="{FF2B5EF4-FFF2-40B4-BE49-F238E27FC236}">
                            <a16:creationId xmlns:a16="http://schemas.microsoft.com/office/drawing/2014/main" id="{88A4C0A4-188D-4DFE-A431-C6AB39C0A06F}"/>
                          </a:ext>
                        </a:extLst>
                      </p:cNvPr>
                      <p:cNvPicPr>
                        <a:picLocks noChangeAspect="1" noChangeArrowheads="1"/>
                      </p:cNvPicPr>
                      <p:nvPr/>
                    </p:nvPicPr>
                    <p:blipFill>
                      <a:blip r:embed="rId17"/>
                      <a:srcRect/>
                      <a:stretch>
                        <a:fillRect/>
                      </a:stretch>
                    </p:blipFill>
                    <p:spPr bwMode="auto">
                      <a:xfrm>
                        <a:off x="4164587" y="5341695"/>
                        <a:ext cx="657225"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 name="Content Placeholder 18">
            <a:extLst>
              <a:ext uri="{FF2B5EF4-FFF2-40B4-BE49-F238E27FC236}">
                <a16:creationId xmlns:a16="http://schemas.microsoft.com/office/drawing/2014/main" id="{FD035253-DA2E-4F91-AD12-4DB392155970}"/>
              </a:ext>
            </a:extLst>
          </p:cNvPr>
          <p:cNvSpPr>
            <a:spLocks noGrp="1"/>
          </p:cNvSpPr>
          <p:nvPr>
            <p:ph sz="quarter" idx="26"/>
          </p:nvPr>
        </p:nvSpPr>
        <p:spPr>
          <a:xfrm>
            <a:off x="954723" y="5821404"/>
            <a:ext cx="513715" cy="405683"/>
          </a:xfrm>
        </p:spPr>
        <p:txBody>
          <a:bodyPr wrap="square" tIns="18000" bIns="18000" anchor="ctr" anchorCtr="0">
            <a:spAutoFit/>
          </a:bodyPr>
          <a:lstStyle/>
          <a:p>
            <a:pPr marL="0" indent="0">
              <a:spcBef>
                <a:spcPts val="600"/>
              </a:spcBef>
              <a:buNone/>
            </a:pPr>
            <a:r>
              <a:rPr lang="en-US" sz="2400" noProof="0" dirty="0">
                <a:solidFill>
                  <a:srgbClr val="007FA3"/>
                </a:solidFill>
              </a:rPr>
              <a:t>D.</a:t>
            </a:r>
          </a:p>
        </p:txBody>
      </p:sp>
      <p:graphicFrame>
        <p:nvGraphicFramePr>
          <p:cNvPr id="34" name="Object 33" descr="12 Ohms.&#10;">
            <a:extLst>
              <a:ext uri="{FF2B5EF4-FFF2-40B4-BE49-F238E27FC236}">
                <a16:creationId xmlns:a16="http://schemas.microsoft.com/office/drawing/2014/main" id="{C860CEA4-9CEE-4B5E-9242-6E880CD6E758}"/>
              </a:ext>
            </a:extLst>
          </p:cNvPr>
          <p:cNvGraphicFramePr>
            <a:graphicFrameLocks noChangeAspect="1"/>
          </p:cNvGraphicFramePr>
          <p:nvPr>
            <p:extLst>
              <p:ext uri="{D42A27DB-BD31-4B8C-83A1-F6EECF244321}">
                <p14:modId xmlns:p14="http://schemas.microsoft.com/office/powerpoint/2010/main" val="23058885"/>
              </p:ext>
            </p:extLst>
          </p:nvPr>
        </p:nvGraphicFramePr>
        <p:xfrm>
          <a:off x="1481138" y="5872163"/>
          <a:ext cx="631825" cy="376237"/>
        </p:xfrm>
        <a:graphic>
          <a:graphicData uri="http://schemas.openxmlformats.org/presentationml/2006/ole">
            <mc:AlternateContent xmlns:mc="http://schemas.openxmlformats.org/markup-compatibility/2006">
              <mc:Choice xmlns:v="urn:schemas-microsoft-com:vml" Requires="v">
                <p:oleObj name="Equation" r:id="rId18" imgW="342720" imgH="203040" progId="Equation.DSMT4">
                  <p:embed/>
                </p:oleObj>
              </mc:Choice>
              <mc:Fallback>
                <p:oleObj name="Equation" r:id="rId18" imgW="342720" imgH="203040" progId="Equation.DSMT4">
                  <p:embed/>
                  <p:pic>
                    <p:nvPicPr>
                      <p:cNvPr id="34" name="Object 33">
                        <a:extLst>
                          <a:ext uri="{FF2B5EF4-FFF2-40B4-BE49-F238E27FC236}">
                            <a16:creationId xmlns:a16="http://schemas.microsoft.com/office/drawing/2014/main" id="{C860CEA4-9CEE-4B5E-9242-6E880CD6E758}"/>
                          </a:ext>
                        </a:extLst>
                      </p:cNvPr>
                      <p:cNvPicPr>
                        <a:picLocks noChangeAspect="1" noChangeArrowheads="1"/>
                      </p:cNvPicPr>
                      <p:nvPr/>
                    </p:nvPicPr>
                    <p:blipFill>
                      <a:blip r:embed="rId19"/>
                      <a:srcRect/>
                      <a:stretch>
                        <a:fillRect/>
                      </a:stretch>
                    </p:blipFill>
                    <p:spPr bwMode="auto">
                      <a:xfrm>
                        <a:off x="1481138" y="5872163"/>
                        <a:ext cx="631825"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 name="Content Placeholder 19">
            <a:extLst>
              <a:ext uri="{FF2B5EF4-FFF2-40B4-BE49-F238E27FC236}">
                <a16:creationId xmlns:a16="http://schemas.microsoft.com/office/drawing/2014/main" id="{B9B52E85-E8E9-43DD-9207-F93BC5D668CE}"/>
              </a:ext>
            </a:extLst>
          </p:cNvPr>
          <p:cNvSpPr>
            <a:spLocks noGrp="1"/>
          </p:cNvSpPr>
          <p:nvPr>
            <p:ph sz="quarter" idx="27"/>
          </p:nvPr>
        </p:nvSpPr>
        <p:spPr>
          <a:xfrm>
            <a:off x="2212024" y="5806322"/>
            <a:ext cx="528956" cy="405683"/>
          </a:xfrm>
        </p:spPr>
        <p:txBody>
          <a:bodyPr wrap="square" lIns="0" tIns="18000" rIns="0" bIns="18000" anchor="ctr" anchorCtr="0">
            <a:spAutoFit/>
          </a:bodyPr>
          <a:lstStyle/>
          <a:p>
            <a:pPr marL="0" indent="0">
              <a:spcBef>
                <a:spcPts val="600"/>
              </a:spcBef>
              <a:buNone/>
            </a:pPr>
            <a:r>
              <a:rPr lang="en-US" sz="2400" noProof="0" dirty="0"/>
              <a:t>and</a:t>
            </a:r>
          </a:p>
        </p:txBody>
      </p:sp>
      <p:graphicFrame>
        <p:nvGraphicFramePr>
          <p:cNvPr id="36" name="Object 35" descr="180 Ohms.&#10;">
            <a:extLst>
              <a:ext uri="{FF2B5EF4-FFF2-40B4-BE49-F238E27FC236}">
                <a16:creationId xmlns:a16="http://schemas.microsoft.com/office/drawing/2014/main" id="{E78A1F0B-03C2-4D3E-AC4E-6F9EB8403B7D}"/>
              </a:ext>
            </a:extLst>
          </p:cNvPr>
          <p:cNvGraphicFramePr>
            <a:graphicFrameLocks noChangeAspect="1"/>
          </p:cNvGraphicFramePr>
          <p:nvPr>
            <p:extLst>
              <p:ext uri="{D42A27DB-BD31-4B8C-83A1-F6EECF244321}">
                <p14:modId xmlns:p14="http://schemas.microsoft.com/office/powerpoint/2010/main" val="1727290148"/>
              </p:ext>
            </p:extLst>
          </p:nvPr>
        </p:nvGraphicFramePr>
        <p:xfrm>
          <a:off x="2803725" y="5881788"/>
          <a:ext cx="795338" cy="376237"/>
        </p:xfrm>
        <a:graphic>
          <a:graphicData uri="http://schemas.openxmlformats.org/presentationml/2006/ole">
            <mc:AlternateContent xmlns:mc="http://schemas.openxmlformats.org/markup-compatibility/2006">
              <mc:Choice xmlns:v="urn:schemas-microsoft-com:vml" Requires="v">
                <p:oleObj name="Equation" r:id="rId20" imgW="431640" imgH="203040" progId="Equation.DSMT4">
                  <p:embed/>
                </p:oleObj>
              </mc:Choice>
              <mc:Fallback>
                <p:oleObj name="Equation" r:id="rId20" imgW="431640" imgH="203040" progId="Equation.DSMT4">
                  <p:embed/>
                  <p:pic>
                    <p:nvPicPr>
                      <p:cNvPr id="36" name="Object 35">
                        <a:extLst>
                          <a:ext uri="{FF2B5EF4-FFF2-40B4-BE49-F238E27FC236}">
                            <a16:creationId xmlns:a16="http://schemas.microsoft.com/office/drawing/2014/main" id="{E78A1F0B-03C2-4D3E-AC4E-6F9EB8403B7D}"/>
                          </a:ext>
                        </a:extLst>
                      </p:cNvPr>
                      <p:cNvPicPr>
                        <a:picLocks noChangeAspect="1" noChangeArrowheads="1"/>
                      </p:cNvPicPr>
                      <p:nvPr/>
                    </p:nvPicPr>
                    <p:blipFill>
                      <a:blip r:embed="rId21"/>
                      <a:srcRect/>
                      <a:stretch>
                        <a:fillRect/>
                      </a:stretch>
                    </p:blipFill>
                    <p:spPr bwMode="auto">
                      <a:xfrm>
                        <a:off x="2803725" y="5881788"/>
                        <a:ext cx="795338"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696511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C9E39-4A4E-09F8-B6B8-064ED4C83C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F528B4-4CF6-C584-E52F-77181EC22A46}"/>
              </a:ext>
            </a:extLst>
          </p:cNvPr>
          <p:cNvSpPr>
            <a:spLocks noGrp="1"/>
          </p:cNvSpPr>
          <p:nvPr>
            <p:ph type="title"/>
          </p:nvPr>
        </p:nvSpPr>
        <p:spPr>
          <a:xfrm>
            <a:off x="445970" y="203127"/>
            <a:ext cx="8266230" cy="1021237"/>
          </a:xfrm>
        </p:spPr>
        <p:txBody>
          <a:bodyPr wrap="square" lIns="0" tIns="18000" rIns="0" bIns="18000" anchor="ctr" anchorCtr="0">
            <a:spAutoFit/>
          </a:bodyPr>
          <a:lstStyle/>
          <a:p>
            <a:r>
              <a:rPr lang="en-US" noProof="0" dirty="0"/>
              <a:t>Chapter 3 – Simple resistive circuits </a:t>
            </a:r>
            <a:r>
              <a:rPr lang="en-US" sz="2800" noProof="0" dirty="0"/>
              <a:t>(4 of 20)</a:t>
            </a:r>
            <a:endParaRPr lang="en-US" noProof="0" dirty="0"/>
          </a:p>
        </p:txBody>
      </p:sp>
      <p:sp>
        <p:nvSpPr>
          <p:cNvPr id="3" name="Content Placeholder 2">
            <a:extLst>
              <a:ext uri="{FF2B5EF4-FFF2-40B4-BE49-F238E27FC236}">
                <a16:creationId xmlns:a16="http://schemas.microsoft.com/office/drawing/2014/main" id="{32D5022E-B14F-3751-8EEC-9145D587E22D}"/>
              </a:ext>
            </a:extLst>
          </p:cNvPr>
          <p:cNvSpPr>
            <a:spLocks noGrp="1"/>
          </p:cNvSpPr>
          <p:nvPr>
            <p:ph sz="quarter" idx="13"/>
          </p:nvPr>
        </p:nvSpPr>
        <p:spPr>
          <a:xfrm>
            <a:off x="445970" y="1466375"/>
            <a:ext cx="8266230" cy="775015"/>
          </a:xfrm>
        </p:spPr>
        <p:txBody>
          <a:bodyPr wrap="square" lIns="0" tIns="18000" rIns="0" bIns="18000" anchor="ctr" anchorCtr="0">
            <a:spAutoFit/>
          </a:bodyPr>
          <a:lstStyle/>
          <a:p>
            <a:pPr marL="0" indent="0">
              <a:buNone/>
            </a:pPr>
            <a:r>
              <a:rPr lang="en-US" altLang="en-US" sz="2400" noProof="0" dirty="0"/>
              <a:t>Which of the resistors in the circuit below are connected in series?</a:t>
            </a:r>
          </a:p>
        </p:txBody>
      </p:sp>
      <p:pic>
        <p:nvPicPr>
          <p:cNvPr id="6" name="Picture 5" descr="A circuit diagram shows three resistors of 20 ohms, 40 ohms, and 10 ohms connected to a current source of 12 amperes in a parallel connection. A resistor of 12 ohms is connected from the node point of the current source in series and two resistors of 20 ohms and 180 ohms are in parallel with each other, while resistor of 12 ohms is in series with the parallel combination of resistor of 20 ohms and 180 ohms.">
            <a:extLst>
              <a:ext uri="{FF2B5EF4-FFF2-40B4-BE49-F238E27FC236}">
                <a16:creationId xmlns:a16="http://schemas.microsoft.com/office/drawing/2014/main" id="{C1DC92D7-AF68-3299-BBC2-76D9D23DBAAF}"/>
              </a:ext>
            </a:extLst>
          </p:cNvPr>
          <p:cNvPicPr>
            <a:picLocks noChangeAspect="1"/>
          </p:cNvPicPr>
          <p:nvPr/>
        </p:nvPicPr>
        <p:blipFill>
          <a:blip r:embed="rId3"/>
          <a:stretch>
            <a:fillRect/>
          </a:stretch>
        </p:blipFill>
        <p:spPr>
          <a:xfrm>
            <a:off x="2169512" y="2311992"/>
            <a:ext cx="4767651" cy="1767475"/>
          </a:xfrm>
          <a:prstGeom prst="rect">
            <a:avLst/>
          </a:prstGeom>
        </p:spPr>
      </p:pic>
      <p:pic>
        <p:nvPicPr>
          <p:cNvPr id="42" name="Picture 41" descr="Cross mark">
            <a:extLst>
              <a:ext uri="{FF2B5EF4-FFF2-40B4-BE49-F238E27FC236}">
                <a16:creationId xmlns:a16="http://schemas.microsoft.com/office/drawing/2014/main" id="{8B8387AD-7336-CBCD-B316-00954EC62CB6}"/>
              </a:ext>
            </a:extLst>
          </p:cNvPr>
          <p:cNvPicPr>
            <a:picLocks noChangeAspect="1"/>
          </p:cNvPicPr>
          <p:nvPr/>
        </p:nvPicPr>
        <p:blipFill>
          <a:blip r:embed="rId4"/>
          <a:stretch>
            <a:fillRect/>
          </a:stretch>
        </p:blipFill>
        <p:spPr>
          <a:xfrm>
            <a:off x="522853" y="4240655"/>
            <a:ext cx="345611" cy="323076"/>
          </a:xfrm>
          <a:prstGeom prst="rect">
            <a:avLst/>
          </a:prstGeom>
        </p:spPr>
      </p:pic>
      <p:sp>
        <p:nvSpPr>
          <p:cNvPr id="12" name="Content Placeholder 11">
            <a:extLst>
              <a:ext uri="{FF2B5EF4-FFF2-40B4-BE49-F238E27FC236}">
                <a16:creationId xmlns:a16="http://schemas.microsoft.com/office/drawing/2014/main" id="{BE9D09FE-7D27-A9FC-BF2F-A2DC4A17DABF}"/>
              </a:ext>
            </a:extLst>
          </p:cNvPr>
          <p:cNvSpPr>
            <a:spLocks noGrp="1"/>
          </p:cNvSpPr>
          <p:nvPr>
            <p:ph sz="quarter" idx="19"/>
          </p:nvPr>
        </p:nvSpPr>
        <p:spPr>
          <a:xfrm>
            <a:off x="965519" y="4199352"/>
            <a:ext cx="446721" cy="405683"/>
          </a:xfrm>
        </p:spPr>
        <p:txBody>
          <a:bodyPr wrap="square" lIns="0" tIns="18000" rIns="0" bIns="18000" anchor="ctr" anchorCtr="0">
            <a:spAutoFit/>
          </a:bodyPr>
          <a:lstStyle/>
          <a:p>
            <a:pPr marL="101600" indent="0">
              <a:buNone/>
            </a:pPr>
            <a:r>
              <a:rPr lang="en-US" sz="2400" noProof="0" dirty="0">
                <a:solidFill>
                  <a:srgbClr val="007FA3"/>
                </a:solidFill>
              </a:rPr>
              <a:t>A.</a:t>
            </a:r>
          </a:p>
        </p:txBody>
      </p:sp>
      <p:graphicFrame>
        <p:nvGraphicFramePr>
          <p:cNvPr id="27" name="Object 26" descr="10 Ohms.&#10;">
            <a:extLst>
              <a:ext uri="{FF2B5EF4-FFF2-40B4-BE49-F238E27FC236}">
                <a16:creationId xmlns:a16="http://schemas.microsoft.com/office/drawing/2014/main" id="{C077CDC4-A95F-36DB-89DD-8682C1EBCA4B}"/>
              </a:ext>
            </a:extLst>
          </p:cNvPr>
          <p:cNvGraphicFramePr>
            <a:graphicFrameLocks noChangeAspect="1"/>
          </p:cNvGraphicFramePr>
          <p:nvPr/>
        </p:nvGraphicFramePr>
        <p:xfrm>
          <a:off x="1493520" y="4247729"/>
          <a:ext cx="631825" cy="376238"/>
        </p:xfrm>
        <a:graphic>
          <a:graphicData uri="http://schemas.openxmlformats.org/presentationml/2006/ole">
            <mc:AlternateContent xmlns:mc="http://schemas.openxmlformats.org/markup-compatibility/2006">
              <mc:Choice xmlns:v="urn:schemas-microsoft-com:vml" Requires="v">
                <p:oleObj name="Equation" r:id="rId5" imgW="342720" imgH="203040" progId="Equation.DSMT4">
                  <p:embed/>
                </p:oleObj>
              </mc:Choice>
              <mc:Fallback>
                <p:oleObj name="Equation" r:id="rId5" imgW="342720" imgH="203040" progId="Equation.DSMT4">
                  <p:embed/>
                  <p:pic>
                    <p:nvPicPr>
                      <p:cNvPr id="27" name="Object 26" descr="10 Ohms.&#10;">
                        <a:extLst>
                          <a:ext uri="{FF2B5EF4-FFF2-40B4-BE49-F238E27FC236}">
                            <a16:creationId xmlns:a16="http://schemas.microsoft.com/office/drawing/2014/main" id="{6174E4E6-F961-4519-A2D4-DEF162846177}"/>
                          </a:ext>
                        </a:extLst>
                      </p:cNvPr>
                      <p:cNvPicPr>
                        <a:picLocks noChangeAspect="1" noChangeArrowheads="1"/>
                      </p:cNvPicPr>
                      <p:nvPr/>
                    </p:nvPicPr>
                    <p:blipFill>
                      <a:blip r:embed="rId6"/>
                      <a:srcRect/>
                      <a:stretch>
                        <a:fillRect/>
                      </a:stretch>
                    </p:blipFill>
                    <p:spPr bwMode="auto">
                      <a:xfrm>
                        <a:off x="1493520" y="4247729"/>
                        <a:ext cx="631825"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Content Placeholder 12">
            <a:extLst>
              <a:ext uri="{FF2B5EF4-FFF2-40B4-BE49-F238E27FC236}">
                <a16:creationId xmlns:a16="http://schemas.microsoft.com/office/drawing/2014/main" id="{16604A5E-1196-FF2F-BEA0-5F0C8E6E9D70}"/>
              </a:ext>
            </a:extLst>
          </p:cNvPr>
          <p:cNvSpPr>
            <a:spLocks noGrp="1"/>
          </p:cNvSpPr>
          <p:nvPr>
            <p:ph sz="quarter" idx="20"/>
          </p:nvPr>
        </p:nvSpPr>
        <p:spPr>
          <a:xfrm>
            <a:off x="2225359" y="4204114"/>
            <a:ext cx="528320" cy="405683"/>
          </a:xfrm>
        </p:spPr>
        <p:txBody>
          <a:bodyPr wrap="square" lIns="0" tIns="18000" rIns="0" bIns="18000" anchor="ctr" anchorCtr="0">
            <a:spAutoFit/>
          </a:bodyPr>
          <a:lstStyle/>
          <a:p>
            <a:pPr marL="0" indent="0">
              <a:spcBef>
                <a:spcPts val="0"/>
              </a:spcBef>
              <a:buNone/>
            </a:pPr>
            <a:r>
              <a:rPr lang="en-US" sz="2400" noProof="0" dirty="0"/>
              <a:t>and</a:t>
            </a:r>
          </a:p>
        </p:txBody>
      </p:sp>
      <p:graphicFrame>
        <p:nvGraphicFramePr>
          <p:cNvPr id="28" name="Object 27" descr="12 Ohms.&#10;">
            <a:extLst>
              <a:ext uri="{FF2B5EF4-FFF2-40B4-BE49-F238E27FC236}">
                <a16:creationId xmlns:a16="http://schemas.microsoft.com/office/drawing/2014/main" id="{E36B76AA-4765-4A40-9C67-67FAB8FB7170}"/>
              </a:ext>
            </a:extLst>
          </p:cNvPr>
          <p:cNvGraphicFramePr>
            <a:graphicFrameLocks noChangeAspect="1"/>
          </p:cNvGraphicFramePr>
          <p:nvPr/>
        </p:nvGraphicFramePr>
        <p:xfrm>
          <a:off x="2814320" y="4247729"/>
          <a:ext cx="631825" cy="376238"/>
        </p:xfrm>
        <a:graphic>
          <a:graphicData uri="http://schemas.openxmlformats.org/presentationml/2006/ole">
            <mc:AlternateContent xmlns:mc="http://schemas.openxmlformats.org/markup-compatibility/2006">
              <mc:Choice xmlns:v="urn:schemas-microsoft-com:vml" Requires="v">
                <p:oleObj name="Equation" r:id="rId7" imgW="342720" imgH="203040" progId="Equation.DSMT4">
                  <p:embed/>
                </p:oleObj>
              </mc:Choice>
              <mc:Fallback>
                <p:oleObj name="Equation" r:id="rId7" imgW="342720" imgH="203040" progId="Equation.DSMT4">
                  <p:embed/>
                  <p:pic>
                    <p:nvPicPr>
                      <p:cNvPr id="28" name="Object 27" descr="12 Ohms.&#10;">
                        <a:extLst>
                          <a:ext uri="{FF2B5EF4-FFF2-40B4-BE49-F238E27FC236}">
                            <a16:creationId xmlns:a16="http://schemas.microsoft.com/office/drawing/2014/main" id="{D3762305-A28C-41B3-8D11-9CA933D50697}"/>
                          </a:ext>
                        </a:extLst>
                      </p:cNvPr>
                      <p:cNvPicPr>
                        <a:picLocks noChangeAspect="1" noChangeArrowheads="1"/>
                      </p:cNvPicPr>
                      <p:nvPr/>
                    </p:nvPicPr>
                    <p:blipFill>
                      <a:blip r:embed="rId8"/>
                      <a:srcRect/>
                      <a:stretch>
                        <a:fillRect/>
                      </a:stretch>
                    </p:blipFill>
                    <p:spPr bwMode="auto">
                      <a:xfrm>
                        <a:off x="2814320" y="4247729"/>
                        <a:ext cx="631825"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4" name="Picture 43" descr="Cross mark">
            <a:extLst>
              <a:ext uri="{FF2B5EF4-FFF2-40B4-BE49-F238E27FC236}">
                <a16:creationId xmlns:a16="http://schemas.microsoft.com/office/drawing/2014/main" id="{1E56ACD2-52BB-ED25-2D8C-AE0ADE1D8280}"/>
              </a:ext>
            </a:extLst>
          </p:cNvPr>
          <p:cNvPicPr>
            <a:picLocks noChangeAspect="1"/>
          </p:cNvPicPr>
          <p:nvPr/>
        </p:nvPicPr>
        <p:blipFill>
          <a:blip r:embed="rId4"/>
          <a:stretch>
            <a:fillRect/>
          </a:stretch>
        </p:blipFill>
        <p:spPr>
          <a:xfrm>
            <a:off x="509082" y="4835283"/>
            <a:ext cx="335447" cy="313574"/>
          </a:xfrm>
          <a:prstGeom prst="rect">
            <a:avLst/>
          </a:prstGeom>
        </p:spPr>
      </p:pic>
      <p:sp>
        <p:nvSpPr>
          <p:cNvPr id="14" name="Content Placeholder 13">
            <a:extLst>
              <a:ext uri="{FF2B5EF4-FFF2-40B4-BE49-F238E27FC236}">
                <a16:creationId xmlns:a16="http://schemas.microsoft.com/office/drawing/2014/main" id="{52B795C6-80AA-E244-CBC0-9873E303CB16}"/>
              </a:ext>
            </a:extLst>
          </p:cNvPr>
          <p:cNvSpPr>
            <a:spLocks noGrp="1"/>
          </p:cNvSpPr>
          <p:nvPr>
            <p:ph sz="quarter" idx="21"/>
          </p:nvPr>
        </p:nvSpPr>
        <p:spPr>
          <a:xfrm>
            <a:off x="944879" y="4783814"/>
            <a:ext cx="447041" cy="405683"/>
          </a:xfrm>
        </p:spPr>
        <p:txBody>
          <a:bodyPr wrap="square" lIns="0" tIns="18000" rIns="0" bIns="18000" anchor="ctr" anchorCtr="0">
            <a:spAutoFit/>
          </a:bodyPr>
          <a:lstStyle/>
          <a:p>
            <a:pPr marL="101600" indent="0">
              <a:spcBef>
                <a:spcPts val="600"/>
              </a:spcBef>
              <a:buNone/>
            </a:pPr>
            <a:r>
              <a:rPr lang="en-US" sz="2400" noProof="0" dirty="0">
                <a:solidFill>
                  <a:srgbClr val="007FA3"/>
                </a:solidFill>
              </a:rPr>
              <a:t>B.</a:t>
            </a:r>
          </a:p>
        </p:txBody>
      </p:sp>
      <p:graphicFrame>
        <p:nvGraphicFramePr>
          <p:cNvPr id="29" name="Object 28" descr="20 Ohms.&#10;">
            <a:extLst>
              <a:ext uri="{FF2B5EF4-FFF2-40B4-BE49-F238E27FC236}">
                <a16:creationId xmlns:a16="http://schemas.microsoft.com/office/drawing/2014/main" id="{6A26D61C-E546-40FB-4104-341CCCBC293E}"/>
              </a:ext>
            </a:extLst>
          </p:cNvPr>
          <p:cNvGraphicFramePr>
            <a:graphicFrameLocks noChangeAspect="1"/>
          </p:cNvGraphicFramePr>
          <p:nvPr/>
        </p:nvGraphicFramePr>
        <p:xfrm>
          <a:off x="1482725" y="4792663"/>
          <a:ext cx="655638" cy="376237"/>
        </p:xfrm>
        <a:graphic>
          <a:graphicData uri="http://schemas.openxmlformats.org/presentationml/2006/ole">
            <mc:AlternateContent xmlns:mc="http://schemas.openxmlformats.org/markup-compatibility/2006">
              <mc:Choice xmlns:v="urn:schemas-microsoft-com:vml" Requires="v">
                <p:oleObj name="Equation" r:id="rId9" imgW="355320" imgH="203040" progId="Equation.DSMT4">
                  <p:embed/>
                </p:oleObj>
              </mc:Choice>
              <mc:Fallback>
                <p:oleObj name="Equation" r:id="rId9" imgW="355320" imgH="203040" progId="Equation.DSMT4">
                  <p:embed/>
                  <p:pic>
                    <p:nvPicPr>
                      <p:cNvPr id="29" name="Object 28" descr="20 Ohms.&#10;">
                        <a:extLst>
                          <a:ext uri="{FF2B5EF4-FFF2-40B4-BE49-F238E27FC236}">
                            <a16:creationId xmlns:a16="http://schemas.microsoft.com/office/drawing/2014/main" id="{636F565E-0824-41C1-80B5-5658B80D81C7}"/>
                          </a:ext>
                        </a:extLst>
                      </p:cNvPr>
                      <p:cNvPicPr>
                        <a:picLocks noChangeAspect="1" noChangeArrowheads="1"/>
                      </p:cNvPicPr>
                      <p:nvPr/>
                    </p:nvPicPr>
                    <p:blipFill>
                      <a:blip r:embed="rId10"/>
                      <a:srcRect/>
                      <a:stretch>
                        <a:fillRect/>
                      </a:stretch>
                    </p:blipFill>
                    <p:spPr bwMode="auto">
                      <a:xfrm>
                        <a:off x="1482725" y="4792663"/>
                        <a:ext cx="655638"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Content Placeholder 14">
            <a:extLst>
              <a:ext uri="{FF2B5EF4-FFF2-40B4-BE49-F238E27FC236}">
                <a16:creationId xmlns:a16="http://schemas.microsoft.com/office/drawing/2014/main" id="{9FCA6353-1F7D-80B3-ECF0-8BE86513DFA9}"/>
              </a:ext>
            </a:extLst>
          </p:cNvPr>
          <p:cNvSpPr>
            <a:spLocks noGrp="1"/>
          </p:cNvSpPr>
          <p:nvPr>
            <p:ph sz="quarter" idx="22"/>
          </p:nvPr>
        </p:nvSpPr>
        <p:spPr>
          <a:xfrm>
            <a:off x="2214881" y="4743174"/>
            <a:ext cx="589598" cy="405683"/>
          </a:xfrm>
        </p:spPr>
        <p:txBody>
          <a:bodyPr wrap="square" lIns="0" tIns="18000" rIns="0" bIns="18000" anchor="ctr" anchorCtr="0">
            <a:spAutoFit/>
          </a:bodyPr>
          <a:lstStyle/>
          <a:p>
            <a:pPr marL="0" indent="0">
              <a:spcBef>
                <a:spcPts val="600"/>
              </a:spcBef>
              <a:buNone/>
            </a:pPr>
            <a:r>
              <a:rPr lang="en-US" sz="2400" noProof="0" dirty="0"/>
              <a:t>and</a:t>
            </a:r>
          </a:p>
        </p:txBody>
      </p:sp>
      <p:graphicFrame>
        <p:nvGraphicFramePr>
          <p:cNvPr id="30" name="Object 29" descr="180 Ohms.&#10;">
            <a:extLst>
              <a:ext uri="{FF2B5EF4-FFF2-40B4-BE49-F238E27FC236}">
                <a16:creationId xmlns:a16="http://schemas.microsoft.com/office/drawing/2014/main" id="{4E7069AC-F346-24A7-E94C-AD5B7A935A45}"/>
              </a:ext>
            </a:extLst>
          </p:cNvPr>
          <p:cNvGraphicFramePr>
            <a:graphicFrameLocks noChangeAspect="1"/>
          </p:cNvGraphicFramePr>
          <p:nvPr/>
        </p:nvGraphicFramePr>
        <p:xfrm>
          <a:off x="2809875" y="4810125"/>
          <a:ext cx="795338" cy="376238"/>
        </p:xfrm>
        <a:graphic>
          <a:graphicData uri="http://schemas.openxmlformats.org/presentationml/2006/ole">
            <mc:AlternateContent xmlns:mc="http://schemas.openxmlformats.org/markup-compatibility/2006">
              <mc:Choice xmlns:v="urn:schemas-microsoft-com:vml" Requires="v">
                <p:oleObj name="Equation" r:id="rId11" imgW="431640" imgH="203040" progId="Equation.DSMT4">
                  <p:embed/>
                </p:oleObj>
              </mc:Choice>
              <mc:Fallback>
                <p:oleObj name="Equation" r:id="rId11" imgW="431640" imgH="203040" progId="Equation.DSMT4">
                  <p:embed/>
                  <p:pic>
                    <p:nvPicPr>
                      <p:cNvPr id="30" name="Object 29" descr="180 Ohms.&#10;">
                        <a:extLst>
                          <a:ext uri="{FF2B5EF4-FFF2-40B4-BE49-F238E27FC236}">
                            <a16:creationId xmlns:a16="http://schemas.microsoft.com/office/drawing/2014/main" id="{9BD9430D-2015-42CA-B8F3-530D39E0020B}"/>
                          </a:ext>
                        </a:extLst>
                      </p:cNvPr>
                      <p:cNvPicPr>
                        <a:picLocks noChangeAspect="1" noChangeArrowheads="1"/>
                      </p:cNvPicPr>
                      <p:nvPr/>
                    </p:nvPicPr>
                    <p:blipFill>
                      <a:blip r:embed="rId12"/>
                      <a:srcRect/>
                      <a:stretch>
                        <a:fillRect/>
                      </a:stretch>
                    </p:blipFill>
                    <p:spPr bwMode="auto">
                      <a:xfrm>
                        <a:off x="2809875" y="4810125"/>
                        <a:ext cx="795338"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6" name="Picture 45" descr="Check mark">
            <a:extLst>
              <a:ext uri="{FF2B5EF4-FFF2-40B4-BE49-F238E27FC236}">
                <a16:creationId xmlns:a16="http://schemas.microsoft.com/office/drawing/2014/main" id="{33E4AB15-1E9B-483B-C9C2-5AD532D1293D}"/>
              </a:ext>
            </a:extLst>
          </p:cNvPr>
          <p:cNvPicPr>
            <a:picLocks noChangeAspect="1"/>
          </p:cNvPicPr>
          <p:nvPr/>
        </p:nvPicPr>
        <p:blipFill>
          <a:blip r:embed="rId13"/>
          <a:stretch>
            <a:fillRect/>
          </a:stretch>
        </p:blipFill>
        <p:spPr>
          <a:xfrm>
            <a:off x="460952" y="5338634"/>
            <a:ext cx="393337" cy="342035"/>
          </a:xfrm>
          <a:prstGeom prst="rect">
            <a:avLst/>
          </a:prstGeom>
        </p:spPr>
      </p:pic>
      <p:sp>
        <p:nvSpPr>
          <p:cNvPr id="16" name="Content Placeholder 15">
            <a:extLst>
              <a:ext uri="{FF2B5EF4-FFF2-40B4-BE49-F238E27FC236}">
                <a16:creationId xmlns:a16="http://schemas.microsoft.com/office/drawing/2014/main" id="{C2912C2F-4FA9-CA6A-E3A1-9176DE9BF865}"/>
              </a:ext>
            </a:extLst>
          </p:cNvPr>
          <p:cNvSpPr>
            <a:spLocks noGrp="1"/>
          </p:cNvSpPr>
          <p:nvPr>
            <p:ph sz="quarter" idx="23"/>
          </p:nvPr>
        </p:nvSpPr>
        <p:spPr>
          <a:xfrm>
            <a:off x="929323" y="5317130"/>
            <a:ext cx="447041" cy="405683"/>
          </a:xfrm>
        </p:spPr>
        <p:txBody>
          <a:bodyPr wrap="square" lIns="0" tIns="18000" rIns="0" bIns="18000" anchor="ctr" anchorCtr="0">
            <a:spAutoFit/>
          </a:bodyPr>
          <a:lstStyle/>
          <a:p>
            <a:pPr marL="101600" indent="0">
              <a:buNone/>
            </a:pPr>
            <a:r>
              <a:rPr lang="en-US" sz="2400" noProof="0" dirty="0">
                <a:solidFill>
                  <a:srgbClr val="007FA3"/>
                </a:solidFill>
              </a:rPr>
              <a:t>C.</a:t>
            </a:r>
          </a:p>
        </p:txBody>
      </p:sp>
      <p:graphicFrame>
        <p:nvGraphicFramePr>
          <p:cNvPr id="31" name="Object 30" descr="10 Ohms.&#10;">
            <a:extLst>
              <a:ext uri="{FF2B5EF4-FFF2-40B4-BE49-F238E27FC236}">
                <a16:creationId xmlns:a16="http://schemas.microsoft.com/office/drawing/2014/main" id="{7B561E0E-FA59-9932-01E7-BFC14FEFA932}"/>
              </a:ext>
            </a:extLst>
          </p:cNvPr>
          <p:cNvGraphicFramePr>
            <a:graphicFrameLocks noChangeAspect="1"/>
          </p:cNvGraphicFramePr>
          <p:nvPr/>
        </p:nvGraphicFramePr>
        <p:xfrm>
          <a:off x="1468438" y="5367095"/>
          <a:ext cx="631825" cy="376237"/>
        </p:xfrm>
        <a:graphic>
          <a:graphicData uri="http://schemas.openxmlformats.org/presentationml/2006/ole">
            <mc:AlternateContent xmlns:mc="http://schemas.openxmlformats.org/markup-compatibility/2006">
              <mc:Choice xmlns:v="urn:schemas-microsoft-com:vml" Requires="v">
                <p:oleObj name="Equation" r:id="rId14" imgW="342720" imgH="203040" progId="Equation.DSMT4">
                  <p:embed/>
                </p:oleObj>
              </mc:Choice>
              <mc:Fallback>
                <p:oleObj name="Equation" r:id="rId14" imgW="342720" imgH="203040" progId="Equation.DSMT4">
                  <p:embed/>
                  <p:pic>
                    <p:nvPicPr>
                      <p:cNvPr id="31" name="Object 30" descr="10 Ohms.&#10;">
                        <a:extLst>
                          <a:ext uri="{FF2B5EF4-FFF2-40B4-BE49-F238E27FC236}">
                            <a16:creationId xmlns:a16="http://schemas.microsoft.com/office/drawing/2014/main" id="{4A9F30FE-9B5C-4531-BA20-77994C96451E}"/>
                          </a:ext>
                        </a:extLst>
                      </p:cNvPr>
                      <p:cNvPicPr>
                        <a:picLocks noChangeAspect="1" noChangeArrowheads="1"/>
                      </p:cNvPicPr>
                      <p:nvPr/>
                    </p:nvPicPr>
                    <p:blipFill>
                      <a:blip r:embed="rId15"/>
                      <a:srcRect/>
                      <a:stretch>
                        <a:fillRect/>
                      </a:stretch>
                    </p:blipFill>
                    <p:spPr bwMode="auto">
                      <a:xfrm>
                        <a:off x="1468438" y="5367095"/>
                        <a:ext cx="631825"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Content Placeholder 16">
            <a:extLst>
              <a:ext uri="{FF2B5EF4-FFF2-40B4-BE49-F238E27FC236}">
                <a16:creationId xmlns:a16="http://schemas.microsoft.com/office/drawing/2014/main" id="{3419E7C9-E9C0-6D04-9F1D-DC781480F83D}"/>
              </a:ext>
            </a:extLst>
          </p:cNvPr>
          <p:cNvSpPr>
            <a:spLocks noGrp="1"/>
          </p:cNvSpPr>
          <p:nvPr>
            <p:ph sz="quarter" idx="24"/>
          </p:nvPr>
        </p:nvSpPr>
        <p:spPr>
          <a:xfrm>
            <a:off x="2212023" y="5306811"/>
            <a:ext cx="589599" cy="405683"/>
          </a:xfrm>
        </p:spPr>
        <p:txBody>
          <a:bodyPr wrap="square" lIns="0" tIns="18000" rIns="0" bIns="18000" anchor="ctr" anchorCtr="0">
            <a:spAutoFit/>
          </a:bodyPr>
          <a:lstStyle/>
          <a:p>
            <a:pPr marL="0" indent="0">
              <a:spcBef>
                <a:spcPts val="600"/>
              </a:spcBef>
              <a:buNone/>
            </a:pPr>
            <a:r>
              <a:rPr lang="en-US" sz="2400" noProof="0" dirty="0"/>
              <a:t>and</a:t>
            </a:r>
          </a:p>
        </p:txBody>
      </p:sp>
      <p:graphicFrame>
        <p:nvGraphicFramePr>
          <p:cNvPr id="32" name="Object 31" descr="40 Ohms.&#10;">
            <a:extLst>
              <a:ext uri="{FF2B5EF4-FFF2-40B4-BE49-F238E27FC236}">
                <a16:creationId xmlns:a16="http://schemas.microsoft.com/office/drawing/2014/main" id="{982BC3B4-ECAD-339E-49F5-3186820D6F9A}"/>
              </a:ext>
            </a:extLst>
          </p:cNvPr>
          <p:cNvGraphicFramePr>
            <a:graphicFrameLocks noChangeAspect="1"/>
          </p:cNvGraphicFramePr>
          <p:nvPr/>
        </p:nvGraphicFramePr>
        <p:xfrm>
          <a:off x="2816225" y="5341695"/>
          <a:ext cx="655638" cy="376237"/>
        </p:xfrm>
        <a:graphic>
          <a:graphicData uri="http://schemas.openxmlformats.org/presentationml/2006/ole">
            <mc:AlternateContent xmlns:mc="http://schemas.openxmlformats.org/markup-compatibility/2006">
              <mc:Choice xmlns:v="urn:schemas-microsoft-com:vml" Requires="v">
                <p:oleObj name="Equation" r:id="rId16" imgW="355320" imgH="203040" progId="Equation.DSMT4">
                  <p:embed/>
                </p:oleObj>
              </mc:Choice>
              <mc:Fallback>
                <p:oleObj name="Equation" r:id="rId16" imgW="355320" imgH="203040" progId="Equation.DSMT4">
                  <p:embed/>
                  <p:pic>
                    <p:nvPicPr>
                      <p:cNvPr id="32" name="Object 31" descr="40 Ohms.&#10;">
                        <a:extLst>
                          <a:ext uri="{FF2B5EF4-FFF2-40B4-BE49-F238E27FC236}">
                            <a16:creationId xmlns:a16="http://schemas.microsoft.com/office/drawing/2014/main" id="{CB3CE9FF-33D7-4FF0-9896-91DCCF1717FC}"/>
                          </a:ext>
                        </a:extLst>
                      </p:cNvPr>
                      <p:cNvPicPr>
                        <a:picLocks noChangeAspect="1" noChangeArrowheads="1"/>
                      </p:cNvPicPr>
                      <p:nvPr/>
                    </p:nvPicPr>
                    <p:blipFill>
                      <a:blip r:embed="rId17"/>
                      <a:srcRect/>
                      <a:stretch>
                        <a:fillRect/>
                      </a:stretch>
                    </p:blipFill>
                    <p:spPr bwMode="auto">
                      <a:xfrm>
                        <a:off x="2816225" y="5341695"/>
                        <a:ext cx="655638"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 name="Content Placeholder 17">
            <a:extLst>
              <a:ext uri="{FF2B5EF4-FFF2-40B4-BE49-F238E27FC236}">
                <a16:creationId xmlns:a16="http://schemas.microsoft.com/office/drawing/2014/main" id="{8E944E8A-5ADE-642F-AF5D-E8DB34E723C6}"/>
              </a:ext>
            </a:extLst>
          </p:cNvPr>
          <p:cNvSpPr>
            <a:spLocks noGrp="1"/>
          </p:cNvSpPr>
          <p:nvPr>
            <p:ph sz="quarter" idx="25"/>
          </p:nvPr>
        </p:nvSpPr>
        <p:spPr>
          <a:xfrm>
            <a:off x="3545523" y="5283731"/>
            <a:ext cx="517519" cy="405683"/>
          </a:xfrm>
        </p:spPr>
        <p:txBody>
          <a:bodyPr wrap="square" lIns="0" tIns="18000" rIns="0" bIns="18000" anchor="ctr" anchorCtr="0">
            <a:spAutoFit/>
          </a:bodyPr>
          <a:lstStyle/>
          <a:p>
            <a:pPr marL="0" indent="0">
              <a:spcBef>
                <a:spcPts val="600"/>
              </a:spcBef>
              <a:buNone/>
            </a:pPr>
            <a:r>
              <a:rPr lang="en-US" sz="2400" noProof="0" dirty="0"/>
              <a:t>and</a:t>
            </a:r>
          </a:p>
        </p:txBody>
      </p:sp>
      <p:graphicFrame>
        <p:nvGraphicFramePr>
          <p:cNvPr id="33" name="Object 32" descr="20 Ohms.&#10;">
            <a:extLst>
              <a:ext uri="{FF2B5EF4-FFF2-40B4-BE49-F238E27FC236}">
                <a16:creationId xmlns:a16="http://schemas.microsoft.com/office/drawing/2014/main" id="{CC2353A3-89A2-3395-F963-94C4B49B7010}"/>
              </a:ext>
            </a:extLst>
          </p:cNvPr>
          <p:cNvGraphicFramePr>
            <a:graphicFrameLocks noChangeAspect="1"/>
          </p:cNvGraphicFramePr>
          <p:nvPr/>
        </p:nvGraphicFramePr>
        <p:xfrm>
          <a:off x="4164587" y="5341695"/>
          <a:ext cx="657225" cy="376237"/>
        </p:xfrm>
        <a:graphic>
          <a:graphicData uri="http://schemas.openxmlformats.org/presentationml/2006/ole">
            <mc:AlternateContent xmlns:mc="http://schemas.openxmlformats.org/markup-compatibility/2006">
              <mc:Choice xmlns:v="urn:schemas-microsoft-com:vml" Requires="v">
                <p:oleObj name="Equation" r:id="rId18" imgW="355320" imgH="203040" progId="Equation.DSMT4">
                  <p:embed/>
                </p:oleObj>
              </mc:Choice>
              <mc:Fallback>
                <p:oleObj name="Equation" r:id="rId18" imgW="355320" imgH="203040" progId="Equation.DSMT4">
                  <p:embed/>
                  <p:pic>
                    <p:nvPicPr>
                      <p:cNvPr id="33" name="Object 32" descr="20 Ohms.&#10;">
                        <a:extLst>
                          <a:ext uri="{FF2B5EF4-FFF2-40B4-BE49-F238E27FC236}">
                            <a16:creationId xmlns:a16="http://schemas.microsoft.com/office/drawing/2014/main" id="{88A4C0A4-188D-4DFE-A431-C6AB39C0A06F}"/>
                          </a:ext>
                        </a:extLst>
                      </p:cNvPr>
                      <p:cNvPicPr>
                        <a:picLocks noChangeAspect="1" noChangeArrowheads="1"/>
                      </p:cNvPicPr>
                      <p:nvPr/>
                    </p:nvPicPr>
                    <p:blipFill>
                      <a:blip r:embed="rId19"/>
                      <a:srcRect/>
                      <a:stretch>
                        <a:fillRect/>
                      </a:stretch>
                    </p:blipFill>
                    <p:spPr bwMode="auto">
                      <a:xfrm>
                        <a:off x="4164587" y="5341695"/>
                        <a:ext cx="657225"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8" name="Picture 47" descr="Cross mark">
            <a:extLst>
              <a:ext uri="{FF2B5EF4-FFF2-40B4-BE49-F238E27FC236}">
                <a16:creationId xmlns:a16="http://schemas.microsoft.com/office/drawing/2014/main" id="{5CA741AD-8FD5-33CC-3A05-6016BA54B45A}"/>
              </a:ext>
            </a:extLst>
          </p:cNvPr>
          <p:cNvPicPr>
            <a:picLocks noChangeAspect="1"/>
          </p:cNvPicPr>
          <p:nvPr/>
        </p:nvPicPr>
        <p:blipFill>
          <a:blip r:embed="rId4"/>
          <a:stretch>
            <a:fillRect/>
          </a:stretch>
        </p:blipFill>
        <p:spPr>
          <a:xfrm>
            <a:off x="500527" y="5897996"/>
            <a:ext cx="352558" cy="329570"/>
          </a:xfrm>
          <a:prstGeom prst="rect">
            <a:avLst/>
          </a:prstGeom>
        </p:spPr>
      </p:pic>
      <p:sp>
        <p:nvSpPr>
          <p:cNvPr id="19" name="Content Placeholder 18">
            <a:extLst>
              <a:ext uri="{FF2B5EF4-FFF2-40B4-BE49-F238E27FC236}">
                <a16:creationId xmlns:a16="http://schemas.microsoft.com/office/drawing/2014/main" id="{111D1404-E55E-054C-42D7-66698D41BF18}"/>
              </a:ext>
            </a:extLst>
          </p:cNvPr>
          <p:cNvSpPr>
            <a:spLocks noGrp="1"/>
          </p:cNvSpPr>
          <p:nvPr>
            <p:ph sz="quarter" idx="26"/>
          </p:nvPr>
        </p:nvSpPr>
        <p:spPr>
          <a:xfrm>
            <a:off x="954723" y="5821404"/>
            <a:ext cx="513715" cy="405683"/>
          </a:xfrm>
        </p:spPr>
        <p:txBody>
          <a:bodyPr wrap="square" tIns="18000" bIns="18000" anchor="ctr" anchorCtr="0">
            <a:spAutoFit/>
          </a:bodyPr>
          <a:lstStyle/>
          <a:p>
            <a:pPr marL="0" indent="0">
              <a:spcBef>
                <a:spcPts val="600"/>
              </a:spcBef>
              <a:buNone/>
            </a:pPr>
            <a:r>
              <a:rPr lang="en-US" sz="2400" noProof="0" dirty="0">
                <a:solidFill>
                  <a:srgbClr val="007FA3"/>
                </a:solidFill>
              </a:rPr>
              <a:t>D.</a:t>
            </a:r>
          </a:p>
        </p:txBody>
      </p:sp>
      <p:graphicFrame>
        <p:nvGraphicFramePr>
          <p:cNvPr id="34" name="Object 33" descr="12 Ohms.&#10;">
            <a:extLst>
              <a:ext uri="{FF2B5EF4-FFF2-40B4-BE49-F238E27FC236}">
                <a16:creationId xmlns:a16="http://schemas.microsoft.com/office/drawing/2014/main" id="{8531C801-E0CF-FC7D-B7EC-BD754A8AAD7D}"/>
              </a:ext>
            </a:extLst>
          </p:cNvPr>
          <p:cNvGraphicFramePr>
            <a:graphicFrameLocks noChangeAspect="1"/>
          </p:cNvGraphicFramePr>
          <p:nvPr/>
        </p:nvGraphicFramePr>
        <p:xfrm>
          <a:off x="1481138" y="5872163"/>
          <a:ext cx="631825" cy="376237"/>
        </p:xfrm>
        <a:graphic>
          <a:graphicData uri="http://schemas.openxmlformats.org/presentationml/2006/ole">
            <mc:AlternateContent xmlns:mc="http://schemas.openxmlformats.org/markup-compatibility/2006">
              <mc:Choice xmlns:v="urn:schemas-microsoft-com:vml" Requires="v">
                <p:oleObj name="Equation" r:id="rId20" imgW="342720" imgH="203040" progId="Equation.DSMT4">
                  <p:embed/>
                </p:oleObj>
              </mc:Choice>
              <mc:Fallback>
                <p:oleObj name="Equation" r:id="rId20" imgW="342720" imgH="203040" progId="Equation.DSMT4">
                  <p:embed/>
                  <p:pic>
                    <p:nvPicPr>
                      <p:cNvPr id="34" name="Object 33" descr="12 Ohms.&#10;">
                        <a:extLst>
                          <a:ext uri="{FF2B5EF4-FFF2-40B4-BE49-F238E27FC236}">
                            <a16:creationId xmlns:a16="http://schemas.microsoft.com/office/drawing/2014/main" id="{C860CEA4-9CEE-4B5E-9242-6E880CD6E758}"/>
                          </a:ext>
                        </a:extLst>
                      </p:cNvPr>
                      <p:cNvPicPr>
                        <a:picLocks noChangeAspect="1" noChangeArrowheads="1"/>
                      </p:cNvPicPr>
                      <p:nvPr/>
                    </p:nvPicPr>
                    <p:blipFill>
                      <a:blip r:embed="rId21"/>
                      <a:srcRect/>
                      <a:stretch>
                        <a:fillRect/>
                      </a:stretch>
                    </p:blipFill>
                    <p:spPr bwMode="auto">
                      <a:xfrm>
                        <a:off x="1481138" y="5872163"/>
                        <a:ext cx="631825"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 name="Content Placeholder 19">
            <a:extLst>
              <a:ext uri="{FF2B5EF4-FFF2-40B4-BE49-F238E27FC236}">
                <a16:creationId xmlns:a16="http://schemas.microsoft.com/office/drawing/2014/main" id="{524265DE-FBE7-90A6-40C4-3B0C28AB38F8}"/>
              </a:ext>
            </a:extLst>
          </p:cNvPr>
          <p:cNvSpPr>
            <a:spLocks noGrp="1"/>
          </p:cNvSpPr>
          <p:nvPr>
            <p:ph sz="quarter" idx="27"/>
          </p:nvPr>
        </p:nvSpPr>
        <p:spPr>
          <a:xfrm>
            <a:off x="2212024" y="5806322"/>
            <a:ext cx="528956" cy="405683"/>
          </a:xfrm>
        </p:spPr>
        <p:txBody>
          <a:bodyPr wrap="square" lIns="0" tIns="18000" rIns="0" bIns="18000" anchor="ctr" anchorCtr="0">
            <a:spAutoFit/>
          </a:bodyPr>
          <a:lstStyle/>
          <a:p>
            <a:pPr marL="0" indent="0">
              <a:spcBef>
                <a:spcPts val="600"/>
              </a:spcBef>
              <a:buNone/>
            </a:pPr>
            <a:r>
              <a:rPr lang="en-US" sz="2400" noProof="0" dirty="0"/>
              <a:t>and</a:t>
            </a:r>
          </a:p>
        </p:txBody>
      </p:sp>
      <p:graphicFrame>
        <p:nvGraphicFramePr>
          <p:cNvPr id="36" name="Object 35" descr="180 Ohms.&#10;">
            <a:extLst>
              <a:ext uri="{FF2B5EF4-FFF2-40B4-BE49-F238E27FC236}">
                <a16:creationId xmlns:a16="http://schemas.microsoft.com/office/drawing/2014/main" id="{004E7A5F-A756-82EA-3ACA-2A9BA992A3F8}"/>
              </a:ext>
            </a:extLst>
          </p:cNvPr>
          <p:cNvGraphicFramePr>
            <a:graphicFrameLocks noChangeAspect="1"/>
          </p:cNvGraphicFramePr>
          <p:nvPr/>
        </p:nvGraphicFramePr>
        <p:xfrm>
          <a:off x="2803725" y="5881788"/>
          <a:ext cx="795338" cy="376237"/>
        </p:xfrm>
        <a:graphic>
          <a:graphicData uri="http://schemas.openxmlformats.org/presentationml/2006/ole">
            <mc:AlternateContent xmlns:mc="http://schemas.openxmlformats.org/markup-compatibility/2006">
              <mc:Choice xmlns:v="urn:schemas-microsoft-com:vml" Requires="v">
                <p:oleObj name="Equation" r:id="rId22" imgW="431640" imgH="203040" progId="Equation.DSMT4">
                  <p:embed/>
                </p:oleObj>
              </mc:Choice>
              <mc:Fallback>
                <p:oleObj name="Equation" r:id="rId22" imgW="431640" imgH="203040" progId="Equation.DSMT4">
                  <p:embed/>
                  <p:pic>
                    <p:nvPicPr>
                      <p:cNvPr id="36" name="Object 35" descr="180 Ohms.&#10;">
                        <a:extLst>
                          <a:ext uri="{FF2B5EF4-FFF2-40B4-BE49-F238E27FC236}">
                            <a16:creationId xmlns:a16="http://schemas.microsoft.com/office/drawing/2014/main" id="{E78A1F0B-03C2-4D3E-AC4E-6F9EB8403B7D}"/>
                          </a:ext>
                        </a:extLst>
                      </p:cNvPr>
                      <p:cNvPicPr>
                        <a:picLocks noChangeAspect="1" noChangeArrowheads="1"/>
                      </p:cNvPicPr>
                      <p:nvPr/>
                    </p:nvPicPr>
                    <p:blipFill>
                      <a:blip r:embed="rId23"/>
                      <a:srcRect/>
                      <a:stretch>
                        <a:fillRect/>
                      </a:stretch>
                    </p:blipFill>
                    <p:spPr bwMode="auto">
                      <a:xfrm>
                        <a:off x="2803725" y="5881788"/>
                        <a:ext cx="795338"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416830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0AEBE-A56E-4785-B465-3211860E53B7}"/>
              </a:ext>
            </a:extLst>
          </p:cNvPr>
          <p:cNvSpPr>
            <a:spLocks noGrp="1"/>
          </p:cNvSpPr>
          <p:nvPr>
            <p:ph type="title"/>
          </p:nvPr>
        </p:nvSpPr>
        <p:spPr>
          <a:xfrm>
            <a:off x="445970" y="203127"/>
            <a:ext cx="8266230" cy="1021237"/>
          </a:xfrm>
        </p:spPr>
        <p:txBody>
          <a:bodyPr wrap="square" lIns="0" tIns="18000" rIns="0" bIns="18000" anchor="ctr" anchorCtr="0">
            <a:spAutoFit/>
          </a:bodyPr>
          <a:lstStyle/>
          <a:p>
            <a:r>
              <a:rPr lang="en-US" noProof="0" dirty="0"/>
              <a:t>Chapter 3 – Simple resistive circuits </a:t>
            </a:r>
            <a:r>
              <a:rPr lang="en-US" sz="2800" noProof="0" dirty="0"/>
              <a:t>(5 of 20)</a:t>
            </a:r>
            <a:endParaRPr lang="en-US" noProof="0" dirty="0"/>
          </a:p>
        </p:txBody>
      </p:sp>
      <p:sp>
        <p:nvSpPr>
          <p:cNvPr id="3" name="Content Placeholder 2">
            <a:extLst>
              <a:ext uri="{FF2B5EF4-FFF2-40B4-BE49-F238E27FC236}">
                <a16:creationId xmlns:a16="http://schemas.microsoft.com/office/drawing/2014/main" id="{B75821BA-3876-46D4-846A-D958805EF6A9}"/>
              </a:ext>
            </a:extLst>
          </p:cNvPr>
          <p:cNvSpPr>
            <a:spLocks noGrp="1"/>
          </p:cNvSpPr>
          <p:nvPr>
            <p:ph sz="quarter" idx="13"/>
          </p:nvPr>
        </p:nvSpPr>
        <p:spPr>
          <a:xfrm>
            <a:off x="445970" y="1378744"/>
            <a:ext cx="8266230" cy="775015"/>
          </a:xfrm>
        </p:spPr>
        <p:txBody>
          <a:bodyPr wrap="square" lIns="0" tIns="18000" rIns="0" bIns="18000" anchor="ctr" anchorCtr="0">
            <a:spAutoFit/>
          </a:bodyPr>
          <a:lstStyle/>
          <a:p>
            <a:pPr marL="0" indent="0">
              <a:spcBef>
                <a:spcPts val="600"/>
              </a:spcBef>
              <a:buNone/>
            </a:pPr>
            <a:r>
              <a:rPr lang="en-US" sz="2400" noProof="0" dirty="0"/>
              <a:t>Find the equivalent resistance of the series-connected resistors in the circuit here</a:t>
            </a:r>
          </a:p>
        </p:txBody>
      </p:sp>
      <p:pic>
        <p:nvPicPr>
          <p:cNvPr id="7" name="Picture 6" descr="A circuit diagram shows three resistors of 20 ohms, 40 ohms, and 10 ohms connected to a current source of 12 amperes in a parallel connection. A resistor of 12 ohms is connected from the node point of the current source in series and two resistors of 20 ohms and 180 ohms are in parallel with each other, while resistor of 12 ohms is in series with the parallel combination of resistor of 20 ohms and 180 ohms.">
            <a:extLst>
              <a:ext uri="{FF2B5EF4-FFF2-40B4-BE49-F238E27FC236}">
                <a16:creationId xmlns:a16="http://schemas.microsoft.com/office/drawing/2014/main" id="{91BCFA48-BCCE-4BC7-8B81-8F507A274FC5}"/>
              </a:ext>
            </a:extLst>
          </p:cNvPr>
          <p:cNvPicPr>
            <a:picLocks noChangeAspect="1"/>
          </p:cNvPicPr>
          <p:nvPr/>
        </p:nvPicPr>
        <p:blipFill>
          <a:blip r:embed="rId3"/>
          <a:stretch>
            <a:fillRect/>
          </a:stretch>
        </p:blipFill>
        <p:spPr>
          <a:xfrm>
            <a:off x="2095985" y="2296983"/>
            <a:ext cx="5010849" cy="1857634"/>
          </a:xfrm>
          <a:prstGeom prst="rect">
            <a:avLst/>
          </a:prstGeom>
        </p:spPr>
      </p:pic>
      <p:sp>
        <p:nvSpPr>
          <p:cNvPr id="12" name="Content Placeholder 11">
            <a:extLst>
              <a:ext uri="{FF2B5EF4-FFF2-40B4-BE49-F238E27FC236}">
                <a16:creationId xmlns:a16="http://schemas.microsoft.com/office/drawing/2014/main" id="{E7E97EAF-586F-4C46-961D-03A6792821DA}"/>
              </a:ext>
            </a:extLst>
          </p:cNvPr>
          <p:cNvSpPr>
            <a:spLocks noGrp="1"/>
          </p:cNvSpPr>
          <p:nvPr>
            <p:ph sz="quarter" idx="19"/>
          </p:nvPr>
        </p:nvSpPr>
        <p:spPr>
          <a:xfrm>
            <a:off x="1096530" y="4296450"/>
            <a:ext cx="490263" cy="405683"/>
          </a:xfrm>
        </p:spPr>
        <p:txBody>
          <a:bodyPr wrap="square" lIns="0" tIns="18000" rIns="0" bIns="18000" anchor="ctr" anchorCtr="0">
            <a:spAutoFit/>
          </a:bodyPr>
          <a:lstStyle/>
          <a:p>
            <a:pPr marL="444500" indent="-342900">
              <a:buFont typeface="+mj-lt"/>
              <a:buAutoNum type="alphaUcPeriod"/>
            </a:pPr>
            <a:r>
              <a:rPr lang="en-US" sz="2400" noProof="0" dirty="0"/>
              <a:t> </a:t>
            </a:r>
          </a:p>
        </p:txBody>
      </p:sp>
      <p:graphicFrame>
        <p:nvGraphicFramePr>
          <p:cNvPr id="14" name="Object 13" descr="70 Ohms.&#10;">
            <a:extLst>
              <a:ext uri="{FF2B5EF4-FFF2-40B4-BE49-F238E27FC236}">
                <a16:creationId xmlns:a16="http://schemas.microsoft.com/office/drawing/2014/main" id="{652725CB-07CB-4957-8210-4B066037E6A4}"/>
              </a:ext>
            </a:extLst>
          </p:cNvPr>
          <p:cNvGraphicFramePr>
            <a:graphicFrameLocks noChangeAspect="1"/>
          </p:cNvGraphicFramePr>
          <p:nvPr>
            <p:extLst>
              <p:ext uri="{D42A27DB-BD31-4B8C-83A1-F6EECF244321}">
                <p14:modId xmlns:p14="http://schemas.microsoft.com/office/powerpoint/2010/main" val="3800766971"/>
              </p:ext>
            </p:extLst>
          </p:nvPr>
        </p:nvGraphicFramePr>
        <p:xfrm>
          <a:off x="1668924" y="4343400"/>
          <a:ext cx="655637" cy="376238"/>
        </p:xfrm>
        <a:graphic>
          <a:graphicData uri="http://schemas.openxmlformats.org/presentationml/2006/ole">
            <mc:AlternateContent xmlns:mc="http://schemas.openxmlformats.org/markup-compatibility/2006">
              <mc:Choice xmlns:v="urn:schemas-microsoft-com:vml" Requires="v">
                <p:oleObj name="Equation" r:id="rId4" imgW="355320" imgH="203040" progId="Equation.DSMT4">
                  <p:embed/>
                </p:oleObj>
              </mc:Choice>
              <mc:Fallback>
                <p:oleObj name="Equation" r:id="rId4" imgW="355320" imgH="203040" progId="Equation.DSMT4">
                  <p:embed/>
                  <p:pic>
                    <p:nvPicPr>
                      <p:cNvPr id="27" name="Object 26">
                        <a:extLst>
                          <a:ext uri="{FF2B5EF4-FFF2-40B4-BE49-F238E27FC236}">
                            <a16:creationId xmlns:a16="http://schemas.microsoft.com/office/drawing/2014/main" id="{6174E4E6-F961-4519-A2D4-DEF162846177}"/>
                          </a:ext>
                        </a:extLst>
                      </p:cNvPr>
                      <p:cNvPicPr>
                        <a:picLocks noChangeAspect="1" noChangeArrowheads="1"/>
                      </p:cNvPicPr>
                      <p:nvPr/>
                    </p:nvPicPr>
                    <p:blipFill>
                      <a:blip r:embed="rId5"/>
                      <a:srcRect/>
                      <a:stretch>
                        <a:fillRect/>
                      </a:stretch>
                    </p:blipFill>
                    <p:spPr bwMode="auto">
                      <a:xfrm>
                        <a:off x="1668924" y="4343400"/>
                        <a:ext cx="655637"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Content Placeholder 12">
            <a:extLst>
              <a:ext uri="{FF2B5EF4-FFF2-40B4-BE49-F238E27FC236}">
                <a16:creationId xmlns:a16="http://schemas.microsoft.com/office/drawing/2014/main" id="{78DCED98-9D72-49C5-B089-8F5ED600B691}"/>
              </a:ext>
            </a:extLst>
          </p:cNvPr>
          <p:cNvSpPr>
            <a:spLocks noGrp="1"/>
          </p:cNvSpPr>
          <p:nvPr>
            <p:ph sz="quarter" idx="20"/>
          </p:nvPr>
        </p:nvSpPr>
        <p:spPr>
          <a:xfrm>
            <a:off x="1096530" y="4773018"/>
            <a:ext cx="490263" cy="405683"/>
          </a:xfrm>
        </p:spPr>
        <p:txBody>
          <a:bodyPr wrap="square" lIns="0" tIns="18000" rIns="0" bIns="18000" anchor="ctr" anchorCtr="0">
            <a:spAutoFit/>
          </a:bodyPr>
          <a:lstStyle/>
          <a:p>
            <a:pPr marL="444500" indent="-342900">
              <a:buFont typeface="+mj-lt"/>
              <a:buAutoNum type="alphaUcPeriod" startAt="2"/>
            </a:pPr>
            <a:r>
              <a:rPr lang="en-US" sz="2400" noProof="0" dirty="0"/>
              <a:t> </a:t>
            </a:r>
          </a:p>
        </p:txBody>
      </p:sp>
      <p:graphicFrame>
        <p:nvGraphicFramePr>
          <p:cNvPr id="15" name="Object 14" descr="200 Ohms.&#10;">
            <a:extLst>
              <a:ext uri="{FF2B5EF4-FFF2-40B4-BE49-F238E27FC236}">
                <a16:creationId xmlns:a16="http://schemas.microsoft.com/office/drawing/2014/main" id="{AC72EBA4-CADF-42CB-8A87-F4E69003EA21}"/>
              </a:ext>
            </a:extLst>
          </p:cNvPr>
          <p:cNvGraphicFramePr>
            <a:graphicFrameLocks noChangeAspect="1"/>
          </p:cNvGraphicFramePr>
          <p:nvPr>
            <p:extLst>
              <p:ext uri="{D42A27DB-BD31-4B8C-83A1-F6EECF244321}">
                <p14:modId xmlns:p14="http://schemas.microsoft.com/office/powerpoint/2010/main" val="3281053815"/>
              </p:ext>
            </p:extLst>
          </p:nvPr>
        </p:nvGraphicFramePr>
        <p:xfrm>
          <a:off x="1658623" y="4840288"/>
          <a:ext cx="795337" cy="376237"/>
        </p:xfrm>
        <a:graphic>
          <a:graphicData uri="http://schemas.openxmlformats.org/presentationml/2006/ole">
            <mc:AlternateContent xmlns:mc="http://schemas.openxmlformats.org/markup-compatibility/2006">
              <mc:Choice xmlns:v="urn:schemas-microsoft-com:vml" Requires="v">
                <p:oleObj name="Equation" r:id="rId6" imgW="431640" imgH="203040" progId="Equation.DSMT4">
                  <p:embed/>
                </p:oleObj>
              </mc:Choice>
              <mc:Fallback>
                <p:oleObj name="Equation" r:id="rId6" imgW="431640" imgH="203040" progId="Equation.DSMT4">
                  <p:embed/>
                  <p:pic>
                    <p:nvPicPr>
                      <p:cNvPr id="14" name="Object 13">
                        <a:extLst>
                          <a:ext uri="{FF2B5EF4-FFF2-40B4-BE49-F238E27FC236}">
                            <a16:creationId xmlns:a16="http://schemas.microsoft.com/office/drawing/2014/main" id="{652725CB-07CB-4957-8210-4B066037E6A4}"/>
                          </a:ext>
                        </a:extLst>
                      </p:cNvPr>
                      <p:cNvPicPr>
                        <a:picLocks noChangeAspect="1" noChangeArrowheads="1"/>
                      </p:cNvPicPr>
                      <p:nvPr/>
                    </p:nvPicPr>
                    <p:blipFill>
                      <a:blip r:embed="rId7"/>
                      <a:srcRect/>
                      <a:stretch>
                        <a:fillRect/>
                      </a:stretch>
                    </p:blipFill>
                    <p:spPr bwMode="auto">
                      <a:xfrm>
                        <a:off x="1658623" y="4840288"/>
                        <a:ext cx="795337"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Content Placeholder 15">
            <a:extLst>
              <a:ext uri="{FF2B5EF4-FFF2-40B4-BE49-F238E27FC236}">
                <a16:creationId xmlns:a16="http://schemas.microsoft.com/office/drawing/2014/main" id="{7A4B13BD-15BC-4607-B1CF-B63504436D35}"/>
              </a:ext>
            </a:extLst>
          </p:cNvPr>
          <p:cNvSpPr>
            <a:spLocks noGrp="1"/>
          </p:cNvSpPr>
          <p:nvPr>
            <p:ph sz="quarter" idx="23"/>
          </p:nvPr>
        </p:nvSpPr>
        <p:spPr>
          <a:xfrm>
            <a:off x="1099156" y="5272127"/>
            <a:ext cx="487637" cy="405683"/>
          </a:xfrm>
        </p:spPr>
        <p:txBody>
          <a:bodyPr wrap="square" lIns="0" tIns="18000" rIns="0" bIns="18000" anchor="ctr" anchorCtr="0">
            <a:spAutoFit/>
          </a:bodyPr>
          <a:lstStyle/>
          <a:p>
            <a:pPr marL="444500" indent="-342900">
              <a:buFont typeface="+mj-lt"/>
              <a:buAutoNum type="alphaUcPeriod" startAt="3"/>
            </a:pPr>
            <a:r>
              <a:rPr lang="en-US" sz="2400" noProof="0" dirty="0"/>
              <a:t> </a:t>
            </a:r>
          </a:p>
        </p:txBody>
      </p:sp>
      <p:graphicFrame>
        <p:nvGraphicFramePr>
          <p:cNvPr id="18" name="Object 17" descr="82 Ohms.&#10;">
            <a:extLst>
              <a:ext uri="{FF2B5EF4-FFF2-40B4-BE49-F238E27FC236}">
                <a16:creationId xmlns:a16="http://schemas.microsoft.com/office/drawing/2014/main" id="{3B7CF6EC-2FB3-406A-A1A9-FBA7D085CF76}"/>
              </a:ext>
            </a:extLst>
          </p:cNvPr>
          <p:cNvGraphicFramePr>
            <a:graphicFrameLocks noChangeAspect="1"/>
          </p:cNvGraphicFramePr>
          <p:nvPr>
            <p:extLst>
              <p:ext uri="{D42A27DB-BD31-4B8C-83A1-F6EECF244321}">
                <p14:modId xmlns:p14="http://schemas.microsoft.com/office/powerpoint/2010/main" val="1034335231"/>
              </p:ext>
            </p:extLst>
          </p:nvPr>
        </p:nvGraphicFramePr>
        <p:xfrm>
          <a:off x="1659296" y="5329238"/>
          <a:ext cx="631825" cy="376237"/>
        </p:xfrm>
        <a:graphic>
          <a:graphicData uri="http://schemas.openxmlformats.org/presentationml/2006/ole">
            <mc:AlternateContent xmlns:mc="http://schemas.openxmlformats.org/markup-compatibility/2006">
              <mc:Choice xmlns:v="urn:schemas-microsoft-com:vml" Requires="v">
                <p:oleObj name="Equation" r:id="rId8" imgW="342720" imgH="203040" progId="Equation.DSMT4">
                  <p:embed/>
                </p:oleObj>
              </mc:Choice>
              <mc:Fallback>
                <p:oleObj name="Equation" r:id="rId8" imgW="342720" imgH="203040" progId="Equation.DSMT4">
                  <p:embed/>
                  <p:pic>
                    <p:nvPicPr>
                      <p:cNvPr id="15" name="Object 14">
                        <a:extLst>
                          <a:ext uri="{FF2B5EF4-FFF2-40B4-BE49-F238E27FC236}">
                            <a16:creationId xmlns:a16="http://schemas.microsoft.com/office/drawing/2014/main" id="{AC72EBA4-CADF-42CB-8A87-F4E69003EA21}"/>
                          </a:ext>
                        </a:extLst>
                      </p:cNvPr>
                      <p:cNvPicPr>
                        <a:picLocks noChangeAspect="1" noChangeArrowheads="1"/>
                      </p:cNvPicPr>
                      <p:nvPr/>
                    </p:nvPicPr>
                    <p:blipFill>
                      <a:blip r:embed="rId9"/>
                      <a:srcRect/>
                      <a:stretch>
                        <a:fillRect/>
                      </a:stretch>
                    </p:blipFill>
                    <p:spPr bwMode="auto">
                      <a:xfrm>
                        <a:off x="1659296" y="5329238"/>
                        <a:ext cx="631825"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Content Placeholder 16">
            <a:extLst>
              <a:ext uri="{FF2B5EF4-FFF2-40B4-BE49-F238E27FC236}">
                <a16:creationId xmlns:a16="http://schemas.microsoft.com/office/drawing/2014/main" id="{911CCEA2-BCDF-4E43-854D-9BE8BFE0CE80}"/>
              </a:ext>
            </a:extLst>
          </p:cNvPr>
          <p:cNvSpPr>
            <a:spLocks noGrp="1"/>
          </p:cNvSpPr>
          <p:nvPr>
            <p:ph sz="quarter" idx="24"/>
          </p:nvPr>
        </p:nvSpPr>
        <p:spPr>
          <a:xfrm>
            <a:off x="1098454" y="5790923"/>
            <a:ext cx="487637" cy="405683"/>
          </a:xfrm>
        </p:spPr>
        <p:txBody>
          <a:bodyPr wrap="square" lIns="0" tIns="18000" rIns="0" bIns="18000" anchor="ctr" anchorCtr="0">
            <a:spAutoFit/>
          </a:bodyPr>
          <a:lstStyle/>
          <a:p>
            <a:pPr marL="444500" indent="-342900">
              <a:buFont typeface="+mj-lt"/>
              <a:buAutoNum type="alphaUcPeriod" startAt="4"/>
            </a:pPr>
            <a:r>
              <a:rPr lang="en-US" sz="2400" noProof="0" dirty="0"/>
              <a:t> </a:t>
            </a:r>
          </a:p>
        </p:txBody>
      </p:sp>
      <p:graphicFrame>
        <p:nvGraphicFramePr>
          <p:cNvPr id="19" name="Object 18" descr="18 Ohms.&#10;">
            <a:extLst>
              <a:ext uri="{FF2B5EF4-FFF2-40B4-BE49-F238E27FC236}">
                <a16:creationId xmlns:a16="http://schemas.microsoft.com/office/drawing/2014/main" id="{8BD329D7-60A4-46B8-AEFF-E47CC94D65BE}"/>
              </a:ext>
            </a:extLst>
          </p:cNvPr>
          <p:cNvGraphicFramePr>
            <a:graphicFrameLocks noChangeAspect="1"/>
          </p:cNvGraphicFramePr>
          <p:nvPr>
            <p:extLst>
              <p:ext uri="{D42A27DB-BD31-4B8C-83A1-F6EECF244321}">
                <p14:modId xmlns:p14="http://schemas.microsoft.com/office/powerpoint/2010/main" val="4084431819"/>
              </p:ext>
            </p:extLst>
          </p:nvPr>
        </p:nvGraphicFramePr>
        <p:xfrm>
          <a:off x="1671735" y="5808209"/>
          <a:ext cx="631825" cy="376237"/>
        </p:xfrm>
        <a:graphic>
          <a:graphicData uri="http://schemas.openxmlformats.org/presentationml/2006/ole">
            <mc:AlternateContent xmlns:mc="http://schemas.openxmlformats.org/markup-compatibility/2006">
              <mc:Choice xmlns:v="urn:schemas-microsoft-com:vml" Requires="v">
                <p:oleObj name="Equation" r:id="rId10" imgW="342720" imgH="203040" progId="Equation.DSMT4">
                  <p:embed/>
                </p:oleObj>
              </mc:Choice>
              <mc:Fallback>
                <p:oleObj name="Equation" r:id="rId10" imgW="342720" imgH="203040" progId="Equation.DSMT4">
                  <p:embed/>
                  <p:pic>
                    <p:nvPicPr>
                      <p:cNvPr id="18" name="Object 17">
                        <a:extLst>
                          <a:ext uri="{FF2B5EF4-FFF2-40B4-BE49-F238E27FC236}">
                            <a16:creationId xmlns:a16="http://schemas.microsoft.com/office/drawing/2014/main" id="{3B7CF6EC-2FB3-406A-A1A9-FBA7D085CF76}"/>
                          </a:ext>
                        </a:extLst>
                      </p:cNvPr>
                      <p:cNvPicPr>
                        <a:picLocks noChangeAspect="1" noChangeArrowheads="1"/>
                      </p:cNvPicPr>
                      <p:nvPr/>
                    </p:nvPicPr>
                    <p:blipFill>
                      <a:blip r:embed="rId11"/>
                      <a:srcRect/>
                      <a:stretch>
                        <a:fillRect/>
                      </a:stretch>
                    </p:blipFill>
                    <p:spPr bwMode="auto">
                      <a:xfrm>
                        <a:off x="1671735" y="5808209"/>
                        <a:ext cx="631825"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3353336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FA872-CCB6-DF41-27A4-69D8F2C1FD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6BDEB1-AF20-797B-2F1B-EA481DA56D92}"/>
              </a:ext>
            </a:extLst>
          </p:cNvPr>
          <p:cNvSpPr>
            <a:spLocks noGrp="1"/>
          </p:cNvSpPr>
          <p:nvPr>
            <p:ph type="title"/>
          </p:nvPr>
        </p:nvSpPr>
        <p:spPr>
          <a:xfrm>
            <a:off x="445970" y="203127"/>
            <a:ext cx="8266230" cy="1021237"/>
          </a:xfrm>
        </p:spPr>
        <p:txBody>
          <a:bodyPr wrap="square" lIns="0" tIns="18000" rIns="0" bIns="18000" anchor="ctr" anchorCtr="0">
            <a:spAutoFit/>
          </a:bodyPr>
          <a:lstStyle/>
          <a:p>
            <a:r>
              <a:rPr lang="en-US" noProof="0" dirty="0"/>
              <a:t>Chapter 3 – Simple resistive circuits </a:t>
            </a:r>
            <a:r>
              <a:rPr lang="en-US" sz="2800" noProof="0" dirty="0"/>
              <a:t>(5 of 20)</a:t>
            </a:r>
            <a:endParaRPr lang="en-US" noProof="0" dirty="0"/>
          </a:p>
        </p:txBody>
      </p:sp>
      <p:sp>
        <p:nvSpPr>
          <p:cNvPr id="3" name="Content Placeholder 2">
            <a:extLst>
              <a:ext uri="{FF2B5EF4-FFF2-40B4-BE49-F238E27FC236}">
                <a16:creationId xmlns:a16="http://schemas.microsoft.com/office/drawing/2014/main" id="{68F17E31-EF07-44A6-D8BE-815DD1329737}"/>
              </a:ext>
            </a:extLst>
          </p:cNvPr>
          <p:cNvSpPr>
            <a:spLocks noGrp="1"/>
          </p:cNvSpPr>
          <p:nvPr>
            <p:ph sz="quarter" idx="13"/>
          </p:nvPr>
        </p:nvSpPr>
        <p:spPr>
          <a:xfrm>
            <a:off x="445970" y="1378744"/>
            <a:ext cx="8266230" cy="775015"/>
          </a:xfrm>
        </p:spPr>
        <p:txBody>
          <a:bodyPr wrap="square" lIns="0" tIns="18000" rIns="0" bIns="18000" anchor="ctr" anchorCtr="0">
            <a:spAutoFit/>
          </a:bodyPr>
          <a:lstStyle/>
          <a:p>
            <a:pPr marL="0" indent="0">
              <a:spcBef>
                <a:spcPts val="600"/>
              </a:spcBef>
              <a:buNone/>
            </a:pPr>
            <a:r>
              <a:rPr lang="en-US" sz="2400" noProof="0" dirty="0"/>
              <a:t>Find the equivalent resistance of the series-connected resistors in the circuit here</a:t>
            </a:r>
          </a:p>
        </p:txBody>
      </p:sp>
      <p:pic>
        <p:nvPicPr>
          <p:cNvPr id="7" name="Picture 6" descr="A circuit diagram shows three resistors of 20 ohms, 40 ohms, and 10 ohms connected to a current source of 12 amperes in a parallel connection. A resistor of 12 ohms is connected from the node point of the current source in series and two resistors of 20 ohms and 180 ohms are in parallel with each other, while resistor of 12 ohms is in series with the parallel combination of resistor of 20 ohms and 180 ohms.">
            <a:extLst>
              <a:ext uri="{FF2B5EF4-FFF2-40B4-BE49-F238E27FC236}">
                <a16:creationId xmlns:a16="http://schemas.microsoft.com/office/drawing/2014/main" id="{574E7BBB-85E7-33BE-65ED-59A463F4292F}"/>
              </a:ext>
            </a:extLst>
          </p:cNvPr>
          <p:cNvPicPr>
            <a:picLocks noChangeAspect="1"/>
          </p:cNvPicPr>
          <p:nvPr/>
        </p:nvPicPr>
        <p:blipFill>
          <a:blip r:embed="rId3"/>
          <a:stretch>
            <a:fillRect/>
          </a:stretch>
        </p:blipFill>
        <p:spPr>
          <a:xfrm>
            <a:off x="2095985" y="2296983"/>
            <a:ext cx="5010849" cy="1857634"/>
          </a:xfrm>
          <a:prstGeom prst="rect">
            <a:avLst/>
          </a:prstGeom>
        </p:spPr>
      </p:pic>
      <p:pic>
        <p:nvPicPr>
          <p:cNvPr id="46" name="Picture 45" descr="Check mark">
            <a:extLst>
              <a:ext uri="{FF2B5EF4-FFF2-40B4-BE49-F238E27FC236}">
                <a16:creationId xmlns:a16="http://schemas.microsoft.com/office/drawing/2014/main" id="{2E6C8FA2-4353-E37C-5C0D-502B7D8DEACE}"/>
              </a:ext>
            </a:extLst>
          </p:cNvPr>
          <p:cNvPicPr>
            <a:picLocks noChangeAspect="1"/>
          </p:cNvPicPr>
          <p:nvPr/>
        </p:nvPicPr>
        <p:blipFill>
          <a:blip r:embed="rId4"/>
          <a:stretch>
            <a:fillRect/>
          </a:stretch>
        </p:blipFill>
        <p:spPr>
          <a:xfrm>
            <a:off x="594672" y="4305871"/>
            <a:ext cx="393337" cy="342035"/>
          </a:xfrm>
          <a:prstGeom prst="rect">
            <a:avLst/>
          </a:prstGeom>
        </p:spPr>
      </p:pic>
      <p:sp>
        <p:nvSpPr>
          <p:cNvPr id="12" name="Content Placeholder 11">
            <a:extLst>
              <a:ext uri="{FF2B5EF4-FFF2-40B4-BE49-F238E27FC236}">
                <a16:creationId xmlns:a16="http://schemas.microsoft.com/office/drawing/2014/main" id="{506E0A00-AA59-301A-82EC-B215D1010FAD}"/>
              </a:ext>
            </a:extLst>
          </p:cNvPr>
          <p:cNvSpPr>
            <a:spLocks noGrp="1"/>
          </p:cNvSpPr>
          <p:nvPr>
            <p:ph sz="quarter" idx="19"/>
          </p:nvPr>
        </p:nvSpPr>
        <p:spPr>
          <a:xfrm>
            <a:off x="1096530" y="4296450"/>
            <a:ext cx="490263" cy="405683"/>
          </a:xfrm>
        </p:spPr>
        <p:txBody>
          <a:bodyPr wrap="square" lIns="0" tIns="18000" rIns="0" bIns="18000" anchor="ctr" anchorCtr="0">
            <a:spAutoFit/>
          </a:bodyPr>
          <a:lstStyle/>
          <a:p>
            <a:pPr marL="444500" indent="-342900">
              <a:buFont typeface="+mj-lt"/>
              <a:buAutoNum type="alphaUcPeriod"/>
            </a:pPr>
            <a:r>
              <a:rPr lang="en-US" sz="2400" noProof="0" dirty="0"/>
              <a:t> </a:t>
            </a:r>
          </a:p>
        </p:txBody>
      </p:sp>
      <p:graphicFrame>
        <p:nvGraphicFramePr>
          <p:cNvPr id="14" name="Object 13" descr="70 Ohms.&#10;">
            <a:extLst>
              <a:ext uri="{FF2B5EF4-FFF2-40B4-BE49-F238E27FC236}">
                <a16:creationId xmlns:a16="http://schemas.microsoft.com/office/drawing/2014/main" id="{BA09BA92-DEAA-9689-C0B3-490CD761CF15}"/>
              </a:ext>
            </a:extLst>
          </p:cNvPr>
          <p:cNvGraphicFramePr>
            <a:graphicFrameLocks noChangeAspect="1"/>
          </p:cNvGraphicFramePr>
          <p:nvPr/>
        </p:nvGraphicFramePr>
        <p:xfrm>
          <a:off x="1668924" y="4343400"/>
          <a:ext cx="655637" cy="376238"/>
        </p:xfrm>
        <a:graphic>
          <a:graphicData uri="http://schemas.openxmlformats.org/presentationml/2006/ole">
            <mc:AlternateContent xmlns:mc="http://schemas.openxmlformats.org/markup-compatibility/2006">
              <mc:Choice xmlns:v="urn:schemas-microsoft-com:vml" Requires="v">
                <p:oleObj name="Equation" r:id="rId5" imgW="355320" imgH="203040" progId="Equation.DSMT4">
                  <p:embed/>
                </p:oleObj>
              </mc:Choice>
              <mc:Fallback>
                <p:oleObj name="Equation" r:id="rId5" imgW="355320" imgH="203040" progId="Equation.DSMT4">
                  <p:embed/>
                  <p:pic>
                    <p:nvPicPr>
                      <p:cNvPr id="14" name="Object 13" descr="70 Ohms.&#10;">
                        <a:extLst>
                          <a:ext uri="{FF2B5EF4-FFF2-40B4-BE49-F238E27FC236}">
                            <a16:creationId xmlns:a16="http://schemas.microsoft.com/office/drawing/2014/main" id="{652725CB-07CB-4957-8210-4B066037E6A4}"/>
                          </a:ext>
                        </a:extLst>
                      </p:cNvPr>
                      <p:cNvPicPr>
                        <a:picLocks noChangeAspect="1" noChangeArrowheads="1"/>
                      </p:cNvPicPr>
                      <p:nvPr/>
                    </p:nvPicPr>
                    <p:blipFill>
                      <a:blip r:embed="rId6"/>
                      <a:srcRect/>
                      <a:stretch>
                        <a:fillRect/>
                      </a:stretch>
                    </p:blipFill>
                    <p:spPr bwMode="auto">
                      <a:xfrm>
                        <a:off x="1668924" y="4343400"/>
                        <a:ext cx="655637"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2" name="Picture 41" descr="Cross mark">
            <a:extLst>
              <a:ext uri="{FF2B5EF4-FFF2-40B4-BE49-F238E27FC236}">
                <a16:creationId xmlns:a16="http://schemas.microsoft.com/office/drawing/2014/main" id="{F14BCF3D-DFAC-498F-125E-68C3E353AF4D}"/>
              </a:ext>
            </a:extLst>
          </p:cNvPr>
          <p:cNvPicPr>
            <a:picLocks noChangeAspect="1"/>
          </p:cNvPicPr>
          <p:nvPr/>
        </p:nvPicPr>
        <p:blipFill>
          <a:blip r:embed="rId7"/>
          <a:stretch>
            <a:fillRect/>
          </a:stretch>
        </p:blipFill>
        <p:spPr>
          <a:xfrm>
            <a:off x="628765" y="4815284"/>
            <a:ext cx="345611" cy="323076"/>
          </a:xfrm>
          <a:prstGeom prst="rect">
            <a:avLst/>
          </a:prstGeom>
        </p:spPr>
      </p:pic>
      <p:sp>
        <p:nvSpPr>
          <p:cNvPr id="13" name="Content Placeholder 12">
            <a:extLst>
              <a:ext uri="{FF2B5EF4-FFF2-40B4-BE49-F238E27FC236}">
                <a16:creationId xmlns:a16="http://schemas.microsoft.com/office/drawing/2014/main" id="{0E01F983-46FE-9061-E014-EA7F51DFDC42}"/>
              </a:ext>
            </a:extLst>
          </p:cNvPr>
          <p:cNvSpPr>
            <a:spLocks noGrp="1"/>
          </p:cNvSpPr>
          <p:nvPr>
            <p:ph sz="quarter" idx="20"/>
          </p:nvPr>
        </p:nvSpPr>
        <p:spPr>
          <a:xfrm>
            <a:off x="1096530" y="4773018"/>
            <a:ext cx="490263" cy="405683"/>
          </a:xfrm>
        </p:spPr>
        <p:txBody>
          <a:bodyPr wrap="square" lIns="0" tIns="18000" rIns="0" bIns="18000" anchor="ctr" anchorCtr="0">
            <a:spAutoFit/>
          </a:bodyPr>
          <a:lstStyle/>
          <a:p>
            <a:pPr marL="444500" indent="-342900">
              <a:buFont typeface="+mj-lt"/>
              <a:buAutoNum type="alphaUcPeriod" startAt="2"/>
            </a:pPr>
            <a:r>
              <a:rPr lang="en-US" sz="2400" noProof="0" dirty="0"/>
              <a:t> </a:t>
            </a:r>
          </a:p>
        </p:txBody>
      </p:sp>
      <p:graphicFrame>
        <p:nvGraphicFramePr>
          <p:cNvPr id="15" name="Object 14" descr="200 Ohms.&#10;">
            <a:extLst>
              <a:ext uri="{FF2B5EF4-FFF2-40B4-BE49-F238E27FC236}">
                <a16:creationId xmlns:a16="http://schemas.microsoft.com/office/drawing/2014/main" id="{D39E67A8-C6C8-70BC-CB00-B27B9A2739C3}"/>
              </a:ext>
            </a:extLst>
          </p:cNvPr>
          <p:cNvGraphicFramePr>
            <a:graphicFrameLocks noChangeAspect="1"/>
          </p:cNvGraphicFramePr>
          <p:nvPr/>
        </p:nvGraphicFramePr>
        <p:xfrm>
          <a:off x="1658623" y="4840288"/>
          <a:ext cx="795337" cy="376237"/>
        </p:xfrm>
        <a:graphic>
          <a:graphicData uri="http://schemas.openxmlformats.org/presentationml/2006/ole">
            <mc:AlternateContent xmlns:mc="http://schemas.openxmlformats.org/markup-compatibility/2006">
              <mc:Choice xmlns:v="urn:schemas-microsoft-com:vml" Requires="v">
                <p:oleObj name="Equation" r:id="rId8" imgW="431640" imgH="203040" progId="Equation.DSMT4">
                  <p:embed/>
                </p:oleObj>
              </mc:Choice>
              <mc:Fallback>
                <p:oleObj name="Equation" r:id="rId8" imgW="431640" imgH="203040" progId="Equation.DSMT4">
                  <p:embed/>
                  <p:pic>
                    <p:nvPicPr>
                      <p:cNvPr id="15" name="Object 14" descr="200 Ohms.&#10;">
                        <a:extLst>
                          <a:ext uri="{FF2B5EF4-FFF2-40B4-BE49-F238E27FC236}">
                            <a16:creationId xmlns:a16="http://schemas.microsoft.com/office/drawing/2014/main" id="{AC72EBA4-CADF-42CB-8A87-F4E69003EA21}"/>
                          </a:ext>
                        </a:extLst>
                      </p:cNvPr>
                      <p:cNvPicPr>
                        <a:picLocks noChangeAspect="1" noChangeArrowheads="1"/>
                      </p:cNvPicPr>
                      <p:nvPr/>
                    </p:nvPicPr>
                    <p:blipFill>
                      <a:blip r:embed="rId9"/>
                      <a:srcRect/>
                      <a:stretch>
                        <a:fillRect/>
                      </a:stretch>
                    </p:blipFill>
                    <p:spPr bwMode="auto">
                      <a:xfrm>
                        <a:off x="1658623" y="4840288"/>
                        <a:ext cx="795337"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4" name="Picture 43" descr="Cross mark">
            <a:extLst>
              <a:ext uri="{FF2B5EF4-FFF2-40B4-BE49-F238E27FC236}">
                <a16:creationId xmlns:a16="http://schemas.microsoft.com/office/drawing/2014/main" id="{64664F85-2B93-D10E-D492-2D2E0F02641B}"/>
              </a:ext>
            </a:extLst>
          </p:cNvPr>
          <p:cNvPicPr>
            <a:picLocks noChangeAspect="1"/>
          </p:cNvPicPr>
          <p:nvPr/>
        </p:nvPicPr>
        <p:blipFill>
          <a:blip r:embed="rId7"/>
          <a:stretch>
            <a:fillRect/>
          </a:stretch>
        </p:blipFill>
        <p:spPr>
          <a:xfrm>
            <a:off x="644007" y="5355012"/>
            <a:ext cx="335447" cy="313574"/>
          </a:xfrm>
          <a:prstGeom prst="rect">
            <a:avLst/>
          </a:prstGeom>
        </p:spPr>
      </p:pic>
      <p:sp>
        <p:nvSpPr>
          <p:cNvPr id="16" name="Content Placeholder 15">
            <a:extLst>
              <a:ext uri="{FF2B5EF4-FFF2-40B4-BE49-F238E27FC236}">
                <a16:creationId xmlns:a16="http://schemas.microsoft.com/office/drawing/2014/main" id="{DCC6496B-1EB9-A2B6-50E2-4995A0757760}"/>
              </a:ext>
            </a:extLst>
          </p:cNvPr>
          <p:cNvSpPr>
            <a:spLocks noGrp="1"/>
          </p:cNvSpPr>
          <p:nvPr>
            <p:ph sz="quarter" idx="23"/>
          </p:nvPr>
        </p:nvSpPr>
        <p:spPr>
          <a:xfrm>
            <a:off x="1099156" y="5272127"/>
            <a:ext cx="487637" cy="405683"/>
          </a:xfrm>
        </p:spPr>
        <p:txBody>
          <a:bodyPr wrap="square" lIns="0" tIns="18000" rIns="0" bIns="18000" anchor="ctr" anchorCtr="0">
            <a:spAutoFit/>
          </a:bodyPr>
          <a:lstStyle/>
          <a:p>
            <a:pPr marL="444500" indent="-342900">
              <a:buFont typeface="+mj-lt"/>
              <a:buAutoNum type="alphaUcPeriod" startAt="3"/>
            </a:pPr>
            <a:r>
              <a:rPr lang="en-US" sz="2400" noProof="0" dirty="0"/>
              <a:t> </a:t>
            </a:r>
          </a:p>
        </p:txBody>
      </p:sp>
      <p:graphicFrame>
        <p:nvGraphicFramePr>
          <p:cNvPr id="18" name="Object 17" descr="82 Ohms.&#10;">
            <a:extLst>
              <a:ext uri="{FF2B5EF4-FFF2-40B4-BE49-F238E27FC236}">
                <a16:creationId xmlns:a16="http://schemas.microsoft.com/office/drawing/2014/main" id="{CFBB4DC8-2913-FBE3-3812-0C40AB89160A}"/>
              </a:ext>
            </a:extLst>
          </p:cNvPr>
          <p:cNvGraphicFramePr>
            <a:graphicFrameLocks noChangeAspect="1"/>
          </p:cNvGraphicFramePr>
          <p:nvPr/>
        </p:nvGraphicFramePr>
        <p:xfrm>
          <a:off x="1659296" y="5329238"/>
          <a:ext cx="631825" cy="376237"/>
        </p:xfrm>
        <a:graphic>
          <a:graphicData uri="http://schemas.openxmlformats.org/presentationml/2006/ole">
            <mc:AlternateContent xmlns:mc="http://schemas.openxmlformats.org/markup-compatibility/2006">
              <mc:Choice xmlns:v="urn:schemas-microsoft-com:vml" Requires="v">
                <p:oleObj name="Equation" r:id="rId10" imgW="342720" imgH="203040" progId="Equation.DSMT4">
                  <p:embed/>
                </p:oleObj>
              </mc:Choice>
              <mc:Fallback>
                <p:oleObj name="Equation" r:id="rId10" imgW="342720" imgH="203040" progId="Equation.DSMT4">
                  <p:embed/>
                  <p:pic>
                    <p:nvPicPr>
                      <p:cNvPr id="18" name="Object 17" descr="82 Ohms.&#10;">
                        <a:extLst>
                          <a:ext uri="{FF2B5EF4-FFF2-40B4-BE49-F238E27FC236}">
                            <a16:creationId xmlns:a16="http://schemas.microsoft.com/office/drawing/2014/main" id="{3B7CF6EC-2FB3-406A-A1A9-FBA7D085CF76}"/>
                          </a:ext>
                        </a:extLst>
                      </p:cNvPr>
                      <p:cNvPicPr>
                        <a:picLocks noChangeAspect="1" noChangeArrowheads="1"/>
                      </p:cNvPicPr>
                      <p:nvPr/>
                    </p:nvPicPr>
                    <p:blipFill>
                      <a:blip r:embed="rId11"/>
                      <a:srcRect/>
                      <a:stretch>
                        <a:fillRect/>
                      </a:stretch>
                    </p:blipFill>
                    <p:spPr bwMode="auto">
                      <a:xfrm>
                        <a:off x="1659296" y="5329238"/>
                        <a:ext cx="631825"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8" name="Picture 47" descr="Cross mark">
            <a:extLst>
              <a:ext uri="{FF2B5EF4-FFF2-40B4-BE49-F238E27FC236}">
                <a16:creationId xmlns:a16="http://schemas.microsoft.com/office/drawing/2014/main" id="{EB39E1B8-AE4F-8FD2-659A-36BEE2E295E6}"/>
              </a:ext>
            </a:extLst>
          </p:cNvPr>
          <p:cNvPicPr>
            <a:picLocks noChangeAspect="1"/>
          </p:cNvPicPr>
          <p:nvPr/>
        </p:nvPicPr>
        <p:blipFill>
          <a:blip r:embed="rId7"/>
          <a:stretch>
            <a:fillRect/>
          </a:stretch>
        </p:blipFill>
        <p:spPr>
          <a:xfrm>
            <a:off x="635451" y="5824534"/>
            <a:ext cx="352558" cy="329570"/>
          </a:xfrm>
          <a:prstGeom prst="rect">
            <a:avLst/>
          </a:prstGeom>
        </p:spPr>
      </p:pic>
      <p:sp>
        <p:nvSpPr>
          <p:cNvPr id="17" name="Content Placeholder 16">
            <a:extLst>
              <a:ext uri="{FF2B5EF4-FFF2-40B4-BE49-F238E27FC236}">
                <a16:creationId xmlns:a16="http://schemas.microsoft.com/office/drawing/2014/main" id="{1A49871F-8DD1-7059-9EA1-ABB127201581}"/>
              </a:ext>
            </a:extLst>
          </p:cNvPr>
          <p:cNvSpPr>
            <a:spLocks noGrp="1"/>
          </p:cNvSpPr>
          <p:nvPr>
            <p:ph sz="quarter" idx="24"/>
          </p:nvPr>
        </p:nvSpPr>
        <p:spPr>
          <a:xfrm>
            <a:off x="1098454" y="5790923"/>
            <a:ext cx="487637" cy="405683"/>
          </a:xfrm>
        </p:spPr>
        <p:txBody>
          <a:bodyPr wrap="square" lIns="0" tIns="18000" rIns="0" bIns="18000" anchor="ctr" anchorCtr="0">
            <a:spAutoFit/>
          </a:bodyPr>
          <a:lstStyle/>
          <a:p>
            <a:pPr marL="444500" indent="-342900">
              <a:buFont typeface="+mj-lt"/>
              <a:buAutoNum type="alphaUcPeriod" startAt="4"/>
            </a:pPr>
            <a:r>
              <a:rPr lang="en-US" sz="2400" noProof="0" dirty="0"/>
              <a:t> </a:t>
            </a:r>
          </a:p>
        </p:txBody>
      </p:sp>
      <p:graphicFrame>
        <p:nvGraphicFramePr>
          <p:cNvPr id="19" name="Object 18" descr="18 Ohms.&#10;">
            <a:extLst>
              <a:ext uri="{FF2B5EF4-FFF2-40B4-BE49-F238E27FC236}">
                <a16:creationId xmlns:a16="http://schemas.microsoft.com/office/drawing/2014/main" id="{06925C23-0DB9-1FAD-58DA-092E44A6DAF6}"/>
              </a:ext>
            </a:extLst>
          </p:cNvPr>
          <p:cNvGraphicFramePr>
            <a:graphicFrameLocks noChangeAspect="1"/>
          </p:cNvGraphicFramePr>
          <p:nvPr/>
        </p:nvGraphicFramePr>
        <p:xfrm>
          <a:off x="1671735" y="5808209"/>
          <a:ext cx="631825" cy="376237"/>
        </p:xfrm>
        <a:graphic>
          <a:graphicData uri="http://schemas.openxmlformats.org/presentationml/2006/ole">
            <mc:AlternateContent xmlns:mc="http://schemas.openxmlformats.org/markup-compatibility/2006">
              <mc:Choice xmlns:v="urn:schemas-microsoft-com:vml" Requires="v">
                <p:oleObj name="Equation" r:id="rId12" imgW="342720" imgH="203040" progId="Equation.DSMT4">
                  <p:embed/>
                </p:oleObj>
              </mc:Choice>
              <mc:Fallback>
                <p:oleObj name="Equation" r:id="rId12" imgW="342720" imgH="203040" progId="Equation.DSMT4">
                  <p:embed/>
                  <p:pic>
                    <p:nvPicPr>
                      <p:cNvPr id="19" name="Object 18" descr="18 Ohms.&#10;">
                        <a:extLst>
                          <a:ext uri="{FF2B5EF4-FFF2-40B4-BE49-F238E27FC236}">
                            <a16:creationId xmlns:a16="http://schemas.microsoft.com/office/drawing/2014/main" id="{8BD329D7-60A4-46B8-AEFF-E47CC94D65BE}"/>
                          </a:ext>
                        </a:extLst>
                      </p:cNvPr>
                      <p:cNvPicPr>
                        <a:picLocks noChangeAspect="1" noChangeArrowheads="1"/>
                      </p:cNvPicPr>
                      <p:nvPr/>
                    </p:nvPicPr>
                    <p:blipFill>
                      <a:blip r:embed="rId13"/>
                      <a:srcRect/>
                      <a:stretch>
                        <a:fillRect/>
                      </a:stretch>
                    </p:blipFill>
                    <p:spPr bwMode="auto">
                      <a:xfrm>
                        <a:off x="1671735" y="5808209"/>
                        <a:ext cx="631825"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35383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85894-F6EE-4B5C-9A3B-15C62A9DA47A}"/>
              </a:ext>
            </a:extLst>
          </p:cNvPr>
          <p:cNvSpPr>
            <a:spLocks noGrp="1"/>
          </p:cNvSpPr>
          <p:nvPr>
            <p:ph type="title"/>
          </p:nvPr>
        </p:nvSpPr>
        <p:spPr>
          <a:xfrm>
            <a:off x="445970" y="203127"/>
            <a:ext cx="8266230" cy="1021237"/>
          </a:xfrm>
        </p:spPr>
        <p:txBody>
          <a:bodyPr wrap="square" lIns="0" tIns="18000" rIns="0" bIns="18000" anchor="ctr" anchorCtr="0">
            <a:spAutoFit/>
          </a:bodyPr>
          <a:lstStyle/>
          <a:p>
            <a:r>
              <a:rPr lang="en-US" noProof="0" dirty="0"/>
              <a:t>Chapter 3 – Simple resistive circuits </a:t>
            </a:r>
            <a:r>
              <a:rPr lang="en-US" sz="2800" noProof="0" dirty="0"/>
              <a:t>(6 of 20)</a:t>
            </a:r>
            <a:endParaRPr lang="en-US" noProof="0" dirty="0"/>
          </a:p>
        </p:txBody>
      </p:sp>
      <p:sp>
        <p:nvSpPr>
          <p:cNvPr id="7" name="Content Placeholder 6">
            <a:extLst>
              <a:ext uri="{FF2B5EF4-FFF2-40B4-BE49-F238E27FC236}">
                <a16:creationId xmlns:a16="http://schemas.microsoft.com/office/drawing/2014/main" id="{6D92A839-A227-4D9D-B7A2-5DD51AB36EA4}"/>
              </a:ext>
            </a:extLst>
          </p:cNvPr>
          <p:cNvSpPr>
            <a:spLocks noGrp="1"/>
          </p:cNvSpPr>
          <p:nvPr>
            <p:ph sz="quarter" idx="13"/>
          </p:nvPr>
        </p:nvSpPr>
        <p:spPr>
          <a:xfrm>
            <a:off x="445969" y="1474694"/>
            <a:ext cx="8266231" cy="1221291"/>
          </a:xfrm>
        </p:spPr>
        <p:txBody>
          <a:bodyPr wrap="square" lIns="0" tIns="18000" rIns="0" bIns="18000" anchor="ctr" anchorCtr="0">
            <a:spAutoFit/>
          </a:bodyPr>
          <a:lstStyle/>
          <a:p>
            <a:pPr marL="0" indent="0">
              <a:spcBef>
                <a:spcPts val="600"/>
              </a:spcBef>
              <a:buNone/>
            </a:pPr>
            <a:r>
              <a:rPr lang="en-US" sz="2400" noProof="0" dirty="0"/>
              <a:t>Voltage division:</a:t>
            </a:r>
          </a:p>
          <a:p>
            <a:pPr marL="342900" indent="-342900">
              <a:spcBef>
                <a:spcPts val="600"/>
              </a:spcBef>
            </a:pPr>
            <a:r>
              <a:rPr lang="en-US" sz="2400" noProof="0" dirty="0"/>
              <a:t>Find the voltage drop across one of a group of series-connected resistors</a:t>
            </a:r>
          </a:p>
        </p:txBody>
      </p:sp>
      <p:pic>
        <p:nvPicPr>
          <p:cNvPr id="6" name="Picture 5" descr="The rectangular circuit has an independent voltage source, v sub s, located on the left wire, with a current, i sub s, flowing through the wire from the bottom to the top. Eight nodes are marked on the circuit, with nodes a, b, c, and d located on the top wire from the left to the right, and nodes e, f, g, and h located on the bottom wire from the right to the left. The circuit shows seven resistors between the nodes as follows:&#10;&#10;Top wire:&#10; R1 between a and b.&#10;R2 between b and c.&#10;R3 between c and d.&#10;&#10;Right wire:&#10;R4 between d and e.&#10;&#10;Bottom wire:&#10;R5 between e and f.&#10;R6 between f and g.&#10;R7 between g and h.">
            <a:extLst>
              <a:ext uri="{FF2B5EF4-FFF2-40B4-BE49-F238E27FC236}">
                <a16:creationId xmlns:a16="http://schemas.microsoft.com/office/drawing/2014/main" id="{1929BD18-DE4A-4802-AF4E-21858DE51017}"/>
              </a:ext>
            </a:extLst>
          </p:cNvPr>
          <p:cNvPicPr>
            <a:picLocks noChangeAspect="1"/>
          </p:cNvPicPr>
          <p:nvPr/>
        </p:nvPicPr>
        <p:blipFill>
          <a:blip r:embed="rId3"/>
          <a:srcRect/>
          <a:stretch/>
        </p:blipFill>
        <p:spPr>
          <a:xfrm>
            <a:off x="2285220" y="2992144"/>
            <a:ext cx="4573560" cy="1876941"/>
          </a:xfrm>
          <a:prstGeom prst="rect">
            <a:avLst/>
          </a:prstGeom>
        </p:spPr>
      </p:pic>
      <p:graphicFrame>
        <p:nvGraphicFramePr>
          <p:cNvPr id="11" name="Object 10" descr="The figure illustrates an expression for v subscript 4.&#10;">
            <a:extLst>
              <a:ext uri="{FF2B5EF4-FFF2-40B4-BE49-F238E27FC236}">
                <a16:creationId xmlns:a16="http://schemas.microsoft.com/office/drawing/2014/main" id="{8B36E2FA-B90C-475B-ABA7-F6A66E959439}"/>
              </a:ext>
            </a:extLst>
          </p:cNvPr>
          <p:cNvGraphicFramePr>
            <a:graphicFrameLocks noChangeAspect="1"/>
          </p:cNvGraphicFramePr>
          <p:nvPr/>
        </p:nvGraphicFramePr>
        <p:xfrm>
          <a:off x="2230934" y="5193207"/>
          <a:ext cx="4704357" cy="745136"/>
        </p:xfrm>
        <a:graphic>
          <a:graphicData uri="http://schemas.openxmlformats.org/presentationml/2006/ole">
            <mc:AlternateContent xmlns:mc="http://schemas.openxmlformats.org/markup-compatibility/2006">
              <mc:Choice xmlns:v="urn:schemas-microsoft-com:vml" Requires="v">
                <p:oleObj name="Equation" r:id="rId4" imgW="5371920" imgH="850680" progId="Equation.DSMT4">
                  <p:embed/>
                </p:oleObj>
              </mc:Choice>
              <mc:Fallback>
                <p:oleObj name="Equation" r:id="rId4" imgW="5371920" imgH="850680" progId="Equation.DSMT4">
                  <p:embed/>
                  <p:pic>
                    <p:nvPicPr>
                      <p:cNvPr id="11" name="Object 10" descr="The figure illustrates an expression for v subscript 4.&#10;">
                        <a:extLst>
                          <a:ext uri="{FF2B5EF4-FFF2-40B4-BE49-F238E27FC236}">
                            <a16:creationId xmlns:a16="http://schemas.microsoft.com/office/drawing/2014/main" id="{8B36E2FA-B90C-475B-ABA7-F6A66E959439}"/>
                          </a:ext>
                        </a:extLst>
                      </p:cNvPr>
                      <p:cNvPicPr>
                        <a:picLocks noChangeAspect="1" noChangeArrowheads="1"/>
                      </p:cNvPicPr>
                      <p:nvPr/>
                    </p:nvPicPr>
                    <p:blipFill>
                      <a:blip r:embed="rId5"/>
                      <a:srcRect/>
                      <a:stretch>
                        <a:fillRect/>
                      </a:stretch>
                    </p:blipFill>
                    <p:spPr bwMode="auto">
                      <a:xfrm>
                        <a:off x="2230934" y="5193207"/>
                        <a:ext cx="4704357" cy="7451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585120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 name="Title 1">
            <a:extLst>
              <a:ext uri="{FF2B5EF4-FFF2-40B4-BE49-F238E27FC236}">
                <a16:creationId xmlns:a16="http://schemas.microsoft.com/office/drawing/2014/main" id="{6C2ADC8B-F3C7-4C93-9CF9-28A7B7546F91}"/>
              </a:ext>
            </a:extLst>
          </p:cNvPr>
          <p:cNvSpPr>
            <a:spLocks noGrp="1"/>
          </p:cNvSpPr>
          <p:nvPr>
            <p:ph type="title"/>
          </p:nvPr>
        </p:nvSpPr>
        <p:spPr>
          <a:xfrm>
            <a:off x="445971" y="198000"/>
            <a:ext cx="8266230" cy="1021237"/>
          </a:xfrm>
        </p:spPr>
        <p:txBody>
          <a:bodyPr wrap="square" lIns="0" tIns="18000" rIns="0" bIns="18000" anchor="ctr" anchorCtr="0">
            <a:spAutoFit/>
          </a:bodyPr>
          <a:lstStyle/>
          <a:p>
            <a:r>
              <a:rPr lang="en-US" noProof="0" dirty="0"/>
              <a:t>Chapter 3 – Simple resistive circuits </a:t>
            </a:r>
            <a:r>
              <a:rPr lang="en-US" sz="2800" noProof="0" dirty="0"/>
              <a:t>(8 of 20)</a:t>
            </a:r>
            <a:endParaRPr lang="en-US" noProof="0" dirty="0"/>
          </a:p>
        </p:txBody>
      </p:sp>
      <p:sp>
        <p:nvSpPr>
          <p:cNvPr id="3" name="Text Placeholder 2">
            <a:extLst>
              <a:ext uri="{FF2B5EF4-FFF2-40B4-BE49-F238E27FC236}">
                <a16:creationId xmlns:a16="http://schemas.microsoft.com/office/drawing/2014/main" id="{B441293C-6C69-4CF2-B1C9-75DA713BB823}"/>
              </a:ext>
            </a:extLst>
          </p:cNvPr>
          <p:cNvSpPr>
            <a:spLocks noGrp="1"/>
          </p:cNvSpPr>
          <p:nvPr>
            <p:ph type="body" idx="1"/>
          </p:nvPr>
        </p:nvSpPr>
        <p:spPr>
          <a:xfrm>
            <a:off x="445676" y="1469302"/>
            <a:ext cx="8266524" cy="1144347"/>
          </a:xfrm>
        </p:spPr>
        <p:txBody>
          <a:bodyPr wrap="square" lIns="0" tIns="18000" rIns="0" bIns="18000" anchor="ctr" anchorCtr="0">
            <a:spAutoFit/>
          </a:bodyPr>
          <a:lstStyle/>
          <a:p>
            <a:r>
              <a:rPr lang="en-US" altLang="en-US" sz="2400" noProof="0" dirty="0"/>
              <a:t>Resistors in parallel:</a:t>
            </a:r>
          </a:p>
          <a:p>
            <a:pPr marL="342900" indent="-342900">
              <a:buFont typeface="Arial" panose="020B0604020202020204" pitchFamily="34" charset="0"/>
              <a:buChar char="•"/>
            </a:pPr>
            <a:r>
              <a:rPr lang="en-US" altLang="en-US" sz="2400" noProof="0" dirty="0"/>
              <a:t>Connected at both ends</a:t>
            </a:r>
          </a:p>
          <a:p>
            <a:pPr marL="342900" indent="-342900">
              <a:buFont typeface="Arial" panose="020B0604020202020204" pitchFamily="34" charset="0"/>
              <a:buChar char="•"/>
            </a:pPr>
            <a:r>
              <a:rPr lang="en-US" altLang="en-US" sz="2400" noProof="0" dirty="0"/>
              <a:t>Have the same voltage (because of </a:t>
            </a:r>
            <a:r>
              <a:rPr lang="en-US" altLang="en-US" sz="2400" spc="-300" noProof="0" dirty="0"/>
              <a:t>K V </a:t>
            </a:r>
            <a:r>
              <a:rPr lang="en-US" altLang="en-US" sz="2400" noProof="0" dirty="0"/>
              <a:t>L)</a:t>
            </a:r>
          </a:p>
        </p:txBody>
      </p:sp>
      <p:pic>
        <p:nvPicPr>
          <p:cNvPr id="6" name="Picture 5" descr="A circuit diagram shows a current source i subscript s which is connected with four resistors R subscript 1, R subscript 2, R subscript 3, and R subscript 4 in parallel where voltage across the voltage source and the four resistors are labeled as v subscript s, v subscript 1, v subscript 2, v subscript 3, v subscript 4. Node across R subscript 1 is labeled as a and h, Node across R subscript 2 is labeled as b and g, Node across R subscript 3 is labeled as c and f, Node across R subscript 4 is labeled as d and e. ">
            <a:extLst>
              <a:ext uri="{FF2B5EF4-FFF2-40B4-BE49-F238E27FC236}">
                <a16:creationId xmlns:a16="http://schemas.microsoft.com/office/drawing/2014/main" id="{F7956A29-53B7-4A66-A5B7-56F7F823F17B}"/>
              </a:ext>
            </a:extLst>
          </p:cNvPr>
          <p:cNvPicPr>
            <a:picLocks noChangeAspect="1"/>
          </p:cNvPicPr>
          <p:nvPr/>
        </p:nvPicPr>
        <p:blipFill>
          <a:blip r:embed="rId3"/>
          <a:stretch>
            <a:fillRect/>
          </a:stretch>
        </p:blipFill>
        <p:spPr>
          <a:xfrm>
            <a:off x="2095643" y="3231560"/>
            <a:ext cx="4934639" cy="1962424"/>
          </a:xfrm>
          <a:prstGeom prst="rect">
            <a:avLst/>
          </a:prstGeom>
        </p:spPr>
      </p:pic>
    </p:spTree>
    <p:extLst>
      <p:ext uri="{BB962C8B-B14F-4D97-AF65-F5344CB8AC3E}">
        <p14:creationId xmlns:p14="http://schemas.microsoft.com/office/powerpoint/2010/main" val="2810706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6">
            <a:extLst>
              <a:ext uri="{FF2B5EF4-FFF2-40B4-BE49-F238E27FC236}">
                <a16:creationId xmlns:a16="http://schemas.microsoft.com/office/drawing/2014/main" id="{F08CC435-CAB5-D5E9-A127-E7BB693209B8}"/>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pic>
        <p:nvPicPr>
          <p:cNvPr id="13" name="Picture Placeholder 12" descr="A diagram of a circuit&#10;&#10;AI-generated content may be incorrect.">
            <a:extLst>
              <a:ext uri="{FF2B5EF4-FFF2-40B4-BE49-F238E27FC236}">
                <a16:creationId xmlns:a16="http://schemas.microsoft.com/office/drawing/2014/main" id="{C88CDB96-2EAB-076D-2755-A523458F6815}"/>
              </a:ext>
            </a:extLst>
          </p:cNvPr>
          <p:cNvPicPr>
            <a:picLocks noGrp="1" noChangeAspect="1"/>
          </p:cNvPicPr>
          <p:nvPr>
            <p:ph type="pic" sz="quarter" idx="13"/>
          </p:nvPr>
        </p:nvPicPr>
        <p:blipFill>
          <a:blip r:embed="rId2"/>
          <a:srcRect t="435" b="435"/>
          <a:stretch>
            <a:fillRect/>
          </a:stretch>
        </p:blipFill>
        <p:spPr>
          <a:xfrm>
            <a:off x="1047205" y="30708"/>
            <a:ext cx="6744789" cy="2800140"/>
          </a:xfrm>
        </p:spPr>
      </p:pic>
      <p:pic>
        <p:nvPicPr>
          <p:cNvPr id="15" name="Picture 14" descr="A black and white math symbols&#10;&#10;AI-generated content may be incorrect.">
            <a:extLst>
              <a:ext uri="{FF2B5EF4-FFF2-40B4-BE49-F238E27FC236}">
                <a16:creationId xmlns:a16="http://schemas.microsoft.com/office/drawing/2014/main" id="{E5CD2B70-AEA0-05B5-BF97-83AADE5528DF}"/>
              </a:ext>
            </a:extLst>
          </p:cNvPr>
          <p:cNvPicPr>
            <a:picLocks noChangeAspect="1"/>
          </p:cNvPicPr>
          <p:nvPr/>
        </p:nvPicPr>
        <p:blipFill>
          <a:blip r:embed="rId3"/>
          <a:stretch>
            <a:fillRect/>
          </a:stretch>
        </p:blipFill>
        <p:spPr>
          <a:xfrm>
            <a:off x="3877353" y="3028915"/>
            <a:ext cx="1981477" cy="495369"/>
          </a:xfrm>
          <a:prstGeom prst="rect">
            <a:avLst/>
          </a:prstGeom>
        </p:spPr>
      </p:pic>
      <p:pic>
        <p:nvPicPr>
          <p:cNvPr id="17" name="Picture 16" descr="A math equation with black text&#10;&#10;AI-generated content may be incorrect.">
            <a:extLst>
              <a:ext uri="{FF2B5EF4-FFF2-40B4-BE49-F238E27FC236}">
                <a16:creationId xmlns:a16="http://schemas.microsoft.com/office/drawing/2014/main" id="{9A9CC70E-5B2A-2172-9669-8FAB30C35A13}"/>
              </a:ext>
            </a:extLst>
          </p:cNvPr>
          <p:cNvPicPr>
            <a:picLocks noChangeAspect="1"/>
          </p:cNvPicPr>
          <p:nvPr/>
        </p:nvPicPr>
        <p:blipFill>
          <a:blip r:embed="rId4"/>
          <a:stretch>
            <a:fillRect/>
          </a:stretch>
        </p:blipFill>
        <p:spPr>
          <a:xfrm>
            <a:off x="3276398" y="3581400"/>
            <a:ext cx="2896004" cy="533474"/>
          </a:xfrm>
          <a:prstGeom prst="rect">
            <a:avLst/>
          </a:prstGeom>
        </p:spPr>
      </p:pic>
      <p:pic>
        <p:nvPicPr>
          <p:cNvPr id="19" name="Picture 18" descr="A math equation with black text&#10;&#10;AI-generated content may be incorrect.">
            <a:extLst>
              <a:ext uri="{FF2B5EF4-FFF2-40B4-BE49-F238E27FC236}">
                <a16:creationId xmlns:a16="http://schemas.microsoft.com/office/drawing/2014/main" id="{71127C3C-28EB-70F5-6858-6B1140A3CA93}"/>
              </a:ext>
            </a:extLst>
          </p:cNvPr>
          <p:cNvPicPr>
            <a:picLocks noChangeAspect="1"/>
          </p:cNvPicPr>
          <p:nvPr/>
        </p:nvPicPr>
        <p:blipFill>
          <a:blip r:embed="rId5"/>
          <a:stretch>
            <a:fillRect/>
          </a:stretch>
        </p:blipFill>
        <p:spPr>
          <a:xfrm>
            <a:off x="2509549" y="4122154"/>
            <a:ext cx="4124901" cy="790685"/>
          </a:xfrm>
          <a:prstGeom prst="rect">
            <a:avLst/>
          </a:prstGeom>
        </p:spPr>
      </p:pic>
      <p:pic>
        <p:nvPicPr>
          <p:cNvPr id="21" name="Picture 20" descr="A math equation with black text&#10;&#10;AI-generated content may be incorrect.">
            <a:extLst>
              <a:ext uri="{FF2B5EF4-FFF2-40B4-BE49-F238E27FC236}">
                <a16:creationId xmlns:a16="http://schemas.microsoft.com/office/drawing/2014/main" id="{BEFC09C6-5E66-2BDA-063F-4B3E85B1A4AD}"/>
              </a:ext>
            </a:extLst>
          </p:cNvPr>
          <p:cNvPicPr>
            <a:picLocks noChangeAspect="1"/>
          </p:cNvPicPr>
          <p:nvPr/>
        </p:nvPicPr>
        <p:blipFill>
          <a:blip r:embed="rId6"/>
          <a:stretch>
            <a:fillRect/>
          </a:stretch>
        </p:blipFill>
        <p:spPr>
          <a:xfrm>
            <a:off x="3138287" y="4920119"/>
            <a:ext cx="2867425" cy="752580"/>
          </a:xfrm>
          <a:prstGeom prst="rect">
            <a:avLst/>
          </a:prstGeom>
        </p:spPr>
      </p:pic>
    </p:spTree>
    <p:extLst>
      <p:ext uri="{BB962C8B-B14F-4D97-AF65-F5344CB8AC3E}">
        <p14:creationId xmlns:p14="http://schemas.microsoft.com/office/powerpoint/2010/main" val="1466303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09DC7-391C-8455-8B9D-A0973E9A12D8}"/>
            </a:ext>
          </a:extLst>
        </p:cNvPr>
        <p:cNvGrpSpPr/>
        <p:nvPr/>
      </p:nvGrpSpPr>
      <p:grpSpPr>
        <a:xfrm>
          <a:off x="0" y="0"/>
          <a:ext cx="0" cy="0"/>
          <a:chOff x="0" y="0"/>
          <a:chExt cx="0" cy="0"/>
        </a:xfrm>
      </p:grpSpPr>
      <p:sp>
        <p:nvSpPr>
          <p:cNvPr id="7" name="AutoShape 6">
            <a:extLst>
              <a:ext uri="{FF2B5EF4-FFF2-40B4-BE49-F238E27FC236}">
                <a16:creationId xmlns:a16="http://schemas.microsoft.com/office/drawing/2014/main" id="{9CC97F42-399A-0EBA-46F7-76A179F10E5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pic>
        <p:nvPicPr>
          <p:cNvPr id="13" name="Picture Placeholder 12" descr="A diagram of a circuit&#10;&#10;AI-generated content may be incorrect.">
            <a:extLst>
              <a:ext uri="{FF2B5EF4-FFF2-40B4-BE49-F238E27FC236}">
                <a16:creationId xmlns:a16="http://schemas.microsoft.com/office/drawing/2014/main" id="{B4BD628D-695C-4980-023F-4EED575C4CFC}"/>
              </a:ext>
            </a:extLst>
          </p:cNvPr>
          <p:cNvPicPr>
            <a:picLocks noGrp="1" noChangeAspect="1"/>
          </p:cNvPicPr>
          <p:nvPr>
            <p:ph type="pic" sz="quarter" idx="13"/>
          </p:nvPr>
        </p:nvPicPr>
        <p:blipFill>
          <a:blip r:embed="rId2"/>
          <a:srcRect t="435" b="435"/>
          <a:stretch>
            <a:fillRect/>
          </a:stretch>
        </p:blipFill>
        <p:spPr>
          <a:xfrm>
            <a:off x="1047205" y="30708"/>
            <a:ext cx="6744789" cy="2800140"/>
          </a:xfrm>
        </p:spPr>
      </p:pic>
      <p:pic>
        <p:nvPicPr>
          <p:cNvPr id="15" name="Picture 14" descr="A black and white math symbols&#10;&#10;AI-generated content may be incorrect.">
            <a:extLst>
              <a:ext uri="{FF2B5EF4-FFF2-40B4-BE49-F238E27FC236}">
                <a16:creationId xmlns:a16="http://schemas.microsoft.com/office/drawing/2014/main" id="{A1A817E4-0656-220E-B3B1-BDCC6CC7D439}"/>
              </a:ext>
            </a:extLst>
          </p:cNvPr>
          <p:cNvPicPr>
            <a:picLocks noChangeAspect="1"/>
          </p:cNvPicPr>
          <p:nvPr/>
        </p:nvPicPr>
        <p:blipFill>
          <a:blip r:embed="rId3"/>
          <a:stretch>
            <a:fillRect/>
          </a:stretch>
        </p:blipFill>
        <p:spPr>
          <a:xfrm>
            <a:off x="3877353" y="3028915"/>
            <a:ext cx="1981477" cy="495369"/>
          </a:xfrm>
          <a:prstGeom prst="rect">
            <a:avLst/>
          </a:prstGeom>
        </p:spPr>
      </p:pic>
      <p:pic>
        <p:nvPicPr>
          <p:cNvPr id="17" name="Picture 16" descr="A math equation with black text&#10;&#10;AI-generated content may be incorrect.">
            <a:extLst>
              <a:ext uri="{FF2B5EF4-FFF2-40B4-BE49-F238E27FC236}">
                <a16:creationId xmlns:a16="http://schemas.microsoft.com/office/drawing/2014/main" id="{9209660C-6975-B821-643F-6A419807178F}"/>
              </a:ext>
            </a:extLst>
          </p:cNvPr>
          <p:cNvPicPr>
            <a:picLocks noChangeAspect="1"/>
          </p:cNvPicPr>
          <p:nvPr/>
        </p:nvPicPr>
        <p:blipFill>
          <a:blip r:embed="rId4"/>
          <a:stretch>
            <a:fillRect/>
          </a:stretch>
        </p:blipFill>
        <p:spPr>
          <a:xfrm>
            <a:off x="3276398" y="3581400"/>
            <a:ext cx="2896004" cy="533474"/>
          </a:xfrm>
          <a:prstGeom prst="rect">
            <a:avLst/>
          </a:prstGeom>
        </p:spPr>
      </p:pic>
      <p:pic>
        <p:nvPicPr>
          <p:cNvPr id="19" name="Picture 18" descr="A math equation with black text&#10;&#10;AI-generated content may be incorrect.">
            <a:extLst>
              <a:ext uri="{FF2B5EF4-FFF2-40B4-BE49-F238E27FC236}">
                <a16:creationId xmlns:a16="http://schemas.microsoft.com/office/drawing/2014/main" id="{E0FDAFA0-1FA9-6E8B-9F83-56F87FD9338A}"/>
              </a:ext>
            </a:extLst>
          </p:cNvPr>
          <p:cNvPicPr>
            <a:picLocks noChangeAspect="1"/>
          </p:cNvPicPr>
          <p:nvPr/>
        </p:nvPicPr>
        <p:blipFill>
          <a:blip r:embed="rId5"/>
          <a:stretch>
            <a:fillRect/>
          </a:stretch>
        </p:blipFill>
        <p:spPr>
          <a:xfrm>
            <a:off x="2509549" y="4122154"/>
            <a:ext cx="4124901" cy="790685"/>
          </a:xfrm>
          <a:prstGeom prst="rect">
            <a:avLst/>
          </a:prstGeom>
        </p:spPr>
      </p:pic>
      <p:pic>
        <p:nvPicPr>
          <p:cNvPr id="21" name="Picture 20" descr="A math equation with black text&#10;&#10;AI-generated content may be incorrect.">
            <a:extLst>
              <a:ext uri="{FF2B5EF4-FFF2-40B4-BE49-F238E27FC236}">
                <a16:creationId xmlns:a16="http://schemas.microsoft.com/office/drawing/2014/main" id="{C4A12462-95FF-0C6D-7F8F-532571DF70DA}"/>
              </a:ext>
            </a:extLst>
          </p:cNvPr>
          <p:cNvPicPr>
            <a:picLocks noChangeAspect="1"/>
          </p:cNvPicPr>
          <p:nvPr/>
        </p:nvPicPr>
        <p:blipFill>
          <a:blip r:embed="rId6"/>
          <a:stretch>
            <a:fillRect/>
          </a:stretch>
        </p:blipFill>
        <p:spPr>
          <a:xfrm>
            <a:off x="3272044" y="4728531"/>
            <a:ext cx="2867425" cy="752580"/>
          </a:xfrm>
          <a:prstGeom prst="rect">
            <a:avLst/>
          </a:prstGeom>
        </p:spPr>
      </p:pic>
      <p:pic>
        <p:nvPicPr>
          <p:cNvPr id="3" name="Picture 2" descr="A math equations with black text&#10;&#10;AI-generated content may be incorrect.">
            <a:extLst>
              <a:ext uri="{FF2B5EF4-FFF2-40B4-BE49-F238E27FC236}">
                <a16:creationId xmlns:a16="http://schemas.microsoft.com/office/drawing/2014/main" id="{187EE9AA-B35E-C0DC-346A-04030E2B56E6}"/>
              </a:ext>
            </a:extLst>
          </p:cNvPr>
          <p:cNvPicPr>
            <a:picLocks noChangeAspect="1"/>
          </p:cNvPicPr>
          <p:nvPr/>
        </p:nvPicPr>
        <p:blipFill>
          <a:blip r:embed="rId7"/>
          <a:stretch>
            <a:fillRect/>
          </a:stretch>
        </p:blipFill>
        <p:spPr>
          <a:xfrm>
            <a:off x="3194054" y="5351341"/>
            <a:ext cx="3191320" cy="857370"/>
          </a:xfrm>
          <a:prstGeom prst="rect">
            <a:avLst/>
          </a:prstGeom>
        </p:spPr>
      </p:pic>
    </p:spTree>
    <p:extLst>
      <p:ext uri="{BB962C8B-B14F-4D97-AF65-F5344CB8AC3E}">
        <p14:creationId xmlns:p14="http://schemas.microsoft.com/office/powerpoint/2010/main" val="482640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445970" y="201727"/>
            <a:ext cx="8266230" cy="1021237"/>
          </a:xfrm>
        </p:spPr>
        <p:txBody>
          <a:bodyPr wrap="square" lIns="0" tIns="18000" rIns="0" bIns="18000" anchor="ctr" anchorCtr="0">
            <a:spAutoFit/>
          </a:bodyPr>
          <a:lstStyle/>
          <a:p>
            <a:r>
              <a:rPr lang="en-US" noProof="0" dirty="0"/>
              <a:t>Chapter 3 – Simple resistive circuits </a:t>
            </a:r>
            <a:r>
              <a:rPr lang="en-US" sz="2800" noProof="0" dirty="0"/>
              <a:t>(9 of 20)</a:t>
            </a:r>
            <a:endParaRPr lang="en-US" noProof="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437950" y="1377064"/>
            <a:ext cx="8274250" cy="851959"/>
          </a:xfrm>
        </p:spPr>
        <p:txBody>
          <a:bodyPr wrap="square" lIns="0" tIns="18000" rIns="0" bIns="18000" anchor="ctr" anchorCtr="0">
            <a:spAutoFit/>
          </a:bodyPr>
          <a:lstStyle/>
          <a:p>
            <a:pPr marL="0" indent="0">
              <a:spcBef>
                <a:spcPts val="600"/>
              </a:spcBef>
              <a:buNone/>
            </a:pPr>
            <a:r>
              <a:rPr lang="en-US" altLang="en-US" sz="2400" noProof="0" dirty="0"/>
              <a:t>Resistors in parallel:</a:t>
            </a:r>
          </a:p>
          <a:p>
            <a:pPr marL="342900" indent="-342900">
              <a:spcBef>
                <a:spcPts val="600"/>
              </a:spcBef>
            </a:pPr>
            <a:r>
              <a:rPr lang="en-US" altLang="en-US" sz="2400" noProof="0" dirty="0"/>
              <a:t>Find the equivalent resistance</a:t>
            </a:r>
            <a:endParaRPr lang="en-US" sz="2400" noProof="0" dirty="0"/>
          </a:p>
        </p:txBody>
      </p:sp>
      <p:pic>
        <p:nvPicPr>
          <p:cNvPr id="4" name="Picture 3" descr="A circuit diagram shows a current source i subscript s which is connected with four resistors R subscript 1, R subscript 2, R subscript 3, and R subscript 4 in parallel where voltage across the voltage source and the four resistors are labeled as v subscript s, v subscript 1, v subscript 2, v subscript 3, v subscript 4. Node across R subscript 1 is labeled as a and h, Node across R subscript 2 is labeled as b and g, Node across R subscript 3 is labeled as c and f, Node across R subscript 4 is labeled as d and e.">
            <a:extLst>
              <a:ext uri="{FF2B5EF4-FFF2-40B4-BE49-F238E27FC236}">
                <a16:creationId xmlns:a16="http://schemas.microsoft.com/office/drawing/2014/main" id="{7C0BA1A6-52EA-4767-A16E-F6B4B33E2C47}"/>
              </a:ext>
            </a:extLst>
          </p:cNvPr>
          <p:cNvPicPr>
            <a:picLocks noChangeAspect="1"/>
          </p:cNvPicPr>
          <p:nvPr/>
        </p:nvPicPr>
        <p:blipFill>
          <a:blip r:embed="rId3"/>
          <a:stretch>
            <a:fillRect/>
          </a:stretch>
        </p:blipFill>
        <p:spPr>
          <a:xfrm>
            <a:off x="1480708" y="2311932"/>
            <a:ext cx="3820714" cy="1563827"/>
          </a:xfrm>
          <a:prstGeom prst="rect">
            <a:avLst/>
          </a:prstGeom>
        </p:spPr>
      </p:pic>
      <p:pic>
        <p:nvPicPr>
          <p:cNvPr id="7" name="Picture 6" descr="A circuit diagram shows a current source i subscript s which is connected with an equivalent resistor in series. Voltage across the current source is labeled as v subscript s and node across the DC current source is a and h. Voltage across the equivalent resistor is measured.  ">
            <a:extLst>
              <a:ext uri="{FF2B5EF4-FFF2-40B4-BE49-F238E27FC236}">
                <a16:creationId xmlns:a16="http://schemas.microsoft.com/office/drawing/2014/main" id="{D58B5709-64E0-450A-A23E-AB78D9A8D29C}"/>
              </a:ext>
            </a:extLst>
          </p:cNvPr>
          <p:cNvPicPr>
            <a:picLocks noChangeAspect="1"/>
          </p:cNvPicPr>
          <p:nvPr/>
        </p:nvPicPr>
        <p:blipFill>
          <a:blip r:embed="rId4"/>
          <a:stretch>
            <a:fillRect/>
          </a:stretch>
        </p:blipFill>
        <p:spPr>
          <a:xfrm>
            <a:off x="6092942" y="2335628"/>
            <a:ext cx="1700931" cy="1414395"/>
          </a:xfrm>
          <a:prstGeom prst="rect">
            <a:avLst/>
          </a:prstGeom>
        </p:spPr>
      </p:pic>
      <p:graphicFrame>
        <p:nvGraphicFramePr>
          <p:cNvPr id="18" name="Object 17" descr="KCL: negative i subscript s Baseline plus v subscript s Baseline divided by R subscript 1 Baseline plus v subscript s Baseline divided by R subscript 2 Baseline plus ellipsis plus v subscript s Baseline divided by R subscript 4 Baseline equals 0.&#10;">
            <a:extLst>
              <a:ext uri="{FF2B5EF4-FFF2-40B4-BE49-F238E27FC236}">
                <a16:creationId xmlns:a16="http://schemas.microsoft.com/office/drawing/2014/main" id="{61B3CBBC-8472-4471-BFE4-15780B2A7EE1}"/>
              </a:ext>
            </a:extLst>
          </p:cNvPr>
          <p:cNvGraphicFramePr>
            <a:graphicFrameLocks noChangeAspect="1"/>
          </p:cNvGraphicFramePr>
          <p:nvPr>
            <p:extLst>
              <p:ext uri="{D42A27DB-BD31-4B8C-83A1-F6EECF244321}">
                <p14:modId xmlns:p14="http://schemas.microsoft.com/office/powerpoint/2010/main" val="4163189328"/>
              </p:ext>
            </p:extLst>
          </p:nvPr>
        </p:nvGraphicFramePr>
        <p:xfrm>
          <a:off x="422275" y="4028245"/>
          <a:ext cx="4665663" cy="422275"/>
        </p:xfrm>
        <a:graphic>
          <a:graphicData uri="http://schemas.openxmlformats.org/presentationml/2006/ole">
            <mc:AlternateContent xmlns:mc="http://schemas.openxmlformats.org/markup-compatibility/2006">
              <mc:Choice xmlns:v="urn:schemas-microsoft-com:vml" Requires="v">
                <p:oleObj name="Equation" r:id="rId5" imgW="2527200" imgH="228600" progId="Equation.DSMT4">
                  <p:embed/>
                </p:oleObj>
              </mc:Choice>
              <mc:Fallback>
                <p:oleObj name="Equation" r:id="rId5" imgW="2527200" imgH="228600" progId="Equation.DSMT4">
                  <p:embed/>
                  <p:pic>
                    <p:nvPicPr>
                      <p:cNvPr id="9" name="Object 8"/>
                      <p:cNvPicPr>
                        <a:picLocks noChangeAspect="1" noChangeArrowheads="1"/>
                      </p:cNvPicPr>
                      <p:nvPr/>
                    </p:nvPicPr>
                    <p:blipFill>
                      <a:blip r:embed="rId6"/>
                      <a:srcRect/>
                      <a:stretch>
                        <a:fillRect/>
                      </a:stretch>
                    </p:blipFill>
                    <p:spPr bwMode="auto">
                      <a:xfrm>
                        <a:off x="422275" y="4028245"/>
                        <a:ext cx="4665663"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19" descr="KCL: negative i subscript s Baseline plus v subscript s Baseline divided by R subscript e q Baseline equals 0.&#10;">
            <a:extLst>
              <a:ext uri="{FF2B5EF4-FFF2-40B4-BE49-F238E27FC236}">
                <a16:creationId xmlns:a16="http://schemas.microsoft.com/office/drawing/2014/main" id="{426848AF-FBDE-4729-AAE8-E15C91BEE62E}"/>
              </a:ext>
            </a:extLst>
          </p:cNvPr>
          <p:cNvGraphicFramePr>
            <a:graphicFrameLocks noChangeAspect="1"/>
          </p:cNvGraphicFramePr>
          <p:nvPr>
            <p:extLst>
              <p:ext uri="{D42A27DB-BD31-4B8C-83A1-F6EECF244321}">
                <p14:modId xmlns:p14="http://schemas.microsoft.com/office/powerpoint/2010/main" val="3629151177"/>
              </p:ext>
            </p:extLst>
          </p:nvPr>
        </p:nvGraphicFramePr>
        <p:xfrm>
          <a:off x="5765149" y="4051307"/>
          <a:ext cx="2767013" cy="444500"/>
        </p:xfrm>
        <a:graphic>
          <a:graphicData uri="http://schemas.openxmlformats.org/presentationml/2006/ole">
            <mc:AlternateContent xmlns:mc="http://schemas.openxmlformats.org/markup-compatibility/2006">
              <mc:Choice xmlns:v="urn:schemas-microsoft-com:vml" Requires="v">
                <p:oleObj name="Equation" r:id="rId7" imgW="1498320" imgH="241200" progId="Equation.DSMT4">
                  <p:embed/>
                </p:oleObj>
              </mc:Choice>
              <mc:Fallback>
                <p:oleObj name="Equation" r:id="rId7" imgW="1498320" imgH="241200" progId="Equation.DSMT4">
                  <p:embed/>
                  <p:pic>
                    <p:nvPicPr>
                      <p:cNvPr id="10" name="Object 9"/>
                      <p:cNvPicPr>
                        <a:picLocks noChangeAspect="1" noChangeArrowheads="1"/>
                      </p:cNvPicPr>
                      <p:nvPr/>
                    </p:nvPicPr>
                    <p:blipFill>
                      <a:blip r:embed="rId8"/>
                      <a:srcRect/>
                      <a:stretch>
                        <a:fillRect/>
                      </a:stretch>
                    </p:blipFill>
                    <p:spPr bwMode="auto">
                      <a:xfrm>
                        <a:off x="5765149" y="4051307"/>
                        <a:ext cx="2767013"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18" descr="Forward arrow, i subscript s Baseline equals OpenParenthesis 1 divided by R subscript 1 Baseline plus 1 divided by R subscript 2 Baseline plus ellipsis plus 1 divided by R subscript 4 Baseline CloseParenthesis v subscript s.&#10;">
            <a:extLst>
              <a:ext uri="{FF2B5EF4-FFF2-40B4-BE49-F238E27FC236}">
                <a16:creationId xmlns:a16="http://schemas.microsoft.com/office/drawing/2014/main" id="{6247D8DB-F01E-44AF-989F-98CB10DACE15}"/>
              </a:ext>
            </a:extLst>
          </p:cNvPr>
          <p:cNvGraphicFramePr>
            <a:graphicFrameLocks noChangeAspect="1"/>
          </p:cNvGraphicFramePr>
          <p:nvPr>
            <p:extLst>
              <p:ext uri="{D42A27DB-BD31-4B8C-83A1-F6EECF244321}">
                <p14:modId xmlns:p14="http://schemas.microsoft.com/office/powerpoint/2010/main" val="1410436438"/>
              </p:ext>
            </p:extLst>
          </p:nvPr>
        </p:nvGraphicFramePr>
        <p:xfrm>
          <a:off x="427619" y="4523190"/>
          <a:ext cx="4103688" cy="422275"/>
        </p:xfrm>
        <a:graphic>
          <a:graphicData uri="http://schemas.openxmlformats.org/presentationml/2006/ole">
            <mc:AlternateContent xmlns:mc="http://schemas.openxmlformats.org/markup-compatibility/2006">
              <mc:Choice xmlns:v="urn:schemas-microsoft-com:vml" Requires="v">
                <p:oleObj name="Equation" r:id="rId9" imgW="2222280" imgH="228600" progId="Equation.DSMT4">
                  <p:embed/>
                </p:oleObj>
              </mc:Choice>
              <mc:Fallback>
                <p:oleObj name="Equation" r:id="rId9" imgW="2222280" imgH="228600" progId="Equation.DSMT4">
                  <p:embed/>
                  <p:pic>
                    <p:nvPicPr>
                      <p:cNvPr id="18" name="Object 17">
                        <a:extLst>
                          <a:ext uri="{FF2B5EF4-FFF2-40B4-BE49-F238E27FC236}">
                            <a16:creationId xmlns:a16="http://schemas.microsoft.com/office/drawing/2014/main" id="{61B3CBBC-8472-4471-BFE4-15780B2A7EE1}"/>
                          </a:ext>
                        </a:extLst>
                      </p:cNvPr>
                      <p:cNvPicPr>
                        <a:picLocks noChangeAspect="1" noChangeArrowheads="1"/>
                      </p:cNvPicPr>
                      <p:nvPr/>
                    </p:nvPicPr>
                    <p:blipFill>
                      <a:blip r:embed="rId10"/>
                      <a:srcRect/>
                      <a:stretch>
                        <a:fillRect/>
                      </a:stretch>
                    </p:blipFill>
                    <p:spPr bwMode="auto">
                      <a:xfrm>
                        <a:off x="427619" y="4523190"/>
                        <a:ext cx="4103688" cy="42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 name="Object 21" descr="Forward arrow, i subscript s Baseline equals v subscript s Baseline divided by (R subscript e q Baseline).&#10;">
            <a:extLst>
              <a:ext uri="{FF2B5EF4-FFF2-40B4-BE49-F238E27FC236}">
                <a16:creationId xmlns:a16="http://schemas.microsoft.com/office/drawing/2014/main" id="{7E6188E9-0EEC-48E3-8AF7-A5D33ACF7512}"/>
              </a:ext>
            </a:extLst>
          </p:cNvPr>
          <p:cNvGraphicFramePr>
            <a:graphicFrameLocks noChangeAspect="1"/>
          </p:cNvGraphicFramePr>
          <p:nvPr>
            <p:extLst>
              <p:ext uri="{D42A27DB-BD31-4B8C-83A1-F6EECF244321}">
                <p14:modId xmlns:p14="http://schemas.microsoft.com/office/powerpoint/2010/main" val="1707616248"/>
              </p:ext>
            </p:extLst>
          </p:nvPr>
        </p:nvGraphicFramePr>
        <p:xfrm>
          <a:off x="5758958" y="4539676"/>
          <a:ext cx="2462212" cy="444500"/>
        </p:xfrm>
        <a:graphic>
          <a:graphicData uri="http://schemas.openxmlformats.org/presentationml/2006/ole">
            <mc:AlternateContent xmlns:mc="http://schemas.openxmlformats.org/markup-compatibility/2006">
              <mc:Choice xmlns:v="urn:schemas-microsoft-com:vml" Requires="v">
                <p:oleObj name="Equation" r:id="rId11" imgW="1333440" imgH="241200" progId="Equation.DSMT4">
                  <p:embed/>
                </p:oleObj>
              </mc:Choice>
              <mc:Fallback>
                <p:oleObj name="Equation" r:id="rId11" imgW="1333440" imgH="241200" progId="Equation.DSMT4">
                  <p:embed/>
                  <p:pic>
                    <p:nvPicPr>
                      <p:cNvPr id="20" name="Object 19">
                        <a:extLst>
                          <a:ext uri="{FF2B5EF4-FFF2-40B4-BE49-F238E27FC236}">
                            <a16:creationId xmlns:a16="http://schemas.microsoft.com/office/drawing/2014/main" id="{426848AF-FBDE-4729-AAE8-E15C91BEE62E}"/>
                          </a:ext>
                        </a:extLst>
                      </p:cNvPr>
                      <p:cNvPicPr>
                        <a:picLocks noChangeAspect="1" noChangeArrowheads="1"/>
                      </p:cNvPicPr>
                      <p:nvPr/>
                    </p:nvPicPr>
                    <p:blipFill>
                      <a:blip r:embed="rId12"/>
                      <a:srcRect/>
                      <a:stretch>
                        <a:fillRect/>
                      </a:stretch>
                    </p:blipFill>
                    <p:spPr bwMode="auto">
                      <a:xfrm>
                        <a:off x="5758958" y="4539676"/>
                        <a:ext cx="2462212"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Content Placeholder 14">
            <a:extLst>
              <a:ext uri="{FF2B5EF4-FFF2-40B4-BE49-F238E27FC236}">
                <a16:creationId xmlns:a16="http://schemas.microsoft.com/office/drawing/2014/main" id="{65E0E6A7-C919-4DA9-8611-82943A9E80E1}"/>
              </a:ext>
            </a:extLst>
          </p:cNvPr>
          <p:cNvSpPr>
            <a:spLocks noGrp="1"/>
          </p:cNvSpPr>
          <p:nvPr>
            <p:ph sz="quarter" idx="15"/>
          </p:nvPr>
        </p:nvSpPr>
        <p:spPr>
          <a:xfrm>
            <a:off x="461661" y="5092320"/>
            <a:ext cx="2766731" cy="405683"/>
          </a:xfrm>
        </p:spPr>
        <p:txBody>
          <a:bodyPr wrap="square" lIns="0" tIns="18000" rIns="0" bIns="18000" anchor="ctr" anchorCtr="0">
            <a:spAutoFit/>
          </a:bodyPr>
          <a:lstStyle/>
          <a:p>
            <a:pPr marL="0" indent="0">
              <a:spcBef>
                <a:spcPts val="0"/>
              </a:spcBef>
              <a:buNone/>
            </a:pPr>
            <a:r>
              <a:rPr lang="en-US" sz="2400" noProof="0" dirty="0"/>
              <a:t>Resistors in parallel:</a:t>
            </a:r>
          </a:p>
        </p:txBody>
      </p:sp>
      <p:graphicFrame>
        <p:nvGraphicFramePr>
          <p:cNvPr id="23" name="Object 22" descr="1 divided by R subscript e q Baseline equals (1 divided by R subscript 1 Baseline plus 1 divided by R subscript 2 Baseline plus ellipsis plus 1 divided by R subscript 4 Baseline CloseParenthesis.&#10;">
            <a:extLst>
              <a:ext uri="{FF2B5EF4-FFF2-40B4-BE49-F238E27FC236}">
                <a16:creationId xmlns:a16="http://schemas.microsoft.com/office/drawing/2014/main" id="{CE46A6E8-B8F5-4263-9A32-D5C622F10372}"/>
              </a:ext>
            </a:extLst>
          </p:cNvPr>
          <p:cNvGraphicFramePr>
            <a:graphicFrameLocks noChangeAspect="1"/>
          </p:cNvGraphicFramePr>
          <p:nvPr>
            <p:extLst>
              <p:ext uri="{D42A27DB-BD31-4B8C-83A1-F6EECF244321}">
                <p14:modId xmlns:p14="http://schemas.microsoft.com/office/powerpoint/2010/main" val="2988921392"/>
              </p:ext>
            </p:extLst>
          </p:nvPr>
        </p:nvGraphicFramePr>
        <p:xfrm>
          <a:off x="3317293" y="5088132"/>
          <a:ext cx="3414713" cy="441325"/>
        </p:xfrm>
        <a:graphic>
          <a:graphicData uri="http://schemas.openxmlformats.org/presentationml/2006/ole">
            <mc:AlternateContent xmlns:mc="http://schemas.openxmlformats.org/markup-compatibility/2006">
              <mc:Choice xmlns:v="urn:schemas-microsoft-com:vml" Requires="v">
                <p:oleObj name="Equation" r:id="rId13" imgW="1866600" imgH="241200" progId="Equation.DSMT4">
                  <p:embed/>
                </p:oleObj>
              </mc:Choice>
              <mc:Fallback>
                <p:oleObj name="Equation" r:id="rId13" imgW="1866600" imgH="241200" progId="Equation.DSMT4">
                  <p:embed/>
                  <p:pic>
                    <p:nvPicPr>
                      <p:cNvPr id="11" name="Object 10"/>
                      <p:cNvPicPr>
                        <a:picLocks noChangeAspect="1" noChangeArrowheads="1"/>
                      </p:cNvPicPr>
                      <p:nvPr/>
                    </p:nvPicPr>
                    <p:blipFill>
                      <a:blip r:embed="rId14"/>
                      <a:srcRect/>
                      <a:stretch>
                        <a:fillRect/>
                      </a:stretch>
                    </p:blipFill>
                    <p:spPr bwMode="auto">
                      <a:xfrm>
                        <a:off x="3317293" y="5088132"/>
                        <a:ext cx="3414713" cy="441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Content Placeholder 15">
            <a:extLst>
              <a:ext uri="{FF2B5EF4-FFF2-40B4-BE49-F238E27FC236}">
                <a16:creationId xmlns:a16="http://schemas.microsoft.com/office/drawing/2014/main" id="{C75DA342-44C2-4B38-82B7-C5CCB12FF17B}"/>
              </a:ext>
            </a:extLst>
          </p:cNvPr>
          <p:cNvSpPr>
            <a:spLocks noGrp="1"/>
          </p:cNvSpPr>
          <p:nvPr>
            <p:ph sz="quarter" idx="16"/>
          </p:nvPr>
        </p:nvSpPr>
        <p:spPr>
          <a:xfrm>
            <a:off x="458569" y="5561353"/>
            <a:ext cx="8059374" cy="775015"/>
          </a:xfrm>
        </p:spPr>
        <p:txBody>
          <a:bodyPr wrap="square" lIns="0" tIns="18000" rIns="0" bIns="18000" anchor="ctr" anchorCtr="0">
            <a:spAutoFit/>
          </a:bodyPr>
          <a:lstStyle/>
          <a:p>
            <a:pPr marL="0" indent="0">
              <a:spcBef>
                <a:spcPts val="0"/>
              </a:spcBef>
              <a:buNone/>
            </a:pPr>
            <a:r>
              <a:rPr lang="en-US" sz="2400" noProof="0" dirty="0"/>
              <a:t>Equivalent resistance is always smaller than the smallest resistance in the group.</a:t>
            </a:r>
          </a:p>
        </p:txBody>
      </p:sp>
    </p:spTree>
    <p:extLst>
      <p:ext uri="{BB962C8B-B14F-4D97-AF65-F5344CB8AC3E}">
        <p14:creationId xmlns:p14="http://schemas.microsoft.com/office/powerpoint/2010/main" val="9177215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5CE27-8246-70D3-9C99-EF32DE7464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B4241-9B23-CBD0-7194-B679D6611721}"/>
              </a:ext>
            </a:extLst>
          </p:cNvPr>
          <p:cNvSpPr>
            <a:spLocks noGrp="1"/>
          </p:cNvSpPr>
          <p:nvPr>
            <p:ph type="title"/>
          </p:nvPr>
        </p:nvSpPr>
        <p:spPr>
          <a:xfrm>
            <a:off x="445970" y="417171"/>
            <a:ext cx="8266230" cy="590349"/>
          </a:xfrm>
        </p:spPr>
        <p:txBody>
          <a:bodyPr wrap="square" lIns="0" tIns="18000" rIns="0" bIns="18000" anchor="ctr" anchorCtr="0">
            <a:spAutoFit/>
          </a:bodyPr>
          <a:lstStyle/>
          <a:p>
            <a:r>
              <a:rPr lang="en-US" noProof="0" dirty="0"/>
              <a:t>Chapter 3 – Simple resistive circuits</a:t>
            </a:r>
          </a:p>
        </p:txBody>
      </p:sp>
      <p:pic>
        <p:nvPicPr>
          <p:cNvPr id="13" name="Picture 12">
            <a:extLst>
              <a:ext uri="{FF2B5EF4-FFF2-40B4-BE49-F238E27FC236}">
                <a16:creationId xmlns:a16="http://schemas.microsoft.com/office/drawing/2014/main" id="{699D41F3-637C-946B-55B6-64D43487FD5B}"/>
              </a:ext>
            </a:extLst>
          </p:cNvPr>
          <p:cNvPicPr>
            <a:picLocks noChangeAspect="1"/>
          </p:cNvPicPr>
          <p:nvPr/>
        </p:nvPicPr>
        <p:blipFill>
          <a:blip r:embed="rId3"/>
          <a:stretch>
            <a:fillRect/>
          </a:stretch>
        </p:blipFill>
        <p:spPr>
          <a:xfrm>
            <a:off x="2995392" y="1274441"/>
            <a:ext cx="3153215" cy="2010056"/>
          </a:xfrm>
          <a:prstGeom prst="rect">
            <a:avLst/>
          </a:prstGeom>
        </p:spPr>
      </p:pic>
      <p:pic>
        <p:nvPicPr>
          <p:cNvPr id="17" name="Picture 16" descr="A mathematical equation with black text&#10;&#10;AI-generated content may be incorrect.">
            <a:extLst>
              <a:ext uri="{FF2B5EF4-FFF2-40B4-BE49-F238E27FC236}">
                <a16:creationId xmlns:a16="http://schemas.microsoft.com/office/drawing/2014/main" id="{C70A4633-73E5-E7B2-D6E9-F5BFE4120313}"/>
              </a:ext>
            </a:extLst>
          </p:cNvPr>
          <p:cNvPicPr>
            <a:picLocks noChangeAspect="1"/>
          </p:cNvPicPr>
          <p:nvPr/>
        </p:nvPicPr>
        <p:blipFill>
          <a:blip r:embed="rId4"/>
          <a:stretch>
            <a:fillRect/>
          </a:stretch>
        </p:blipFill>
        <p:spPr>
          <a:xfrm>
            <a:off x="3151514" y="3712353"/>
            <a:ext cx="2457793" cy="1209844"/>
          </a:xfrm>
          <a:prstGeom prst="rect">
            <a:avLst/>
          </a:prstGeom>
        </p:spPr>
      </p:pic>
    </p:spTree>
    <p:extLst>
      <p:ext uri="{BB962C8B-B14F-4D97-AF65-F5344CB8AC3E}">
        <p14:creationId xmlns:p14="http://schemas.microsoft.com/office/powerpoint/2010/main" val="34370024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0AEBE-A56E-4785-B465-3211860E53B7}"/>
              </a:ext>
            </a:extLst>
          </p:cNvPr>
          <p:cNvSpPr>
            <a:spLocks noGrp="1"/>
          </p:cNvSpPr>
          <p:nvPr>
            <p:ph type="title"/>
          </p:nvPr>
        </p:nvSpPr>
        <p:spPr>
          <a:xfrm>
            <a:off x="445970" y="203127"/>
            <a:ext cx="8266230" cy="1021237"/>
          </a:xfrm>
        </p:spPr>
        <p:txBody>
          <a:bodyPr wrap="square" lIns="0" tIns="18000" rIns="0" bIns="18000" anchor="ctr" anchorCtr="0">
            <a:spAutoFit/>
          </a:bodyPr>
          <a:lstStyle/>
          <a:p>
            <a:r>
              <a:rPr lang="en-US" noProof="0" dirty="0"/>
              <a:t>Chapter 3 – Simple resistive circuits </a:t>
            </a:r>
            <a:r>
              <a:rPr lang="en-US" sz="2800" noProof="0" dirty="0"/>
              <a:t>(10 of 20)</a:t>
            </a:r>
            <a:endParaRPr lang="en-US" noProof="0" dirty="0"/>
          </a:p>
        </p:txBody>
      </p:sp>
      <p:sp>
        <p:nvSpPr>
          <p:cNvPr id="3" name="Content Placeholder 2">
            <a:extLst>
              <a:ext uri="{FF2B5EF4-FFF2-40B4-BE49-F238E27FC236}">
                <a16:creationId xmlns:a16="http://schemas.microsoft.com/office/drawing/2014/main" id="{B75821BA-3876-46D4-846A-D958805EF6A9}"/>
              </a:ext>
            </a:extLst>
          </p:cNvPr>
          <p:cNvSpPr>
            <a:spLocks noGrp="1"/>
          </p:cNvSpPr>
          <p:nvPr>
            <p:ph sz="quarter" idx="13"/>
          </p:nvPr>
        </p:nvSpPr>
        <p:spPr>
          <a:xfrm>
            <a:off x="445970" y="1476000"/>
            <a:ext cx="8250604" cy="775015"/>
          </a:xfrm>
        </p:spPr>
        <p:txBody>
          <a:bodyPr wrap="square" lIns="0" tIns="18000" rIns="0" bIns="18000" anchor="ctr" anchorCtr="0">
            <a:spAutoFit/>
          </a:bodyPr>
          <a:lstStyle/>
          <a:p>
            <a:pPr marL="0" indent="0">
              <a:buNone/>
            </a:pPr>
            <a:r>
              <a:rPr lang="en-US" altLang="en-US" sz="2400" noProof="0" dirty="0"/>
              <a:t>Which of the resistors in the circuit below are connected in parallel?</a:t>
            </a:r>
          </a:p>
        </p:txBody>
      </p:sp>
      <p:pic>
        <p:nvPicPr>
          <p:cNvPr id="5" name="Picture 4" descr="A circuit diagram shows three resistors of 20 ohms, 40 ohms and 10 ohms connected to a galvanometer of 12 amperes in a parallel connection. A resistor of 12 ohms is connected from the node point of the galvanometer in series and two resistors of 20 ohms and 180 ohms are in parallel with each other, while resistor of 12 ohms is in series with the parallel combination of resistor of 20 ohms and 180 ohms. All components are connected between the same set of electrically common points.">
            <a:extLst>
              <a:ext uri="{FF2B5EF4-FFF2-40B4-BE49-F238E27FC236}">
                <a16:creationId xmlns:a16="http://schemas.microsoft.com/office/drawing/2014/main" id="{7482884E-0010-4E62-984D-5CD812B1FCE7}"/>
              </a:ext>
            </a:extLst>
          </p:cNvPr>
          <p:cNvPicPr>
            <a:picLocks noChangeAspect="1"/>
          </p:cNvPicPr>
          <p:nvPr/>
        </p:nvPicPr>
        <p:blipFill>
          <a:blip r:embed="rId3"/>
          <a:stretch>
            <a:fillRect/>
          </a:stretch>
        </p:blipFill>
        <p:spPr>
          <a:xfrm>
            <a:off x="2303647" y="2364160"/>
            <a:ext cx="4581620" cy="1698509"/>
          </a:xfrm>
          <a:prstGeom prst="rect">
            <a:avLst/>
          </a:prstGeom>
        </p:spPr>
      </p:pic>
      <p:sp>
        <p:nvSpPr>
          <p:cNvPr id="12" name="Content Placeholder 11">
            <a:extLst>
              <a:ext uri="{FF2B5EF4-FFF2-40B4-BE49-F238E27FC236}">
                <a16:creationId xmlns:a16="http://schemas.microsoft.com/office/drawing/2014/main" id="{E7E97EAF-586F-4C46-961D-03A6792821DA}"/>
              </a:ext>
            </a:extLst>
          </p:cNvPr>
          <p:cNvSpPr>
            <a:spLocks noGrp="1"/>
          </p:cNvSpPr>
          <p:nvPr>
            <p:ph sz="quarter" idx="19"/>
          </p:nvPr>
        </p:nvSpPr>
        <p:spPr>
          <a:xfrm>
            <a:off x="984769" y="4164848"/>
            <a:ext cx="446721" cy="405683"/>
          </a:xfrm>
        </p:spPr>
        <p:txBody>
          <a:bodyPr wrap="square" lIns="0" tIns="18000" rIns="0" bIns="18000" anchor="ctr" anchorCtr="0">
            <a:spAutoFit/>
          </a:bodyPr>
          <a:lstStyle/>
          <a:p>
            <a:pPr marL="444500" indent="-342900">
              <a:buFont typeface="+mj-lt"/>
              <a:buAutoNum type="alphaUcPeriod"/>
            </a:pPr>
            <a:r>
              <a:rPr lang="en-US" sz="2400" noProof="0" dirty="0"/>
              <a:t> </a:t>
            </a:r>
          </a:p>
        </p:txBody>
      </p:sp>
      <p:graphicFrame>
        <p:nvGraphicFramePr>
          <p:cNvPr id="27" name="Object 26" descr="10 Ohms.&#10;">
            <a:extLst>
              <a:ext uri="{FF2B5EF4-FFF2-40B4-BE49-F238E27FC236}">
                <a16:creationId xmlns:a16="http://schemas.microsoft.com/office/drawing/2014/main" id="{6174E4E6-F961-4519-A2D4-DEF162846177}"/>
              </a:ext>
            </a:extLst>
          </p:cNvPr>
          <p:cNvGraphicFramePr>
            <a:graphicFrameLocks noChangeAspect="1"/>
          </p:cNvGraphicFramePr>
          <p:nvPr>
            <p:extLst>
              <p:ext uri="{D42A27DB-BD31-4B8C-83A1-F6EECF244321}">
                <p14:modId xmlns:p14="http://schemas.microsoft.com/office/powerpoint/2010/main" val="533256382"/>
              </p:ext>
            </p:extLst>
          </p:nvPr>
        </p:nvGraphicFramePr>
        <p:xfrm>
          <a:off x="1512770" y="4251725"/>
          <a:ext cx="631825" cy="376238"/>
        </p:xfrm>
        <a:graphic>
          <a:graphicData uri="http://schemas.openxmlformats.org/presentationml/2006/ole">
            <mc:AlternateContent xmlns:mc="http://schemas.openxmlformats.org/markup-compatibility/2006">
              <mc:Choice xmlns:v="urn:schemas-microsoft-com:vml" Requires="v">
                <p:oleObj name="Equation" r:id="rId4" imgW="342720" imgH="203040" progId="Equation.DSMT4">
                  <p:embed/>
                </p:oleObj>
              </mc:Choice>
              <mc:Fallback>
                <p:oleObj name="Equation" r:id="rId4" imgW="342720" imgH="203040" progId="Equation.DSMT4">
                  <p:embed/>
                  <p:pic>
                    <p:nvPicPr>
                      <p:cNvPr id="19" name="Object 18">
                        <a:extLst>
                          <a:ext uri="{FF2B5EF4-FFF2-40B4-BE49-F238E27FC236}">
                            <a16:creationId xmlns:a16="http://schemas.microsoft.com/office/drawing/2014/main" id="{6247D8DB-F01E-44AF-989F-98CB10DACE15}"/>
                          </a:ext>
                        </a:extLst>
                      </p:cNvPr>
                      <p:cNvPicPr>
                        <a:picLocks noChangeAspect="1" noChangeArrowheads="1"/>
                      </p:cNvPicPr>
                      <p:nvPr/>
                    </p:nvPicPr>
                    <p:blipFill>
                      <a:blip r:embed="rId5"/>
                      <a:srcRect/>
                      <a:stretch>
                        <a:fillRect/>
                      </a:stretch>
                    </p:blipFill>
                    <p:spPr bwMode="auto">
                      <a:xfrm>
                        <a:off x="1512770" y="4251725"/>
                        <a:ext cx="631825"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Content Placeholder 12">
            <a:extLst>
              <a:ext uri="{FF2B5EF4-FFF2-40B4-BE49-F238E27FC236}">
                <a16:creationId xmlns:a16="http://schemas.microsoft.com/office/drawing/2014/main" id="{78DCED98-9D72-49C5-B089-8F5ED600B691}"/>
              </a:ext>
            </a:extLst>
          </p:cNvPr>
          <p:cNvSpPr>
            <a:spLocks noGrp="1"/>
          </p:cNvSpPr>
          <p:nvPr>
            <p:ph sz="quarter" idx="20"/>
          </p:nvPr>
        </p:nvSpPr>
        <p:spPr>
          <a:xfrm>
            <a:off x="2244609" y="4208110"/>
            <a:ext cx="528320" cy="405683"/>
          </a:xfrm>
        </p:spPr>
        <p:txBody>
          <a:bodyPr wrap="square" lIns="0" tIns="18000" rIns="0" bIns="18000" anchor="ctr" anchorCtr="0">
            <a:spAutoFit/>
          </a:bodyPr>
          <a:lstStyle/>
          <a:p>
            <a:pPr marL="0" indent="0">
              <a:spcBef>
                <a:spcPts val="0"/>
              </a:spcBef>
              <a:buNone/>
            </a:pPr>
            <a:r>
              <a:rPr lang="en-US" sz="2400" noProof="0" dirty="0"/>
              <a:t>and</a:t>
            </a:r>
          </a:p>
        </p:txBody>
      </p:sp>
      <p:graphicFrame>
        <p:nvGraphicFramePr>
          <p:cNvPr id="28" name="Object 27" descr="12 Ohms.&#10;">
            <a:extLst>
              <a:ext uri="{FF2B5EF4-FFF2-40B4-BE49-F238E27FC236}">
                <a16:creationId xmlns:a16="http://schemas.microsoft.com/office/drawing/2014/main" id="{D3762305-A28C-41B3-8D11-9CA933D50697}"/>
              </a:ext>
            </a:extLst>
          </p:cNvPr>
          <p:cNvGraphicFramePr>
            <a:graphicFrameLocks noChangeAspect="1"/>
          </p:cNvGraphicFramePr>
          <p:nvPr>
            <p:extLst>
              <p:ext uri="{D42A27DB-BD31-4B8C-83A1-F6EECF244321}">
                <p14:modId xmlns:p14="http://schemas.microsoft.com/office/powerpoint/2010/main" val="2414141336"/>
              </p:ext>
            </p:extLst>
          </p:nvPr>
        </p:nvGraphicFramePr>
        <p:xfrm>
          <a:off x="2833570" y="4251725"/>
          <a:ext cx="631825" cy="376238"/>
        </p:xfrm>
        <a:graphic>
          <a:graphicData uri="http://schemas.openxmlformats.org/presentationml/2006/ole">
            <mc:AlternateContent xmlns:mc="http://schemas.openxmlformats.org/markup-compatibility/2006">
              <mc:Choice xmlns:v="urn:schemas-microsoft-com:vml" Requires="v">
                <p:oleObj name="Equation" r:id="rId6" imgW="342720" imgH="203040" progId="Equation.DSMT4">
                  <p:embed/>
                </p:oleObj>
              </mc:Choice>
              <mc:Fallback>
                <p:oleObj name="Equation" r:id="rId6" imgW="342720" imgH="203040" progId="Equation.DSMT4">
                  <p:embed/>
                  <p:pic>
                    <p:nvPicPr>
                      <p:cNvPr id="27" name="Object 26">
                        <a:extLst>
                          <a:ext uri="{FF2B5EF4-FFF2-40B4-BE49-F238E27FC236}">
                            <a16:creationId xmlns:a16="http://schemas.microsoft.com/office/drawing/2014/main" id="{6174E4E6-F961-4519-A2D4-DEF162846177}"/>
                          </a:ext>
                        </a:extLst>
                      </p:cNvPr>
                      <p:cNvPicPr>
                        <a:picLocks noChangeAspect="1" noChangeArrowheads="1"/>
                      </p:cNvPicPr>
                      <p:nvPr/>
                    </p:nvPicPr>
                    <p:blipFill>
                      <a:blip r:embed="rId7"/>
                      <a:srcRect/>
                      <a:stretch>
                        <a:fillRect/>
                      </a:stretch>
                    </p:blipFill>
                    <p:spPr bwMode="auto">
                      <a:xfrm>
                        <a:off x="2833570" y="4251725"/>
                        <a:ext cx="631825"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Content Placeholder 13">
            <a:extLst>
              <a:ext uri="{FF2B5EF4-FFF2-40B4-BE49-F238E27FC236}">
                <a16:creationId xmlns:a16="http://schemas.microsoft.com/office/drawing/2014/main" id="{506A9D65-326C-4D2E-9D20-7CCBC85EB4D3}"/>
              </a:ext>
            </a:extLst>
          </p:cNvPr>
          <p:cNvSpPr>
            <a:spLocks noGrp="1"/>
          </p:cNvSpPr>
          <p:nvPr>
            <p:ph sz="quarter" idx="21"/>
          </p:nvPr>
        </p:nvSpPr>
        <p:spPr>
          <a:xfrm>
            <a:off x="964129" y="4783814"/>
            <a:ext cx="447041" cy="405683"/>
          </a:xfrm>
        </p:spPr>
        <p:txBody>
          <a:bodyPr wrap="square" lIns="0" tIns="18000" rIns="0" bIns="18000" anchor="ctr" anchorCtr="0">
            <a:spAutoFit/>
          </a:bodyPr>
          <a:lstStyle/>
          <a:p>
            <a:pPr marL="558800" indent="-457200">
              <a:spcBef>
                <a:spcPts val="600"/>
              </a:spcBef>
              <a:buFont typeface="+mj-lt"/>
              <a:buAutoNum type="alphaUcPeriod" startAt="2"/>
            </a:pPr>
            <a:r>
              <a:rPr lang="en-US" sz="2400" noProof="0" dirty="0"/>
              <a:t> </a:t>
            </a:r>
          </a:p>
        </p:txBody>
      </p:sp>
      <p:graphicFrame>
        <p:nvGraphicFramePr>
          <p:cNvPr id="29" name="Object 28" descr="20 Ohms.&#10;">
            <a:extLst>
              <a:ext uri="{FF2B5EF4-FFF2-40B4-BE49-F238E27FC236}">
                <a16:creationId xmlns:a16="http://schemas.microsoft.com/office/drawing/2014/main" id="{636F565E-0824-41C1-80B5-5658B80D81C7}"/>
              </a:ext>
            </a:extLst>
          </p:cNvPr>
          <p:cNvGraphicFramePr>
            <a:graphicFrameLocks noChangeAspect="1"/>
          </p:cNvGraphicFramePr>
          <p:nvPr>
            <p:extLst>
              <p:ext uri="{D42A27DB-BD31-4B8C-83A1-F6EECF244321}">
                <p14:modId xmlns:p14="http://schemas.microsoft.com/office/powerpoint/2010/main" val="448015722"/>
              </p:ext>
            </p:extLst>
          </p:nvPr>
        </p:nvGraphicFramePr>
        <p:xfrm>
          <a:off x="1501975" y="4840788"/>
          <a:ext cx="655638" cy="376237"/>
        </p:xfrm>
        <a:graphic>
          <a:graphicData uri="http://schemas.openxmlformats.org/presentationml/2006/ole">
            <mc:AlternateContent xmlns:mc="http://schemas.openxmlformats.org/markup-compatibility/2006">
              <mc:Choice xmlns:v="urn:schemas-microsoft-com:vml" Requires="v">
                <p:oleObj name="Equation" r:id="rId8" imgW="355320" imgH="203040" progId="Equation.DSMT4">
                  <p:embed/>
                </p:oleObj>
              </mc:Choice>
              <mc:Fallback>
                <p:oleObj name="Equation" r:id="rId8" imgW="355320" imgH="203040" progId="Equation.DSMT4">
                  <p:embed/>
                  <p:pic>
                    <p:nvPicPr>
                      <p:cNvPr id="27" name="Object 26">
                        <a:extLst>
                          <a:ext uri="{FF2B5EF4-FFF2-40B4-BE49-F238E27FC236}">
                            <a16:creationId xmlns:a16="http://schemas.microsoft.com/office/drawing/2014/main" id="{6174E4E6-F961-4519-A2D4-DEF162846177}"/>
                          </a:ext>
                        </a:extLst>
                      </p:cNvPr>
                      <p:cNvPicPr>
                        <a:picLocks noChangeAspect="1" noChangeArrowheads="1"/>
                      </p:cNvPicPr>
                      <p:nvPr/>
                    </p:nvPicPr>
                    <p:blipFill>
                      <a:blip r:embed="rId9"/>
                      <a:srcRect/>
                      <a:stretch>
                        <a:fillRect/>
                      </a:stretch>
                    </p:blipFill>
                    <p:spPr bwMode="auto">
                      <a:xfrm>
                        <a:off x="1501975" y="4840788"/>
                        <a:ext cx="655638"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Content Placeholder 14">
            <a:extLst>
              <a:ext uri="{FF2B5EF4-FFF2-40B4-BE49-F238E27FC236}">
                <a16:creationId xmlns:a16="http://schemas.microsoft.com/office/drawing/2014/main" id="{392894DD-A3AC-40DD-A1DA-762F687AFC7E}"/>
              </a:ext>
            </a:extLst>
          </p:cNvPr>
          <p:cNvSpPr>
            <a:spLocks noGrp="1"/>
          </p:cNvSpPr>
          <p:nvPr>
            <p:ph sz="quarter" idx="22"/>
          </p:nvPr>
        </p:nvSpPr>
        <p:spPr>
          <a:xfrm>
            <a:off x="2234131" y="4791299"/>
            <a:ext cx="589598" cy="405683"/>
          </a:xfrm>
        </p:spPr>
        <p:txBody>
          <a:bodyPr wrap="square" lIns="0" tIns="18000" rIns="0" bIns="18000" anchor="ctr" anchorCtr="0">
            <a:spAutoFit/>
          </a:bodyPr>
          <a:lstStyle/>
          <a:p>
            <a:pPr marL="0" indent="0">
              <a:spcBef>
                <a:spcPts val="600"/>
              </a:spcBef>
              <a:buNone/>
            </a:pPr>
            <a:r>
              <a:rPr lang="en-US" sz="2400" noProof="0" dirty="0"/>
              <a:t>and</a:t>
            </a:r>
          </a:p>
        </p:txBody>
      </p:sp>
      <p:graphicFrame>
        <p:nvGraphicFramePr>
          <p:cNvPr id="30" name="Object 29" descr="180 Ohms.&#10;">
            <a:extLst>
              <a:ext uri="{FF2B5EF4-FFF2-40B4-BE49-F238E27FC236}">
                <a16:creationId xmlns:a16="http://schemas.microsoft.com/office/drawing/2014/main" id="{9BD9430D-2015-42CA-B8F3-530D39E0020B}"/>
              </a:ext>
            </a:extLst>
          </p:cNvPr>
          <p:cNvGraphicFramePr>
            <a:graphicFrameLocks noChangeAspect="1"/>
          </p:cNvGraphicFramePr>
          <p:nvPr>
            <p:extLst>
              <p:ext uri="{D42A27DB-BD31-4B8C-83A1-F6EECF244321}">
                <p14:modId xmlns:p14="http://schemas.microsoft.com/office/powerpoint/2010/main" val="3876204431"/>
              </p:ext>
            </p:extLst>
          </p:nvPr>
        </p:nvGraphicFramePr>
        <p:xfrm>
          <a:off x="2829125" y="4858250"/>
          <a:ext cx="795338" cy="376238"/>
        </p:xfrm>
        <a:graphic>
          <a:graphicData uri="http://schemas.openxmlformats.org/presentationml/2006/ole">
            <mc:AlternateContent xmlns:mc="http://schemas.openxmlformats.org/markup-compatibility/2006">
              <mc:Choice xmlns:v="urn:schemas-microsoft-com:vml" Requires="v">
                <p:oleObj name="Equation" r:id="rId10" imgW="431640" imgH="203040" progId="Equation.DSMT4">
                  <p:embed/>
                </p:oleObj>
              </mc:Choice>
              <mc:Fallback>
                <p:oleObj name="Equation" r:id="rId10" imgW="431640" imgH="203040" progId="Equation.DSMT4">
                  <p:embed/>
                  <p:pic>
                    <p:nvPicPr>
                      <p:cNvPr id="28" name="Object 27">
                        <a:extLst>
                          <a:ext uri="{FF2B5EF4-FFF2-40B4-BE49-F238E27FC236}">
                            <a16:creationId xmlns:a16="http://schemas.microsoft.com/office/drawing/2014/main" id="{D3762305-A28C-41B3-8D11-9CA933D50697}"/>
                          </a:ext>
                        </a:extLst>
                      </p:cNvPr>
                      <p:cNvPicPr>
                        <a:picLocks noChangeAspect="1" noChangeArrowheads="1"/>
                      </p:cNvPicPr>
                      <p:nvPr/>
                    </p:nvPicPr>
                    <p:blipFill>
                      <a:blip r:embed="rId11"/>
                      <a:srcRect/>
                      <a:stretch>
                        <a:fillRect/>
                      </a:stretch>
                    </p:blipFill>
                    <p:spPr bwMode="auto">
                      <a:xfrm>
                        <a:off x="2829125" y="4858250"/>
                        <a:ext cx="795338"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Content Placeholder 15">
            <a:extLst>
              <a:ext uri="{FF2B5EF4-FFF2-40B4-BE49-F238E27FC236}">
                <a16:creationId xmlns:a16="http://schemas.microsoft.com/office/drawing/2014/main" id="{7A4B13BD-15BC-4607-B1CF-B63504436D35}"/>
              </a:ext>
            </a:extLst>
          </p:cNvPr>
          <p:cNvSpPr>
            <a:spLocks noGrp="1"/>
          </p:cNvSpPr>
          <p:nvPr>
            <p:ph sz="quarter" idx="23"/>
          </p:nvPr>
        </p:nvSpPr>
        <p:spPr>
          <a:xfrm>
            <a:off x="948573" y="5352298"/>
            <a:ext cx="447041" cy="405683"/>
          </a:xfrm>
        </p:spPr>
        <p:txBody>
          <a:bodyPr wrap="square" lIns="0" tIns="18000" rIns="0" bIns="18000" anchor="ctr" anchorCtr="0">
            <a:spAutoFit/>
          </a:bodyPr>
          <a:lstStyle/>
          <a:p>
            <a:pPr marL="444500" indent="-342900">
              <a:buFont typeface="+mj-lt"/>
              <a:buAutoNum type="alphaUcPeriod" startAt="3"/>
            </a:pPr>
            <a:r>
              <a:rPr lang="en-US" sz="2400" noProof="0" dirty="0"/>
              <a:t> </a:t>
            </a:r>
          </a:p>
        </p:txBody>
      </p:sp>
      <p:graphicFrame>
        <p:nvGraphicFramePr>
          <p:cNvPr id="31" name="Object 30" descr="10 Ohms.&#10;">
            <a:extLst>
              <a:ext uri="{FF2B5EF4-FFF2-40B4-BE49-F238E27FC236}">
                <a16:creationId xmlns:a16="http://schemas.microsoft.com/office/drawing/2014/main" id="{4A9F30FE-9B5C-4531-BA20-77994C96451E}"/>
              </a:ext>
            </a:extLst>
          </p:cNvPr>
          <p:cNvGraphicFramePr>
            <a:graphicFrameLocks noChangeAspect="1"/>
          </p:cNvGraphicFramePr>
          <p:nvPr>
            <p:extLst>
              <p:ext uri="{D42A27DB-BD31-4B8C-83A1-F6EECF244321}">
                <p14:modId xmlns:p14="http://schemas.microsoft.com/office/powerpoint/2010/main" val="2892537261"/>
              </p:ext>
            </p:extLst>
          </p:nvPr>
        </p:nvGraphicFramePr>
        <p:xfrm>
          <a:off x="1506938" y="5402263"/>
          <a:ext cx="631825" cy="376237"/>
        </p:xfrm>
        <a:graphic>
          <a:graphicData uri="http://schemas.openxmlformats.org/presentationml/2006/ole">
            <mc:AlternateContent xmlns:mc="http://schemas.openxmlformats.org/markup-compatibility/2006">
              <mc:Choice xmlns:v="urn:schemas-microsoft-com:vml" Requires="v">
                <p:oleObj name="Equation" r:id="rId12" imgW="342720" imgH="203040" progId="Equation.DSMT4">
                  <p:embed/>
                </p:oleObj>
              </mc:Choice>
              <mc:Fallback>
                <p:oleObj name="Equation" r:id="rId12" imgW="342720" imgH="203040" progId="Equation.DSMT4">
                  <p:embed/>
                  <p:pic>
                    <p:nvPicPr>
                      <p:cNvPr id="29" name="Object 28">
                        <a:extLst>
                          <a:ext uri="{FF2B5EF4-FFF2-40B4-BE49-F238E27FC236}">
                            <a16:creationId xmlns:a16="http://schemas.microsoft.com/office/drawing/2014/main" id="{636F565E-0824-41C1-80B5-5658B80D81C7}"/>
                          </a:ext>
                        </a:extLst>
                      </p:cNvPr>
                      <p:cNvPicPr>
                        <a:picLocks noChangeAspect="1" noChangeArrowheads="1"/>
                      </p:cNvPicPr>
                      <p:nvPr/>
                    </p:nvPicPr>
                    <p:blipFill>
                      <a:blip r:embed="rId13"/>
                      <a:srcRect/>
                      <a:stretch>
                        <a:fillRect/>
                      </a:stretch>
                    </p:blipFill>
                    <p:spPr bwMode="auto">
                      <a:xfrm>
                        <a:off x="1506938" y="5402263"/>
                        <a:ext cx="631825"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Content Placeholder 16">
            <a:extLst>
              <a:ext uri="{FF2B5EF4-FFF2-40B4-BE49-F238E27FC236}">
                <a16:creationId xmlns:a16="http://schemas.microsoft.com/office/drawing/2014/main" id="{911CCEA2-BCDF-4E43-854D-9BE8BFE0CE80}"/>
              </a:ext>
            </a:extLst>
          </p:cNvPr>
          <p:cNvSpPr>
            <a:spLocks noGrp="1"/>
          </p:cNvSpPr>
          <p:nvPr>
            <p:ph sz="quarter" idx="24"/>
          </p:nvPr>
        </p:nvSpPr>
        <p:spPr>
          <a:xfrm>
            <a:off x="2231273" y="5341979"/>
            <a:ext cx="589599" cy="405683"/>
          </a:xfrm>
        </p:spPr>
        <p:txBody>
          <a:bodyPr wrap="square" lIns="0" tIns="18000" rIns="0" bIns="18000" anchor="ctr" anchorCtr="0">
            <a:spAutoFit/>
          </a:bodyPr>
          <a:lstStyle/>
          <a:p>
            <a:pPr marL="0" indent="0">
              <a:spcBef>
                <a:spcPts val="600"/>
              </a:spcBef>
              <a:buNone/>
            </a:pPr>
            <a:r>
              <a:rPr lang="en-US" sz="2400" noProof="0" dirty="0"/>
              <a:t>and</a:t>
            </a:r>
          </a:p>
        </p:txBody>
      </p:sp>
      <p:graphicFrame>
        <p:nvGraphicFramePr>
          <p:cNvPr id="32" name="Object 31" descr="40 Ohms.&#10;">
            <a:extLst>
              <a:ext uri="{FF2B5EF4-FFF2-40B4-BE49-F238E27FC236}">
                <a16:creationId xmlns:a16="http://schemas.microsoft.com/office/drawing/2014/main" id="{CB3CE9FF-33D7-4FF0-9896-91DCCF1717FC}"/>
              </a:ext>
            </a:extLst>
          </p:cNvPr>
          <p:cNvGraphicFramePr>
            <a:graphicFrameLocks noChangeAspect="1"/>
          </p:cNvGraphicFramePr>
          <p:nvPr>
            <p:extLst>
              <p:ext uri="{D42A27DB-BD31-4B8C-83A1-F6EECF244321}">
                <p14:modId xmlns:p14="http://schemas.microsoft.com/office/powerpoint/2010/main" val="353488383"/>
              </p:ext>
            </p:extLst>
          </p:nvPr>
        </p:nvGraphicFramePr>
        <p:xfrm>
          <a:off x="2835475" y="5376863"/>
          <a:ext cx="655638" cy="376237"/>
        </p:xfrm>
        <a:graphic>
          <a:graphicData uri="http://schemas.openxmlformats.org/presentationml/2006/ole">
            <mc:AlternateContent xmlns:mc="http://schemas.openxmlformats.org/markup-compatibility/2006">
              <mc:Choice xmlns:v="urn:schemas-microsoft-com:vml" Requires="v">
                <p:oleObj name="Equation" r:id="rId14" imgW="355320" imgH="203040" progId="Equation.DSMT4">
                  <p:embed/>
                </p:oleObj>
              </mc:Choice>
              <mc:Fallback>
                <p:oleObj name="Equation" r:id="rId14" imgW="355320" imgH="203040" progId="Equation.DSMT4">
                  <p:embed/>
                  <p:pic>
                    <p:nvPicPr>
                      <p:cNvPr id="31" name="Object 30">
                        <a:extLst>
                          <a:ext uri="{FF2B5EF4-FFF2-40B4-BE49-F238E27FC236}">
                            <a16:creationId xmlns:a16="http://schemas.microsoft.com/office/drawing/2014/main" id="{4A9F30FE-9B5C-4531-BA20-77994C96451E}"/>
                          </a:ext>
                        </a:extLst>
                      </p:cNvPr>
                      <p:cNvPicPr>
                        <a:picLocks noChangeAspect="1" noChangeArrowheads="1"/>
                      </p:cNvPicPr>
                      <p:nvPr/>
                    </p:nvPicPr>
                    <p:blipFill>
                      <a:blip r:embed="rId15"/>
                      <a:srcRect/>
                      <a:stretch>
                        <a:fillRect/>
                      </a:stretch>
                    </p:blipFill>
                    <p:spPr bwMode="auto">
                      <a:xfrm>
                        <a:off x="2835475" y="5376863"/>
                        <a:ext cx="655638"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 name="Content Placeholder 17">
            <a:extLst>
              <a:ext uri="{FF2B5EF4-FFF2-40B4-BE49-F238E27FC236}">
                <a16:creationId xmlns:a16="http://schemas.microsoft.com/office/drawing/2014/main" id="{6DDF73E2-8A7C-41D7-A7E1-B7DBC5043282}"/>
              </a:ext>
            </a:extLst>
          </p:cNvPr>
          <p:cNvSpPr>
            <a:spLocks noGrp="1"/>
          </p:cNvSpPr>
          <p:nvPr>
            <p:ph sz="quarter" idx="25"/>
          </p:nvPr>
        </p:nvSpPr>
        <p:spPr>
          <a:xfrm>
            <a:off x="3593651" y="5327691"/>
            <a:ext cx="516336" cy="405683"/>
          </a:xfrm>
        </p:spPr>
        <p:txBody>
          <a:bodyPr wrap="square" lIns="0" tIns="18000" rIns="0" bIns="18000" anchor="ctr" anchorCtr="0">
            <a:spAutoFit/>
          </a:bodyPr>
          <a:lstStyle/>
          <a:p>
            <a:pPr marL="0" indent="0">
              <a:spcBef>
                <a:spcPts val="600"/>
              </a:spcBef>
              <a:buNone/>
            </a:pPr>
            <a:r>
              <a:rPr lang="en-US" sz="2400" noProof="0" dirty="0"/>
              <a:t>and</a:t>
            </a:r>
          </a:p>
        </p:txBody>
      </p:sp>
      <p:graphicFrame>
        <p:nvGraphicFramePr>
          <p:cNvPr id="33" name="Object 32" descr="20 Ohms.&#10;">
            <a:extLst>
              <a:ext uri="{FF2B5EF4-FFF2-40B4-BE49-F238E27FC236}">
                <a16:creationId xmlns:a16="http://schemas.microsoft.com/office/drawing/2014/main" id="{88A4C0A4-188D-4DFE-A431-C6AB39C0A06F}"/>
              </a:ext>
            </a:extLst>
          </p:cNvPr>
          <p:cNvGraphicFramePr>
            <a:graphicFrameLocks noChangeAspect="1"/>
          </p:cNvGraphicFramePr>
          <p:nvPr>
            <p:extLst>
              <p:ext uri="{D42A27DB-BD31-4B8C-83A1-F6EECF244321}">
                <p14:modId xmlns:p14="http://schemas.microsoft.com/office/powerpoint/2010/main" val="39654959"/>
              </p:ext>
            </p:extLst>
          </p:nvPr>
        </p:nvGraphicFramePr>
        <p:xfrm>
          <a:off x="4247850" y="5386488"/>
          <a:ext cx="657225" cy="376237"/>
        </p:xfrm>
        <a:graphic>
          <a:graphicData uri="http://schemas.openxmlformats.org/presentationml/2006/ole">
            <mc:AlternateContent xmlns:mc="http://schemas.openxmlformats.org/markup-compatibility/2006">
              <mc:Choice xmlns:v="urn:schemas-microsoft-com:vml" Requires="v">
                <p:oleObj name="Equation" r:id="rId16" imgW="355320" imgH="203040" progId="Equation.DSMT4">
                  <p:embed/>
                </p:oleObj>
              </mc:Choice>
              <mc:Fallback>
                <p:oleObj name="Equation" r:id="rId16" imgW="355320" imgH="203040" progId="Equation.DSMT4">
                  <p:embed/>
                  <p:pic>
                    <p:nvPicPr>
                      <p:cNvPr id="32" name="Object 31">
                        <a:extLst>
                          <a:ext uri="{FF2B5EF4-FFF2-40B4-BE49-F238E27FC236}">
                            <a16:creationId xmlns:a16="http://schemas.microsoft.com/office/drawing/2014/main" id="{CB3CE9FF-33D7-4FF0-9896-91DCCF1717FC}"/>
                          </a:ext>
                        </a:extLst>
                      </p:cNvPr>
                      <p:cNvPicPr>
                        <a:picLocks noChangeAspect="1" noChangeArrowheads="1"/>
                      </p:cNvPicPr>
                      <p:nvPr/>
                    </p:nvPicPr>
                    <p:blipFill>
                      <a:blip r:embed="rId17"/>
                      <a:srcRect/>
                      <a:stretch>
                        <a:fillRect/>
                      </a:stretch>
                    </p:blipFill>
                    <p:spPr bwMode="auto">
                      <a:xfrm>
                        <a:off x="4247850" y="5386488"/>
                        <a:ext cx="657225"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 name="Content Placeholder 18">
            <a:extLst>
              <a:ext uri="{FF2B5EF4-FFF2-40B4-BE49-F238E27FC236}">
                <a16:creationId xmlns:a16="http://schemas.microsoft.com/office/drawing/2014/main" id="{FD035253-DA2E-4F91-AD12-4DB392155970}"/>
              </a:ext>
            </a:extLst>
          </p:cNvPr>
          <p:cNvSpPr>
            <a:spLocks noGrp="1"/>
          </p:cNvSpPr>
          <p:nvPr>
            <p:ph sz="quarter" idx="26"/>
          </p:nvPr>
        </p:nvSpPr>
        <p:spPr>
          <a:xfrm>
            <a:off x="973973" y="5821404"/>
            <a:ext cx="457517" cy="405683"/>
          </a:xfrm>
        </p:spPr>
        <p:txBody>
          <a:bodyPr wrap="square" tIns="18000" bIns="18000" anchor="ctr" anchorCtr="0">
            <a:spAutoFit/>
          </a:bodyPr>
          <a:lstStyle/>
          <a:p>
            <a:pPr marL="457200" indent="-457200">
              <a:spcBef>
                <a:spcPts val="600"/>
              </a:spcBef>
              <a:buFont typeface="+mj-lt"/>
              <a:buAutoNum type="alphaUcPeriod" startAt="4"/>
            </a:pPr>
            <a:r>
              <a:rPr lang="en-US" sz="2400" noProof="0" dirty="0"/>
              <a:t> </a:t>
            </a:r>
          </a:p>
        </p:txBody>
      </p:sp>
      <p:graphicFrame>
        <p:nvGraphicFramePr>
          <p:cNvPr id="34" name="Object 33" descr="12 Ohms.&#10;">
            <a:extLst>
              <a:ext uri="{FF2B5EF4-FFF2-40B4-BE49-F238E27FC236}">
                <a16:creationId xmlns:a16="http://schemas.microsoft.com/office/drawing/2014/main" id="{C860CEA4-9CEE-4B5E-9242-6E880CD6E758}"/>
              </a:ext>
            </a:extLst>
          </p:cNvPr>
          <p:cNvGraphicFramePr>
            <a:graphicFrameLocks noChangeAspect="1"/>
          </p:cNvGraphicFramePr>
          <p:nvPr>
            <p:extLst>
              <p:ext uri="{D42A27DB-BD31-4B8C-83A1-F6EECF244321}">
                <p14:modId xmlns:p14="http://schemas.microsoft.com/office/powerpoint/2010/main" val="2124071449"/>
              </p:ext>
            </p:extLst>
          </p:nvPr>
        </p:nvGraphicFramePr>
        <p:xfrm>
          <a:off x="1500388" y="5872163"/>
          <a:ext cx="631825" cy="376237"/>
        </p:xfrm>
        <a:graphic>
          <a:graphicData uri="http://schemas.openxmlformats.org/presentationml/2006/ole">
            <mc:AlternateContent xmlns:mc="http://schemas.openxmlformats.org/markup-compatibility/2006">
              <mc:Choice xmlns:v="urn:schemas-microsoft-com:vml" Requires="v">
                <p:oleObj name="Equation" r:id="rId18" imgW="342720" imgH="203040" progId="Equation.DSMT4">
                  <p:embed/>
                </p:oleObj>
              </mc:Choice>
              <mc:Fallback>
                <p:oleObj name="Equation" r:id="rId18" imgW="342720" imgH="203040" progId="Equation.DSMT4">
                  <p:embed/>
                  <p:pic>
                    <p:nvPicPr>
                      <p:cNvPr id="31" name="Object 30">
                        <a:extLst>
                          <a:ext uri="{FF2B5EF4-FFF2-40B4-BE49-F238E27FC236}">
                            <a16:creationId xmlns:a16="http://schemas.microsoft.com/office/drawing/2014/main" id="{4A9F30FE-9B5C-4531-BA20-77994C96451E}"/>
                          </a:ext>
                        </a:extLst>
                      </p:cNvPr>
                      <p:cNvPicPr>
                        <a:picLocks noChangeAspect="1" noChangeArrowheads="1"/>
                      </p:cNvPicPr>
                      <p:nvPr/>
                    </p:nvPicPr>
                    <p:blipFill>
                      <a:blip r:embed="rId19"/>
                      <a:srcRect/>
                      <a:stretch>
                        <a:fillRect/>
                      </a:stretch>
                    </p:blipFill>
                    <p:spPr bwMode="auto">
                      <a:xfrm>
                        <a:off x="1500388" y="5872163"/>
                        <a:ext cx="631825"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 name="Content Placeholder 19">
            <a:extLst>
              <a:ext uri="{FF2B5EF4-FFF2-40B4-BE49-F238E27FC236}">
                <a16:creationId xmlns:a16="http://schemas.microsoft.com/office/drawing/2014/main" id="{B9B52E85-E8E9-43DD-9207-F93BC5D668CE}"/>
              </a:ext>
            </a:extLst>
          </p:cNvPr>
          <p:cNvSpPr>
            <a:spLocks noGrp="1"/>
          </p:cNvSpPr>
          <p:nvPr>
            <p:ph sz="quarter" idx="27"/>
          </p:nvPr>
        </p:nvSpPr>
        <p:spPr>
          <a:xfrm>
            <a:off x="2231274" y="5806322"/>
            <a:ext cx="528956" cy="405683"/>
          </a:xfrm>
        </p:spPr>
        <p:txBody>
          <a:bodyPr wrap="square" lIns="0" tIns="18000" rIns="0" bIns="18000" anchor="ctr" anchorCtr="0">
            <a:spAutoFit/>
          </a:bodyPr>
          <a:lstStyle/>
          <a:p>
            <a:pPr marL="0" indent="0">
              <a:spcBef>
                <a:spcPts val="600"/>
              </a:spcBef>
              <a:buNone/>
            </a:pPr>
            <a:r>
              <a:rPr lang="en-US" sz="2400" noProof="0" dirty="0"/>
              <a:t>and</a:t>
            </a:r>
          </a:p>
        </p:txBody>
      </p:sp>
      <p:graphicFrame>
        <p:nvGraphicFramePr>
          <p:cNvPr id="36" name="Object 35" descr="180 Ohms.&#10;">
            <a:extLst>
              <a:ext uri="{FF2B5EF4-FFF2-40B4-BE49-F238E27FC236}">
                <a16:creationId xmlns:a16="http://schemas.microsoft.com/office/drawing/2014/main" id="{E78A1F0B-03C2-4D3E-AC4E-6F9EB8403B7D}"/>
              </a:ext>
            </a:extLst>
          </p:cNvPr>
          <p:cNvGraphicFramePr>
            <a:graphicFrameLocks noChangeAspect="1"/>
          </p:cNvGraphicFramePr>
          <p:nvPr>
            <p:extLst>
              <p:ext uri="{D42A27DB-BD31-4B8C-83A1-F6EECF244321}">
                <p14:modId xmlns:p14="http://schemas.microsoft.com/office/powerpoint/2010/main" val="492038325"/>
              </p:ext>
            </p:extLst>
          </p:nvPr>
        </p:nvGraphicFramePr>
        <p:xfrm>
          <a:off x="2803725" y="5872163"/>
          <a:ext cx="795338" cy="376237"/>
        </p:xfrm>
        <a:graphic>
          <a:graphicData uri="http://schemas.openxmlformats.org/presentationml/2006/ole">
            <mc:AlternateContent xmlns:mc="http://schemas.openxmlformats.org/markup-compatibility/2006">
              <mc:Choice xmlns:v="urn:schemas-microsoft-com:vml" Requires="v">
                <p:oleObj name="Equation" r:id="rId20" imgW="431640" imgH="203040" progId="Equation.DSMT4">
                  <p:embed/>
                </p:oleObj>
              </mc:Choice>
              <mc:Fallback>
                <p:oleObj name="Equation" r:id="rId20" imgW="431640" imgH="203040" progId="Equation.DSMT4">
                  <p:embed/>
                  <p:pic>
                    <p:nvPicPr>
                      <p:cNvPr id="34" name="Object 33">
                        <a:extLst>
                          <a:ext uri="{FF2B5EF4-FFF2-40B4-BE49-F238E27FC236}">
                            <a16:creationId xmlns:a16="http://schemas.microsoft.com/office/drawing/2014/main" id="{C860CEA4-9CEE-4B5E-9242-6E880CD6E758}"/>
                          </a:ext>
                        </a:extLst>
                      </p:cNvPr>
                      <p:cNvPicPr>
                        <a:picLocks noChangeAspect="1" noChangeArrowheads="1"/>
                      </p:cNvPicPr>
                      <p:nvPr/>
                    </p:nvPicPr>
                    <p:blipFill>
                      <a:blip r:embed="rId21"/>
                      <a:srcRect/>
                      <a:stretch>
                        <a:fillRect/>
                      </a:stretch>
                    </p:blipFill>
                    <p:spPr bwMode="auto">
                      <a:xfrm>
                        <a:off x="2803725" y="5872163"/>
                        <a:ext cx="795338"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01934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DE443-9E9A-79C9-9B14-5102385B7C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046F29-3786-DADC-F575-DB0729DA6290}"/>
              </a:ext>
            </a:extLst>
          </p:cNvPr>
          <p:cNvSpPr>
            <a:spLocks noGrp="1"/>
          </p:cNvSpPr>
          <p:nvPr>
            <p:ph type="title"/>
          </p:nvPr>
        </p:nvSpPr>
        <p:spPr>
          <a:xfrm>
            <a:off x="445970" y="203127"/>
            <a:ext cx="8266230" cy="1021237"/>
          </a:xfrm>
        </p:spPr>
        <p:txBody>
          <a:bodyPr wrap="square" lIns="0" tIns="18000" rIns="0" bIns="18000" anchor="ctr" anchorCtr="0">
            <a:spAutoFit/>
          </a:bodyPr>
          <a:lstStyle/>
          <a:p>
            <a:r>
              <a:rPr lang="en-US" noProof="0" dirty="0"/>
              <a:t>Chapter 3 – Simple resistive circuits </a:t>
            </a:r>
            <a:r>
              <a:rPr lang="en-US" sz="2800" noProof="0" dirty="0"/>
              <a:t>(10 of 20)</a:t>
            </a:r>
            <a:endParaRPr lang="en-US" noProof="0" dirty="0"/>
          </a:p>
        </p:txBody>
      </p:sp>
      <p:sp>
        <p:nvSpPr>
          <p:cNvPr id="3" name="Content Placeholder 2">
            <a:extLst>
              <a:ext uri="{FF2B5EF4-FFF2-40B4-BE49-F238E27FC236}">
                <a16:creationId xmlns:a16="http://schemas.microsoft.com/office/drawing/2014/main" id="{C21AAB43-6181-1042-5998-C04598A2AE8A}"/>
              </a:ext>
            </a:extLst>
          </p:cNvPr>
          <p:cNvSpPr>
            <a:spLocks noGrp="1"/>
          </p:cNvSpPr>
          <p:nvPr>
            <p:ph sz="quarter" idx="13"/>
          </p:nvPr>
        </p:nvSpPr>
        <p:spPr>
          <a:xfrm>
            <a:off x="445970" y="1476000"/>
            <a:ext cx="8250604" cy="775015"/>
          </a:xfrm>
        </p:spPr>
        <p:txBody>
          <a:bodyPr wrap="square" lIns="0" tIns="18000" rIns="0" bIns="18000" anchor="ctr" anchorCtr="0">
            <a:spAutoFit/>
          </a:bodyPr>
          <a:lstStyle/>
          <a:p>
            <a:pPr marL="0" indent="0">
              <a:buNone/>
            </a:pPr>
            <a:r>
              <a:rPr lang="en-US" altLang="en-US" sz="2400" noProof="0" dirty="0"/>
              <a:t>Which of the resistors in the circuit below are connected in parallel?</a:t>
            </a:r>
          </a:p>
        </p:txBody>
      </p:sp>
      <p:pic>
        <p:nvPicPr>
          <p:cNvPr id="5" name="Picture 4" descr="A circuit diagram shows three resistors of 20 ohms, 40 ohms and 10 ohms connected to a galvanometer of 12 amperes in a parallel connection. A resistor of 12 ohms is connected from the node point of the galvanometer in series and two resistors of 20 ohms and 180 ohms are in parallel with each other, while resistor of 12 ohms is in series with the parallel combination of resistor of 20 ohms and 180 ohms. All components are connected between the same set of electrically common points.">
            <a:extLst>
              <a:ext uri="{FF2B5EF4-FFF2-40B4-BE49-F238E27FC236}">
                <a16:creationId xmlns:a16="http://schemas.microsoft.com/office/drawing/2014/main" id="{5B15E017-1D6A-AF4D-34D2-8955398AC3F1}"/>
              </a:ext>
            </a:extLst>
          </p:cNvPr>
          <p:cNvPicPr>
            <a:picLocks noChangeAspect="1"/>
          </p:cNvPicPr>
          <p:nvPr/>
        </p:nvPicPr>
        <p:blipFill>
          <a:blip r:embed="rId3"/>
          <a:stretch>
            <a:fillRect/>
          </a:stretch>
        </p:blipFill>
        <p:spPr>
          <a:xfrm>
            <a:off x="2303647" y="2364160"/>
            <a:ext cx="4581620" cy="1698509"/>
          </a:xfrm>
          <a:prstGeom prst="rect">
            <a:avLst/>
          </a:prstGeom>
        </p:spPr>
      </p:pic>
      <p:pic>
        <p:nvPicPr>
          <p:cNvPr id="42" name="Picture 41" descr="Cross mark">
            <a:extLst>
              <a:ext uri="{FF2B5EF4-FFF2-40B4-BE49-F238E27FC236}">
                <a16:creationId xmlns:a16="http://schemas.microsoft.com/office/drawing/2014/main" id="{FBC887F7-7824-5058-FC18-ED019EA1A6DC}"/>
              </a:ext>
            </a:extLst>
          </p:cNvPr>
          <p:cNvPicPr>
            <a:picLocks noChangeAspect="1"/>
          </p:cNvPicPr>
          <p:nvPr/>
        </p:nvPicPr>
        <p:blipFill>
          <a:blip r:embed="rId4"/>
          <a:stretch>
            <a:fillRect/>
          </a:stretch>
        </p:blipFill>
        <p:spPr>
          <a:xfrm>
            <a:off x="542103" y="4206151"/>
            <a:ext cx="345611" cy="323076"/>
          </a:xfrm>
          <a:prstGeom prst="rect">
            <a:avLst/>
          </a:prstGeom>
        </p:spPr>
      </p:pic>
      <p:sp>
        <p:nvSpPr>
          <p:cNvPr id="12" name="Content Placeholder 11">
            <a:extLst>
              <a:ext uri="{FF2B5EF4-FFF2-40B4-BE49-F238E27FC236}">
                <a16:creationId xmlns:a16="http://schemas.microsoft.com/office/drawing/2014/main" id="{9213900C-39BE-B20C-50D6-CF66E4693704}"/>
              </a:ext>
            </a:extLst>
          </p:cNvPr>
          <p:cNvSpPr>
            <a:spLocks noGrp="1"/>
          </p:cNvSpPr>
          <p:nvPr>
            <p:ph sz="quarter" idx="19"/>
          </p:nvPr>
        </p:nvSpPr>
        <p:spPr>
          <a:xfrm>
            <a:off x="984769" y="4164848"/>
            <a:ext cx="446721" cy="405683"/>
          </a:xfrm>
        </p:spPr>
        <p:txBody>
          <a:bodyPr wrap="square" lIns="0" tIns="18000" rIns="0" bIns="18000" anchor="ctr" anchorCtr="0">
            <a:spAutoFit/>
          </a:bodyPr>
          <a:lstStyle/>
          <a:p>
            <a:pPr marL="444500" indent="-342900">
              <a:buFont typeface="+mj-lt"/>
              <a:buAutoNum type="alphaUcPeriod"/>
            </a:pPr>
            <a:r>
              <a:rPr lang="en-US" sz="2400" noProof="0" dirty="0"/>
              <a:t> </a:t>
            </a:r>
          </a:p>
        </p:txBody>
      </p:sp>
      <p:graphicFrame>
        <p:nvGraphicFramePr>
          <p:cNvPr id="27" name="Object 26" descr="10 Ohms.&#10;">
            <a:extLst>
              <a:ext uri="{FF2B5EF4-FFF2-40B4-BE49-F238E27FC236}">
                <a16:creationId xmlns:a16="http://schemas.microsoft.com/office/drawing/2014/main" id="{F3D297B2-FD4A-7513-69DC-94E3F5EDE529}"/>
              </a:ext>
            </a:extLst>
          </p:cNvPr>
          <p:cNvGraphicFramePr>
            <a:graphicFrameLocks noChangeAspect="1"/>
          </p:cNvGraphicFramePr>
          <p:nvPr/>
        </p:nvGraphicFramePr>
        <p:xfrm>
          <a:off x="1512770" y="4251725"/>
          <a:ext cx="631825" cy="376238"/>
        </p:xfrm>
        <a:graphic>
          <a:graphicData uri="http://schemas.openxmlformats.org/presentationml/2006/ole">
            <mc:AlternateContent xmlns:mc="http://schemas.openxmlformats.org/markup-compatibility/2006">
              <mc:Choice xmlns:v="urn:schemas-microsoft-com:vml" Requires="v">
                <p:oleObj name="Equation" r:id="rId5" imgW="342720" imgH="203040" progId="Equation.DSMT4">
                  <p:embed/>
                </p:oleObj>
              </mc:Choice>
              <mc:Fallback>
                <p:oleObj name="Equation" r:id="rId5" imgW="342720" imgH="203040" progId="Equation.DSMT4">
                  <p:embed/>
                  <p:pic>
                    <p:nvPicPr>
                      <p:cNvPr id="27" name="Object 26" descr="10 Ohms.&#10;">
                        <a:extLst>
                          <a:ext uri="{FF2B5EF4-FFF2-40B4-BE49-F238E27FC236}">
                            <a16:creationId xmlns:a16="http://schemas.microsoft.com/office/drawing/2014/main" id="{6174E4E6-F961-4519-A2D4-DEF162846177}"/>
                          </a:ext>
                        </a:extLst>
                      </p:cNvPr>
                      <p:cNvPicPr>
                        <a:picLocks noChangeAspect="1" noChangeArrowheads="1"/>
                      </p:cNvPicPr>
                      <p:nvPr/>
                    </p:nvPicPr>
                    <p:blipFill>
                      <a:blip r:embed="rId6"/>
                      <a:srcRect/>
                      <a:stretch>
                        <a:fillRect/>
                      </a:stretch>
                    </p:blipFill>
                    <p:spPr bwMode="auto">
                      <a:xfrm>
                        <a:off x="1512770" y="4251725"/>
                        <a:ext cx="631825"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Content Placeholder 12">
            <a:extLst>
              <a:ext uri="{FF2B5EF4-FFF2-40B4-BE49-F238E27FC236}">
                <a16:creationId xmlns:a16="http://schemas.microsoft.com/office/drawing/2014/main" id="{AB52D4D1-7C74-9E5D-50C9-DB5D3A486CCF}"/>
              </a:ext>
            </a:extLst>
          </p:cNvPr>
          <p:cNvSpPr>
            <a:spLocks noGrp="1"/>
          </p:cNvSpPr>
          <p:nvPr>
            <p:ph sz="quarter" idx="20"/>
          </p:nvPr>
        </p:nvSpPr>
        <p:spPr>
          <a:xfrm>
            <a:off x="2244609" y="4208110"/>
            <a:ext cx="528320" cy="405683"/>
          </a:xfrm>
        </p:spPr>
        <p:txBody>
          <a:bodyPr wrap="square" lIns="0" tIns="18000" rIns="0" bIns="18000" anchor="ctr" anchorCtr="0">
            <a:spAutoFit/>
          </a:bodyPr>
          <a:lstStyle/>
          <a:p>
            <a:pPr marL="0" indent="0">
              <a:spcBef>
                <a:spcPts val="0"/>
              </a:spcBef>
              <a:buNone/>
            </a:pPr>
            <a:r>
              <a:rPr lang="en-US" sz="2400" noProof="0" dirty="0"/>
              <a:t>and</a:t>
            </a:r>
          </a:p>
        </p:txBody>
      </p:sp>
      <p:graphicFrame>
        <p:nvGraphicFramePr>
          <p:cNvPr id="28" name="Object 27" descr="12 Ohms.&#10;">
            <a:extLst>
              <a:ext uri="{FF2B5EF4-FFF2-40B4-BE49-F238E27FC236}">
                <a16:creationId xmlns:a16="http://schemas.microsoft.com/office/drawing/2014/main" id="{6A0245CE-5391-2FDB-08BB-218471C04872}"/>
              </a:ext>
            </a:extLst>
          </p:cNvPr>
          <p:cNvGraphicFramePr>
            <a:graphicFrameLocks noChangeAspect="1"/>
          </p:cNvGraphicFramePr>
          <p:nvPr/>
        </p:nvGraphicFramePr>
        <p:xfrm>
          <a:off x="2833570" y="4251725"/>
          <a:ext cx="631825" cy="376238"/>
        </p:xfrm>
        <a:graphic>
          <a:graphicData uri="http://schemas.openxmlformats.org/presentationml/2006/ole">
            <mc:AlternateContent xmlns:mc="http://schemas.openxmlformats.org/markup-compatibility/2006">
              <mc:Choice xmlns:v="urn:schemas-microsoft-com:vml" Requires="v">
                <p:oleObj name="Equation" r:id="rId7" imgW="342720" imgH="203040" progId="Equation.DSMT4">
                  <p:embed/>
                </p:oleObj>
              </mc:Choice>
              <mc:Fallback>
                <p:oleObj name="Equation" r:id="rId7" imgW="342720" imgH="203040" progId="Equation.DSMT4">
                  <p:embed/>
                  <p:pic>
                    <p:nvPicPr>
                      <p:cNvPr id="28" name="Object 27" descr="12 Ohms.&#10;">
                        <a:extLst>
                          <a:ext uri="{FF2B5EF4-FFF2-40B4-BE49-F238E27FC236}">
                            <a16:creationId xmlns:a16="http://schemas.microsoft.com/office/drawing/2014/main" id="{D3762305-A28C-41B3-8D11-9CA933D50697}"/>
                          </a:ext>
                        </a:extLst>
                      </p:cNvPr>
                      <p:cNvPicPr>
                        <a:picLocks noChangeAspect="1" noChangeArrowheads="1"/>
                      </p:cNvPicPr>
                      <p:nvPr/>
                    </p:nvPicPr>
                    <p:blipFill>
                      <a:blip r:embed="rId8"/>
                      <a:srcRect/>
                      <a:stretch>
                        <a:fillRect/>
                      </a:stretch>
                    </p:blipFill>
                    <p:spPr bwMode="auto">
                      <a:xfrm>
                        <a:off x="2833570" y="4251725"/>
                        <a:ext cx="631825"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6" name="Picture 45" descr="Check mark">
            <a:extLst>
              <a:ext uri="{FF2B5EF4-FFF2-40B4-BE49-F238E27FC236}">
                <a16:creationId xmlns:a16="http://schemas.microsoft.com/office/drawing/2014/main" id="{EB2F2692-37E3-DCB2-0FE9-CE3C90987B46}"/>
              </a:ext>
            </a:extLst>
          </p:cNvPr>
          <p:cNvPicPr>
            <a:picLocks noChangeAspect="1"/>
          </p:cNvPicPr>
          <p:nvPr/>
        </p:nvPicPr>
        <p:blipFill>
          <a:blip r:embed="rId9"/>
          <a:stretch>
            <a:fillRect/>
          </a:stretch>
        </p:blipFill>
        <p:spPr>
          <a:xfrm>
            <a:off x="494377" y="4837302"/>
            <a:ext cx="393337" cy="342035"/>
          </a:xfrm>
          <a:prstGeom prst="rect">
            <a:avLst/>
          </a:prstGeom>
        </p:spPr>
      </p:pic>
      <p:sp>
        <p:nvSpPr>
          <p:cNvPr id="14" name="Content Placeholder 13">
            <a:extLst>
              <a:ext uri="{FF2B5EF4-FFF2-40B4-BE49-F238E27FC236}">
                <a16:creationId xmlns:a16="http://schemas.microsoft.com/office/drawing/2014/main" id="{F302D02F-7735-42BE-FE6E-7E8B7B82A06E}"/>
              </a:ext>
            </a:extLst>
          </p:cNvPr>
          <p:cNvSpPr>
            <a:spLocks noGrp="1"/>
          </p:cNvSpPr>
          <p:nvPr>
            <p:ph sz="quarter" idx="21"/>
          </p:nvPr>
        </p:nvSpPr>
        <p:spPr>
          <a:xfrm>
            <a:off x="964129" y="4783814"/>
            <a:ext cx="447041" cy="405683"/>
          </a:xfrm>
        </p:spPr>
        <p:txBody>
          <a:bodyPr wrap="square" lIns="0" tIns="18000" rIns="0" bIns="18000" anchor="ctr" anchorCtr="0">
            <a:spAutoFit/>
          </a:bodyPr>
          <a:lstStyle/>
          <a:p>
            <a:pPr marL="558800" indent="-457200">
              <a:spcBef>
                <a:spcPts val="600"/>
              </a:spcBef>
              <a:buFont typeface="+mj-lt"/>
              <a:buAutoNum type="alphaUcPeriod" startAt="2"/>
            </a:pPr>
            <a:r>
              <a:rPr lang="en-US" sz="2400" noProof="0" dirty="0"/>
              <a:t> </a:t>
            </a:r>
          </a:p>
        </p:txBody>
      </p:sp>
      <p:graphicFrame>
        <p:nvGraphicFramePr>
          <p:cNvPr id="29" name="Object 28" descr="20 Ohms.&#10;">
            <a:extLst>
              <a:ext uri="{FF2B5EF4-FFF2-40B4-BE49-F238E27FC236}">
                <a16:creationId xmlns:a16="http://schemas.microsoft.com/office/drawing/2014/main" id="{C2C57A9E-7791-762F-D88A-B6B78897146E}"/>
              </a:ext>
            </a:extLst>
          </p:cNvPr>
          <p:cNvGraphicFramePr>
            <a:graphicFrameLocks noChangeAspect="1"/>
          </p:cNvGraphicFramePr>
          <p:nvPr/>
        </p:nvGraphicFramePr>
        <p:xfrm>
          <a:off x="1501975" y="4840788"/>
          <a:ext cx="655638" cy="376237"/>
        </p:xfrm>
        <a:graphic>
          <a:graphicData uri="http://schemas.openxmlformats.org/presentationml/2006/ole">
            <mc:AlternateContent xmlns:mc="http://schemas.openxmlformats.org/markup-compatibility/2006">
              <mc:Choice xmlns:v="urn:schemas-microsoft-com:vml" Requires="v">
                <p:oleObj name="Equation" r:id="rId10" imgW="355320" imgH="203040" progId="Equation.DSMT4">
                  <p:embed/>
                </p:oleObj>
              </mc:Choice>
              <mc:Fallback>
                <p:oleObj name="Equation" r:id="rId10" imgW="355320" imgH="203040" progId="Equation.DSMT4">
                  <p:embed/>
                  <p:pic>
                    <p:nvPicPr>
                      <p:cNvPr id="29" name="Object 28" descr="20 Ohms.&#10;">
                        <a:extLst>
                          <a:ext uri="{FF2B5EF4-FFF2-40B4-BE49-F238E27FC236}">
                            <a16:creationId xmlns:a16="http://schemas.microsoft.com/office/drawing/2014/main" id="{636F565E-0824-41C1-80B5-5658B80D81C7}"/>
                          </a:ext>
                        </a:extLst>
                      </p:cNvPr>
                      <p:cNvPicPr>
                        <a:picLocks noChangeAspect="1" noChangeArrowheads="1"/>
                      </p:cNvPicPr>
                      <p:nvPr/>
                    </p:nvPicPr>
                    <p:blipFill>
                      <a:blip r:embed="rId11"/>
                      <a:srcRect/>
                      <a:stretch>
                        <a:fillRect/>
                      </a:stretch>
                    </p:blipFill>
                    <p:spPr bwMode="auto">
                      <a:xfrm>
                        <a:off x="1501975" y="4840788"/>
                        <a:ext cx="655638"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Content Placeholder 14">
            <a:extLst>
              <a:ext uri="{FF2B5EF4-FFF2-40B4-BE49-F238E27FC236}">
                <a16:creationId xmlns:a16="http://schemas.microsoft.com/office/drawing/2014/main" id="{1FB9DC8F-E696-B801-5B86-18EF5866871C}"/>
              </a:ext>
            </a:extLst>
          </p:cNvPr>
          <p:cNvSpPr>
            <a:spLocks noGrp="1"/>
          </p:cNvSpPr>
          <p:nvPr>
            <p:ph sz="quarter" idx="22"/>
          </p:nvPr>
        </p:nvSpPr>
        <p:spPr>
          <a:xfrm>
            <a:off x="2234131" y="4791299"/>
            <a:ext cx="589598" cy="405683"/>
          </a:xfrm>
        </p:spPr>
        <p:txBody>
          <a:bodyPr wrap="square" lIns="0" tIns="18000" rIns="0" bIns="18000" anchor="ctr" anchorCtr="0">
            <a:spAutoFit/>
          </a:bodyPr>
          <a:lstStyle/>
          <a:p>
            <a:pPr marL="0" indent="0">
              <a:spcBef>
                <a:spcPts val="600"/>
              </a:spcBef>
              <a:buNone/>
            </a:pPr>
            <a:r>
              <a:rPr lang="en-US" sz="2400" noProof="0" dirty="0"/>
              <a:t>and</a:t>
            </a:r>
          </a:p>
        </p:txBody>
      </p:sp>
      <p:graphicFrame>
        <p:nvGraphicFramePr>
          <p:cNvPr id="30" name="Object 29" descr="180 Ohms.&#10;">
            <a:extLst>
              <a:ext uri="{FF2B5EF4-FFF2-40B4-BE49-F238E27FC236}">
                <a16:creationId xmlns:a16="http://schemas.microsoft.com/office/drawing/2014/main" id="{9C129A17-85E9-391C-C488-DFB8607B1B91}"/>
              </a:ext>
            </a:extLst>
          </p:cNvPr>
          <p:cNvGraphicFramePr>
            <a:graphicFrameLocks noChangeAspect="1"/>
          </p:cNvGraphicFramePr>
          <p:nvPr/>
        </p:nvGraphicFramePr>
        <p:xfrm>
          <a:off x="2829125" y="4858250"/>
          <a:ext cx="795338" cy="376238"/>
        </p:xfrm>
        <a:graphic>
          <a:graphicData uri="http://schemas.openxmlformats.org/presentationml/2006/ole">
            <mc:AlternateContent xmlns:mc="http://schemas.openxmlformats.org/markup-compatibility/2006">
              <mc:Choice xmlns:v="urn:schemas-microsoft-com:vml" Requires="v">
                <p:oleObj name="Equation" r:id="rId12" imgW="431640" imgH="203040" progId="Equation.DSMT4">
                  <p:embed/>
                </p:oleObj>
              </mc:Choice>
              <mc:Fallback>
                <p:oleObj name="Equation" r:id="rId12" imgW="431640" imgH="203040" progId="Equation.DSMT4">
                  <p:embed/>
                  <p:pic>
                    <p:nvPicPr>
                      <p:cNvPr id="30" name="Object 29" descr="180 Ohms.&#10;">
                        <a:extLst>
                          <a:ext uri="{FF2B5EF4-FFF2-40B4-BE49-F238E27FC236}">
                            <a16:creationId xmlns:a16="http://schemas.microsoft.com/office/drawing/2014/main" id="{9BD9430D-2015-42CA-B8F3-530D39E0020B}"/>
                          </a:ext>
                        </a:extLst>
                      </p:cNvPr>
                      <p:cNvPicPr>
                        <a:picLocks noChangeAspect="1" noChangeArrowheads="1"/>
                      </p:cNvPicPr>
                      <p:nvPr/>
                    </p:nvPicPr>
                    <p:blipFill>
                      <a:blip r:embed="rId13"/>
                      <a:srcRect/>
                      <a:stretch>
                        <a:fillRect/>
                      </a:stretch>
                    </p:blipFill>
                    <p:spPr bwMode="auto">
                      <a:xfrm>
                        <a:off x="2829125" y="4858250"/>
                        <a:ext cx="795338"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4" name="Picture 43" descr="Cross mark">
            <a:extLst>
              <a:ext uri="{FF2B5EF4-FFF2-40B4-BE49-F238E27FC236}">
                <a16:creationId xmlns:a16="http://schemas.microsoft.com/office/drawing/2014/main" id="{A325A9B8-02EB-A858-1E5A-077AF7A402F4}"/>
              </a:ext>
            </a:extLst>
          </p:cNvPr>
          <p:cNvPicPr>
            <a:picLocks noChangeAspect="1"/>
          </p:cNvPicPr>
          <p:nvPr/>
        </p:nvPicPr>
        <p:blipFill>
          <a:blip r:embed="rId4"/>
          <a:stretch>
            <a:fillRect/>
          </a:stretch>
        </p:blipFill>
        <p:spPr>
          <a:xfrm>
            <a:off x="529707" y="5398192"/>
            <a:ext cx="335447" cy="313574"/>
          </a:xfrm>
          <a:prstGeom prst="rect">
            <a:avLst/>
          </a:prstGeom>
        </p:spPr>
      </p:pic>
      <p:sp>
        <p:nvSpPr>
          <p:cNvPr id="16" name="Content Placeholder 15">
            <a:extLst>
              <a:ext uri="{FF2B5EF4-FFF2-40B4-BE49-F238E27FC236}">
                <a16:creationId xmlns:a16="http://schemas.microsoft.com/office/drawing/2014/main" id="{D6A0EA8F-C2AE-9A21-71D4-54AC3D534172}"/>
              </a:ext>
            </a:extLst>
          </p:cNvPr>
          <p:cNvSpPr>
            <a:spLocks noGrp="1"/>
          </p:cNvSpPr>
          <p:nvPr>
            <p:ph sz="quarter" idx="23"/>
          </p:nvPr>
        </p:nvSpPr>
        <p:spPr>
          <a:xfrm>
            <a:off x="948573" y="5352298"/>
            <a:ext cx="447041" cy="405683"/>
          </a:xfrm>
        </p:spPr>
        <p:txBody>
          <a:bodyPr wrap="square" lIns="0" tIns="18000" rIns="0" bIns="18000" anchor="ctr" anchorCtr="0">
            <a:spAutoFit/>
          </a:bodyPr>
          <a:lstStyle/>
          <a:p>
            <a:pPr marL="444500" indent="-342900">
              <a:buFont typeface="+mj-lt"/>
              <a:buAutoNum type="alphaUcPeriod" startAt="3"/>
            </a:pPr>
            <a:r>
              <a:rPr lang="en-US" sz="2400" noProof="0" dirty="0"/>
              <a:t> </a:t>
            </a:r>
          </a:p>
        </p:txBody>
      </p:sp>
      <p:graphicFrame>
        <p:nvGraphicFramePr>
          <p:cNvPr id="31" name="Object 30" descr="10 Ohms.&#10;">
            <a:extLst>
              <a:ext uri="{FF2B5EF4-FFF2-40B4-BE49-F238E27FC236}">
                <a16:creationId xmlns:a16="http://schemas.microsoft.com/office/drawing/2014/main" id="{F2608D26-ADBD-C511-3404-AB81E0396D2D}"/>
              </a:ext>
            </a:extLst>
          </p:cNvPr>
          <p:cNvGraphicFramePr>
            <a:graphicFrameLocks noChangeAspect="1"/>
          </p:cNvGraphicFramePr>
          <p:nvPr/>
        </p:nvGraphicFramePr>
        <p:xfrm>
          <a:off x="1506938" y="5402263"/>
          <a:ext cx="631825" cy="376237"/>
        </p:xfrm>
        <a:graphic>
          <a:graphicData uri="http://schemas.openxmlformats.org/presentationml/2006/ole">
            <mc:AlternateContent xmlns:mc="http://schemas.openxmlformats.org/markup-compatibility/2006">
              <mc:Choice xmlns:v="urn:schemas-microsoft-com:vml" Requires="v">
                <p:oleObj name="Equation" r:id="rId14" imgW="342720" imgH="203040" progId="Equation.DSMT4">
                  <p:embed/>
                </p:oleObj>
              </mc:Choice>
              <mc:Fallback>
                <p:oleObj name="Equation" r:id="rId14" imgW="342720" imgH="203040" progId="Equation.DSMT4">
                  <p:embed/>
                  <p:pic>
                    <p:nvPicPr>
                      <p:cNvPr id="31" name="Object 30" descr="10 Ohms.&#10;">
                        <a:extLst>
                          <a:ext uri="{FF2B5EF4-FFF2-40B4-BE49-F238E27FC236}">
                            <a16:creationId xmlns:a16="http://schemas.microsoft.com/office/drawing/2014/main" id="{4A9F30FE-9B5C-4531-BA20-77994C96451E}"/>
                          </a:ext>
                        </a:extLst>
                      </p:cNvPr>
                      <p:cNvPicPr>
                        <a:picLocks noChangeAspect="1" noChangeArrowheads="1"/>
                      </p:cNvPicPr>
                      <p:nvPr/>
                    </p:nvPicPr>
                    <p:blipFill>
                      <a:blip r:embed="rId15"/>
                      <a:srcRect/>
                      <a:stretch>
                        <a:fillRect/>
                      </a:stretch>
                    </p:blipFill>
                    <p:spPr bwMode="auto">
                      <a:xfrm>
                        <a:off x="1506938" y="5402263"/>
                        <a:ext cx="631825"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Content Placeholder 16">
            <a:extLst>
              <a:ext uri="{FF2B5EF4-FFF2-40B4-BE49-F238E27FC236}">
                <a16:creationId xmlns:a16="http://schemas.microsoft.com/office/drawing/2014/main" id="{477E5848-91CB-3FDE-D2DD-D6747CF49F1A}"/>
              </a:ext>
            </a:extLst>
          </p:cNvPr>
          <p:cNvSpPr>
            <a:spLocks noGrp="1"/>
          </p:cNvSpPr>
          <p:nvPr>
            <p:ph sz="quarter" idx="24"/>
          </p:nvPr>
        </p:nvSpPr>
        <p:spPr>
          <a:xfrm>
            <a:off x="2231273" y="5341979"/>
            <a:ext cx="589599" cy="405683"/>
          </a:xfrm>
        </p:spPr>
        <p:txBody>
          <a:bodyPr wrap="square" lIns="0" tIns="18000" rIns="0" bIns="18000" anchor="ctr" anchorCtr="0">
            <a:spAutoFit/>
          </a:bodyPr>
          <a:lstStyle/>
          <a:p>
            <a:pPr marL="0" indent="0">
              <a:spcBef>
                <a:spcPts val="600"/>
              </a:spcBef>
              <a:buNone/>
            </a:pPr>
            <a:r>
              <a:rPr lang="en-US" sz="2400" noProof="0" dirty="0"/>
              <a:t>and</a:t>
            </a:r>
          </a:p>
        </p:txBody>
      </p:sp>
      <p:graphicFrame>
        <p:nvGraphicFramePr>
          <p:cNvPr id="32" name="Object 31" descr="40 Ohms.&#10;">
            <a:extLst>
              <a:ext uri="{FF2B5EF4-FFF2-40B4-BE49-F238E27FC236}">
                <a16:creationId xmlns:a16="http://schemas.microsoft.com/office/drawing/2014/main" id="{7EACD6F4-5266-C467-5764-2EC7D7704349}"/>
              </a:ext>
            </a:extLst>
          </p:cNvPr>
          <p:cNvGraphicFramePr>
            <a:graphicFrameLocks noChangeAspect="1"/>
          </p:cNvGraphicFramePr>
          <p:nvPr/>
        </p:nvGraphicFramePr>
        <p:xfrm>
          <a:off x="2835475" y="5376863"/>
          <a:ext cx="655638" cy="376237"/>
        </p:xfrm>
        <a:graphic>
          <a:graphicData uri="http://schemas.openxmlformats.org/presentationml/2006/ole">
            <mc:AlternateContent xmlns:mc="http://schemas.openxmlformats.org/markup-compatibility/2006">
              <mc:Choice xmlns:v="urn:schemas-microsoft-com:vml" Requires="v">
                <p:oleObj name="Equation" r:id="rId16" imgW="355320" imgH="203040" progId="Equation.DSMT4">
                  <p:embed/>
                </p:oleObj>
              </mc:Choice>
              <mc:Fallback>
                <p:oleObj name="Equation" r:id="rId16" imgW="355320" imgH="203040" progId="Equation.DSMT4">
                  <p:embed/>
                  <p:pic>
                    <p:nvPicPr>
                      <p:cNvPr id="32" name="Object 31" descr="40 Ohms.&#10;">
                        <a:extLst>
                          <a:ext uri="{FF2B5EF4-FFF2-40B4-BE49-F238E27FC236}">
                            <a16:creationId xmlns:a16="http://schemas.microsoft.com/office/drawing/2014/main" id="{CB3CE9FF-33D7-4FF0-9896-91DCCF1717FC}"/>
                          </a:ext>
                        </a:extLst>
                      </p:cNvPr>
                      <p:cNvPicPr>
                        <a:picLocks noChangeAspect="1" noChangeArrowheads="1"/>
                      </p:cNvPicPr>
                      <p:nvPr/>
                    </p:nvPicPr>
                    <p:blipFill>
                      <a:blip r:embed="rId17"/>
                      <a:srcRect/>
                      <a:stretch>
                        <a:fillRect/>
                      </a:stretch>
                    </p:blipFill>
                    <p:spPr bwMode="auto">
                      <a:xfrm>
                        <a:off x="2835475" y="5376863"/>
                        <a:ext cx="655638"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 name="Content Placeholder 17">
            <a:extLst>
              <a:ext uri="{FF2B5EF4-FFF2-40B4-BE49-F238E27FC236}">
                <a16:creationId xmlns:a16="http://schemas.microsoft.com/office/drawing/2014/main" id="{96D41DD7-59E2-01EC-F867-507550FC2D71}"/>
              </a:ext>
            </a:extLst>
          </p:cNvPr>
          <p:cNvSpPr>
            <a:spLocks noGrp="1"/>
          </p:cNvSpPr>
          <p:nvPr>
            <p:ph sz="quarter" idx="25"/>
          </p:nvPr>
        </p:nvSpPr>
        <p:spPr>
          <a:xfrm>
            <a:off x="3593651" y="5327691"/>
            <a:ext cx="516336" cy="405683"/>
          </a:xfrm>
        </p:spPr>
        <p:txBody>
          <a:bodyPr wrap="square" lIns="0" tIns="18000" rIns="0" bIns="18000" anchor="ctr" anchorCtr="0">
            <a:spAutoFit/>
          </a:bodyPr>
          <a:lstStyle/>
          <a:p>
            <a:pPr marL="0" indent="0">
              <a:spcBef>
                <a:spcPts val="600"/>
              </a:spcBef>
              <a:buNone/>
            </a:pPr>
            <a:r>
              <a:rPr lang="en-US" sz="2400" noProof="0" dirty="0"/>
              <a:t>and</a:t>
            </a:r>
          </a:p>
        </p:txBody>
      </p:sp>
      <p:graphicFrame>
        <p:nvGraphicFramePr>
          <p:cNvPr id="33" name="Object 32" descr="20 Ohms.&#10;">
            <a:extLst>
              <a:ext uri="{FF2B5EF4-FFF2-40B4-BE49-F238E27FC236}">
                <a16:creationId xmlns:a16="http://schemas.microsoft.com/office/drawing/2014/main" id="{787508FD-D685-16F5-C316-9DE09BA0A120}"/>
              </a:ext>
            </a:extLst>
          </p:cNvPr>
          <p:cNvGraphicFramePr>
            <a:graphicFrameLocks noChangeAspect="1"/>
          </p:cNvGraphicFramePr>
          <p:nvPr/>
        </p:nvGraphicFramePr>
        <p:xfrm>
          <a:off x="4247850" y="5386488"/>
          <a:ext cx="657225" cy="376237"/>
        </p:xfrm>
        <a:graphic>
          <a:graphicData uri="http://schemas.openxmlformats.org/presentationml/2006/ole">
            <mc:AlternateContent xmlns:mc="http://schemas.openxmlformats.org/markup-compatibility/2006">
              <mc:Choice xmlns:v="urn:schemas-microsoft-com:vml" Requires="v">
                <p:oleObj name="Equation" r:id="rId18" imgW="355320" imgH="203040" progId="Equation.DSMT4">
                  <p:embed/>
                </p:oleObj>
              </mc:Choice>
              <mc:Fallback>
                <p:oleObj name="Equation" r:id="rId18" imgW="355320" imgH="203040" progId="Equation.DSMT4">
                  <p:embed/>
                  <p:pic>
                    <p:nvPicPr>
                      <p:cNvPr id="33" name="Object 32" descr="20 Ohms.&#10;">
                        <a:extLst>
                          <a:ext uri="{FF2B5EF4-FFF2-40B4-BE49-F238E27FC236}">
                            <a16:creationId xmlns:a16="http://schemas.microsoft.com/office/drawing/2014/main" id="{88A4C0A4-188D-4DFE-A431-C6AB39C0A06F}"/>
                          </a:ext>
                        </a:extLst>
                      </p:cNvPr>
                      <p:cNvPicPr>
                        <a:picLocks noChangeAspect="1" noChangeArrowheads="1"/>
                      </p:cNvPicPr>
                      <p:nvPr/>
                    </p:nvPicPr>
                    <p:blipFill>
                      <a:blip r:embed="rId19"/>
                      <a:srcRect/>
                      <a:stretch>
                        <a:fillRect/>
                      </a:stretch>
                    </p:blipFill>
                    <p:spPr bwMode="auto">
                      <a:xfrm>
                        <a:off x="4247850" y="5386488"/>
                        <a:ext cx="657225"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8" name="Picture 47" descr="Cross mark">
            <a:extLst>
              <a:ext uri="{FF2B5EF4-FFF2-40B4-BE49-F238E27FC236}">
                <a16:creationId xmlns:a16="http://schemas.microsoft.com/office/drawing/2014/main" id="{5B7CDE3D-61E9-9904-9243-9C0CACD0AEE4}"/>
              </a:ext>
            </a:extLst>
          </p:cNvPr>
          <p:cNvPicPr>
            <a:picLocks noChangeAspect="1"/>
          </p:cNvPicPr>
          <p:nvPr/>
        </p:nvPicPr>
        <p:blipFill>
          <a:blip r:embed="rId4"/>
          <a:stretch>
            <a:fillRect/>
          </a:stretch>
        </p:blipFill>
        <p:spPr>
          <a:xfrm>
            <a:off x="519777" y="5897996"/>
            <a:ext cx="352558" cy="329570"/>
          </a:xfrm>
          <a:prstGeom prst="rect">
            <a:avLst/>
          </a:prstGeom>
        </p:spPr>
      </p:pic>
      <p:sp>
        <p:nvSpPr>
          <p:cNvPr id="19" name="Content Placeholder 18">
            <a:extLst>
              <a:ext uri="{FF2B5EF4-FFF2-40B4-BE49-F238E27FC236}">
                <a16:creationId xmlns:a16="http://schemas.microsoft.com/office/drawing/2014/main" id="{B3209211-AACD-8D59-8216-2F6B5FB53D0E}"/>
              </a:ext>
            </a:extLst>
          </p:cNvPr>
          <p:cNvSpPr>
            <a:spLocks noGrp="1"/>
          </p:cNvSpPr>
          <p:nvPr>
            <p:ph sz="quarter" idx="26"/>
          </p:nvPr>
        </p:nvSpPr>
        <p:spPr>
          <a:xfrm>
            <a:off x="973973" y="5821404"/>
            <a:ext cx="457517" cy="405683"/>
          </a:xfrm>
        </p:spPr>
        <p:txBody>
          <a:bodyPr wrap="square" tIns="18000" bIns="18000" anchor="ctr" anchorCtr="0">
            <a:spAutoFit/>
          </a:bodyPr>
          <a:lstStyle/>
          <a:p>
            <a:pPr marL="457200" indent="-457200">
              <a:spcBef>
                <a:spcPts val="600"/>
              </a:spcBef>
              <a:buFont typeface="+mj-lt"/>
              <a:buAutoNum type="alphaUcPeriod" startAt="4"/>
            </a:pPr>
            <a:r>
              <a:rPr lang="en-US" sz="2400" noProof="0" dirty="0"/>
              <a:t> </a:t>
            </a:r>
          </a:p>
        </p:txBody>
      </p:sp>
      <p:graphicFrame>
        <p:nvGraphicFramePr>
          <p:cNvPr id="34" name="Object 33" descr="12 Ohms.&#10;">
            <a:extLst>
              <a:ext uri="{FF2B5EF4-FFF2-40B4-BE49-F238E27FC236}">
                <a16:creationId xmlns:a16="http://schemas.microsoft.com/office/drawing/2014/main" id="{EE2A94E1-53A7-7050-44C6-A0A923D306CF}"/>
              </a:ext>
            </a:extLst>
          </p:cNvPr>
          <p:cNvGraphicFramePr>
            <a:graphicFrameLocks noChangeAspect="1"/>
          </p:cNvGraphicFramePr>
          <p:nvPr/>
        </p:nvGraphicFramePr>
        <p:xfrm>
          <a:off x="1500388" y="5872163"/>
          <a:ext cx="631825" cy="376237"/>
        </p:xfrm>
        <a:graphic>
          <a:graphicData uri="http://schemas.openxmlformats.org/presentationml/2006/ole">
            <mc:AlternateContent xmlns:mc="http://schemas.openxmlformats.org/markup-compatibility/2006">
              <mc:Choice xmlns:v="urn:schemas-microsoft-com:vml" Requires="v">
                <p:oleObj name="Equation" r:id="rId20" imgW="342720" imgH="203040" progId="Equation.DSMT4">
                  <p:embed/>
                </p:oleObj>
              </mc:Choice>
              <mc:Fallback>
                <p:oleObj name="Equation" r:id="rId20" imgW="342720" imgH="203040" progId="Equation.DSMT4">
                  <p:embed/>
                  <p:pic>
                    <p:nvPicPr>
                      <p:cNvPr id="34" name="Object 33" descr="12 Ohms.&#10;">
                        <a:extLst>
                          <a:ext uri="{FF2B5EF4-FFF2-40B4-BE49-F238E27FC236}">
                            <a16:creationId xmlns:a16="http://schemas.microsoft.com/office/drawing/2014/main" id="{C860CEA4-9CEE-4B5E-9242-6E880CD6E758}"/>
                          </a:ext>
                        </a:extLst>
                      </p:cNvPr>
                      <p:cNvPicPr>
                        <a:picLocks noChangeAspect="1" noChangeArrowheads="1"/>
                      </p:cNvPicPr>
                      <p:nvPr/>
                    </p:nvPicPr>
                    <p:blipFill>
                      <a:blip r:embed="rId21"/>
                      <a:srcRect/>
                      <a:stretch>
                        <a:fillRect/>
                      </a:stretch>
                    </p:blipFill>
                    <p:spPr bwMode="auto">
                      <a:xfrm>
                        <a:off x="1500388" y="5872163"/>
                        <a:ext cx="631825"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 name="Content Placeholder 19">
            <a:extLst>
              <a:ext uri="{FF2B5EF4-FFF2-40B4-BE49-F238E27FC236}">
                <a16:creationId xmlns:a16="http://schemas.microsoft.com/office/drawing/2014/main" id="{2D333592-4156-34F0-31D5-B6EC824E56E7}"/>
              </a:ext>
            </a:extLst>
          </p:cNvPr>
          <p:cNvSpPr>
            <a:spLocks noGrp="1"/>
          </p:cNvSpPr>
          <p:nvPr>
            <p:ph sz="quarter" idx="27"/>
          </p:nvPr>
        </p:nvSpPr>
        <p:spPr>
          <a:xfrm>
            <a:off x="2231274" y="5806322"/>
            <a:ext cx="528956" cy="405683"/>
          </a:xfrm>
        </p:spPr>
        <p:txBody>
          <a:bodyPr wrap="square" lIns="0" tIns="18000" rIns="0" bIns="18000" anchor="ctr" anchorCtr="0">
            <a:spAutoFit/>
          </a:bodyPr>
          <a:lstStyle/>
          <a:p>
            <a:pPr marL="0" indent="0">
              <a:spcBef>
                <a:spcPts val="600"/>
              </a:spcBef>
              <a:buNone/>
            </a:pPr>
            <a:r>
              <a:rPr lang="en-US" sz="2400" noProof="0" dirty="0"/>
              <a:t>and</a:t>
            </a:r>
          </a:p>
        </p:txBody>
      </p:sp>
      <p:graphicFrame>
        <p:nvGraphicFramePr>
          <p:cNvPr id="36" name="Object 35" descr="180 Ohms.&#10;">
            <a:extLst>
              <a:ext uri="{FF2B5EF4-FFF2-40B4-BE49-F238E27FC236}">
                <a16:creationId xmlns:a16="http://schemas.microsoft.com/office/drawing/2014/main" id="{9FD62E9E-6F8D-1A2B-581C-3E7CB1B0E003}"/>
              </a:ext>
            </a:extLst>
          </p:cNvPr>
          <p:cNvGraphicFramePr>
            <a:graphicFrameLocks noChangeAspect="1"/>
          </p:cNvGraphicFramePr>
          <p:nvPr/>
        </p:nvGraphicFramePr>
        <p:xfrm>
          <a:off x="2803725" y="5872163"/>
          <a:ext cx="795338" cy="376237"/>
        </p:xfrm>
        <a:graphic>
          <a:graphicData uri="http://schemas.openxmlformats.org/presentationml/2006/ole">
            <mc:AlternateContent xmlns:mc="http://schemas.openxmlformats.org/markup-compatibility/2006">
              <mc:Choice xmlns:v="urn:schemas-microsoft-com:vml" Requires="v">
                <p:oleObj name="Equation" r:id="rId22" imgW="431640" imgH="203040" progId="Equation.DSMT4">
                  <p:embed/>
                </p:oleObj>
              </mc:Choice>
              <mc:Fallback>
                <p:oleObj name="Equation" r:id="rId22" imgW="431640" imgH="203040" progId="Equation.DSMT4">
                  <p:embed/>
                  <p:pic>
                    <p:nvPicPr>
                      <p:cNvPr id="36" name="Object 35" descr="180 Ohms.&#10;">
                        <a:extLst>
                          <a:ext uri="{FF2B5EF4-FFF2-40B4-BE49-F238E27FC236}">
                            <a16:creationId xmlns:a16="http://schemas.microsoft.com/office/drawing/2014/main" id="{E78A1F0B-03C2-4D3E-AC4E-6F9EB8403B7D}"/>
                          </a:ext>
                        </a:extLst>
                      </p:cNvPr>
                      <p:cNvPicPr>
                        <a:picLocks noChangeAspect="1" noChangeArrowheads="1"/>
                      </p:cNvPicPr>
                      <p:nvPr/>
                    </p:nvPicPr>
                    <p:blipFill>
                      <a:blip r:embed="rId23"/>
                      <a:srcRect/>
                      <a:stretch>
                        <a:fillRect/>
                      </a:stretch>
                    </p:blipFill>
                    <p:spPr bwMode="auto">
                      <a:xfrm>
                        <a:off x="2803725" y="5872163"/>
                        <a:ext cx="795338"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2707488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0AEBE-A56E-4785-B465-3211860E53B7}"/>
              </a:ext>
            </a:extLst>
          </p:cNvPr>
          <p:cNvSpPr>
            <a:spLocks noGrp="1"/>
          </p:cNvSpPr>
          <p:nvPr>
            <p:ph type="title"/>
          </p:nvPr>
        </p:nvSpPr>
        <p:spPr>
          <a:xfrm>
            <a:off x="446400" y="203127"/>
            <a:ext cx="8273985" cy="1021237"/>
          </a:xfrm>
        </p:spPr>
        <p:txBody>
          <a:bodyPr wrap="square" lIns="0" tIns="18000" rIns="0" bIns="18000" anchor="ctr" anchorCtr="0">
            <a:spAutoFit/>
          </a:bodyPr>
          <a:lstStyle/>
          <a:p>
            <a:r>
              <a:rPr lang="en-US" noProof="0" dirty="0"/>
              <a:t>Chapter 3 – Simple resistive circuits </a:t>
            </a:r>
            <a:r>
              <a:rPr lang="en-US" sz="2800" noProof="0" dirty="0"/>
              <a:t>(11 of 20)</a:t>
            </a:r>
            <a:endParaRPr lang="en-US" noProof="0" dirty="0"/>
          </a:p>
        </p:txBody>
      </p:sp>
      <p:sp>
        <p:nvSpPr>
          <p:cNvPr id="3" name="Content Placeholder 2">
            <a:extLst>
              <a:ext uri="{FF2B5EF4-FFF2-40B4-BE49-F238E27FC236}">
                <a16:creationId xmlns:a16="http://schemas.microsoft.com/office/drawing/2014/main" id="{B75821BA-3876-46D4-846A-D958805EF6A9}"/>
              </a:ext>
            </a:extLst>
          </p:cNvPr>
          <p:cNvSpPr>
            <a:spLocks noGrp="1"/>
          </p:cNvSpPr>
          <p:nvPr>
            <p:ph sz="quarter" idx="13"/>
          </p:nvPr>
        </p:nvSpPr>
        <p:spPr>
          <a:xfrm>
            <a:off x="438215" y="1388369"/>
            <a:ext cx="8273985" cy="775015"/>
          </a:xfrm>
        </p:spPr>
        <p:txBody>
          <a:bodyPr wrap="square" lIns="0" tIns="18000" rIns="0" bIns="18000" anchor="ctr" anchorCtr="0">
            <a:spAutoFit/>
          </a:bodyPr>
          <a:lstStyle/>
          <a:p>
            <a:pPr marL="0" indent="0">
              <a:spcBef>
                <a:spcPts val="600"/>
              </a:spcBef>
              <a:buNone/>
            </a:pPr>
            <a:r>
              <a:rPr lang="en-US" sz="2400" noProof="0" dirty="0"/>
              <a:t>Find the equivalent resistance of the parallel-connected resistors in the circuit here</a:t>
            </a:r>
          </a:p>
        </p:txBody>
      </p:sp>
      <p:pic>
        <p:nvPicPr>
          <p:cNvPr id="7" name="Picture 6" descr="A circuit diagram shows three resistors of 20 ohms, 40 ohms and 10 ohms connected to a galvanometer of 12 amperes in a parallel connection. A resistor of 12 ohms is connected from the node point of the galvanometer in series and two resistors of 20 ohms and 180 ohms are in parallel with each other, while resistor of 12 ohms is in series with the parallel combination of resistor of 20 ohms and 180 ohms. All components are connected between the same set of electrically common points.">
            <a:extLst>
              <a:ext uri="{FF2B5EF4-FFF2-40B4-BE49-F238E27FC236}">
                <a16:creationId xmlns:a16="http://schemas.microsoft.com/office/drawing/2014/main" id="{91BCFA48-BCCE-4BC7-8B81-8F507A274FC5}"/>
              </a:ext>
            </a:extLst>
          </p:cNvPr>
          <p:cNvPicPr>
            <a:picLocks noChangeAspect="1"/>
          </p:cNvPicPr>
          <p:nvPr/>
        </p:nvPicPr>
        <p:blipFill>
          <a:blip r:embed="rId3"/>
          <a:stretch>
            <a:fillRect/>
          </a:stretch>
        </p:blipFill>
        <p:spPr>
          <a:xfrm>
            <a:off x="2076735" y="2296983"/>
            <a:ext cx="5010849" cy="1857634"/>
          </a:xfrm>
          <a:prstGeom prst="rect">
            <a:avLst/>
          </a:prstGeom>
        </p:spPr>
      </p:pic>
      <p:sp>
        <p:nvSpPr>
          <p:cNvPr id="12" name="Content Placeholder 11">
            <a:extLst>
              <a:ext uri="{FF2B5EF4-FFF2-40B4-BE49-F238E27FC236}">
                <a16:creationId xmlns:a16="http://schemas.microsoft.com/office/drawing/2014/main" id="{E7E97EAF-586F-4C46-961D-03A6792821DA}"/>
              </a:ext>
            </a:extLst>
          </p:cNvPr>
          <p:cNvSpPr>
            <a:spLocks noGrp="1"/>
          </p:cNvSpPr>
          <p:nvPr>
            <p:ph sz="quarter" idx="19"/>
          </p:nvPr>
        </p:nvSpPr>
        <p:spPr>
          <a:xfrm>
            <a:off x="1077280" y="4296450"/>
            <a:ext cx="490263" cy="405683"/>
          </a:xfrm>
        </p:spPr>
        <p:txBody>
          <a:bodyPr wrap="square" lIns="0" tIns="18000" rIns="0" bIns="18000" anchor="ctr" anchorCtr="0">
            <a:spAutoFit/>
          </a:bodyPr>
          <a:lstStyle/>
          <a:p>
            <a:pPr marL="444500" indent="-342900">
              <a:buFont typeface="+mj-lt"/>
              <a:buAutoNum type="alphaUcPeriod"/>
            </a:pPr>
            <a:r>
              <a:rPr lang="en-US" sz="2400" noProof="0" dirty="0"/>
              <a:t> </a:t>
            </a:r>
          </a:p>
        </p:txBody>
      </p:sp>
      <p:graphicFrame>
        <p:nvGraphicFramePr>
          <p:cNvPr id="14" name="Object 13" descr="70 Ohms.&#10;">
            <a:extLst>
              <a:ext uri="{FF2B5EF4-FFF2-40B4-BE49-F238E27FC236}">
                <a16:creationId xmlns:a16="http://schemas.microsoft.com/office/drawing/2014/main" id="{652725CB-07CB-4957-8210-4B066037E6A4}"/>
              </a:ext>
            </a:extLst>
          </p:cNvPr>
          <p:cNvGraphicFramePr>
            <a:graphicFrameLocks noChangeAspect="1"/>
          </p:cNvGraphicFramePr>
          <p:nvPr>
            <p:extLst>
              <p:ext uri="{D42A27DB-BD31-4B8C-83A1-F6EECF244321}">
                <p14:modId xmlns:p14="http://schemas.microsoft.com/office/powerpoint/2010/main" val="2063586471"/>
              </p:ext>
            </p:extLst>
          </p:nvPr>
        </p:nvGraphicFramePr>
        <p:xfrm>
          <a:off x="1625600" y="4343400"/>
          <a:ext cx="703263" cy="376238"/>
        </p:xfrm>
        <a:graphic>
          <a:graphicData uri="http://schemas.openxmlformats.org/presentationml/2006/ole">
            <mc:AlternateContent xmlns:mc="http://schemas.openxmlformats.org/markup-compatibility/2006">
              <mc:Choice xmlns:v="urn:schemas-microsoft-com:vml" Requires="v">
                <p:oleObj name="Equation" r:id="rId4" imgW="380880" imgH="203040" progId="Equation.DSMT4">
                  <p:embed/>
                </p:oleObj>
              </mc:Choice>
              <mc:Fallback>
                <p:oleObj name="Equation" r:id="rId4" imgW="380880" imgH="203040" progId="Equation.DSMT4">
                  <p:embed/>
                  <p:pic>
                    <p:nvPicPr>
                      <p:cNvPr id="14" name="Object 13">
                        <a:extLst>
                          <a:ext uri="{FF2B5EF4-FFF2-40B4-BE49-F238E27FC236}">
                            <a16:creationId xmlns:a16="http://schemas.microsoft.com/office/drawing/2014/main" id="{652725CB-07CB-4957-8210-4B066037E6A4}"/>
                          </a:ext>
                        </a:extLst>
                      </p:cNvPr>
                      <p:cNvPicPr>
                        <a:picLocks noChangeAspect="1" noChangeArrowheads="1"/>
                      </p:cNvPicPr>
                      <p:nvPr/>
                    </p:nvPicPr>
                    <p:blipFill>
                      <a:blip r:embed="rId5"/>
                      <a:srcRect/>
                      <a:stretch>
                        <a:fillRect/>
                      </a:stretch>
                    </p:blipFill>
                    <p:spPr bwMode="auto">
                      <a:xfrm>
                        <a:off x="1625600" y="4343400"/>
                        <a:ext cx="703263"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Content Placeholder 12">
            <a:extLst>
              <a:ext uri="{FF2B5EF4-FFF2-40B4-BE49-F238E27FC236}">
                <a16:creationId xmlns:a16="http://schemas.microsoft.com/office/drawing/2014/main" id="{78DCED98-9D72-49C5-B089-8F5ED600B691}"/>
              </a:ext>
            </a:extLst>
          </p:cNvPr>
          <p:cNvSpPr>
            <a:spLocks noGrp="1"/>
          </p:cNvSpPr>
          <p:nvPr>
            <p:ph sz="quarter" idx="20"/>
          </p:nvPr>
        </p:nvSpPr>
        <p:spPr>
          <a:xfrm>
            <a:off x="1077280" y="4773018"/>
            <a:ext cx="490263" cy="405683"/>
          </a:xfrm>
        </p:spPr>
        <p:txBody>
          <a:bodyPr wrap="square" lIns="0" tIns="18000" rIns="0" bIns="18000" anchor="ctr" anchorCtr="0">
            <a:spAutoFit/>
          </a:bodyPr>
          <a:lstStyle/>
          <a:p>
            <a:pPr marL="444500" indent="-342900">
              <a:buFont typeface="+mj-lt"/>
              <a:buAutoNum type="alphaUcPeriod" startAt="2"/>
            </a:pPr>
            <a:r>
              <a:rPr lang="en-US" sz="2400" noProof="0" dirty="0"/>
              <a:t> </a:t>
            </a:r>
          </a:p>
        </p:txBody>
      </p:sp>
      <p:graphicFrame>
        <p:nvGraphicFramePr>
          <p:cNvPr id="15" name="Object 14" descr="200 Ohms.&#10;">
            <a:extLst>
              <a:ext uri="{FF2B5EF4-FFF2-40B4-BE49-F238E27FC236}">
                <a16:creationId xmlns:a16="http://schemas.microsoft.com/office/drawing/2014/main" id="{AC72EBA4-CADF-42CB-8A87-F4E69003EA21}"/>
              </a:ext>
            </a:extLst>
          </p:cNvPr>
          <p:cNvGraphicFramePr>
            <a:graphicFrameLocks noChangeAspect="1"/>
          </p:cNvGraphicFramePr>
          <p:nvPr>
            <p:extLst>
              <p:ext uri="{D42A27DB-BD31-4B8C-83A1-F6EECF244321}">
                <p14:modId xmlns:p14="http://schemas.microsoft.com/office/powerpoint/2010/main" val="2576648552"/>
              </p:ext>
            </p:extLst>
          </p:nvPr>
        </p:nvGraphicFramePr>
        <p:xfrm>
          <a:off x="1639373" y="4840288"/>
          <a:ext cx="795337" cy="376237"/>
        </p:xfrm>
        <a:graphic>
          <a:graphicData uri="http://schemas.openxmlformats.org/presentationml/2006/ole">
            <mc:AlternateContent xmlns:mc="http://schemas.openxmlformats.org/markup-compatibility/2006">
              <mc:Choice xmlns:v="urn:schemas-microsoft-com:vml" Requires="v">
                <p:oleObj name="Equation" r:id="rId6" imgW="431640" imgH="203040" progId="Equation.DSMT4">
                  <p:embed/>
                </p:oleObj>
              </mc:Choice>
              <mc:Fallback>
                <p:oleObj name="Equation" r:id="rId6" imgW="431640" imgH="203040" progId="Equation.DSMT4">
                  <p:embed/>
                  <p:pic>
                    <p:nvPicPr>
                      <p:cNvPr id="15" name="Object 14">
                        <a:extLst>
                          <a:ext uri="{FF2B5EF4-FFF2-40B4-BE49-F238E27FC236}">
                            <a16:creationId xmlns:a16="http://schemas.microsoft.com/office/drawing/2014/main" id="{AC72EBA4-CADF-42CB-8A87-F4E69003EA21}"/>
                          </a:ext>
                        </a:extLst>
                      </p:cNvPr>
                      <p:cNvPicPr>
                        <a:picLocks noChangeAspect="1" noChangeArrowheads="1"/>
                      </p:cNvPicPr>
                      <p:nvPr/>
                    </p:nvPicPr>
                    <p:blipFill>
                      <a:blip r:embed="rId7"/>
                      <a:srcRect/>
                      <a:stretch>
                        <a:fillRect/>
                      </a:stretch>
                    </p:blipFill>
                    <p:spPr bwMode="auto">
                      <a:xfrm>
                        <a:off x="1639373" y="4840288"/>
                        <a:ext cx="795337"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Content Placeholder 15">
            <a:extLst>
              <a:ext uri="{FF2B5EF4-FFF2-40B4-BE49-F238E27FC236}">
                <a16:creationId xmlns:a16="http://schemas.microsoft.com/office/drawing/2014/main" id="{7A4B13BD-15BC-4607-B1CF-B63504436D35}"/>
              </a:ext>
            </a:extLst>
          </p:cNvPr>
          <p:cNvSpPr>
            <a:spLocks noGrp="1"/>
          </p:cNvSpPr>
          <p:nvPr>
            <p:ph sz="quarter" idx="23"/>
          </p:nvPr>
        </p:nvSpPr>
        <p:spPr>
          <a:xfrm>
            <a:off x="1079906" y="5272127"/>
            <a:ext cx="487637" cy="405683"/>
          </a:xfrm>
        </p:spPr>
        <p:txBody>
          <a:bodyPr wrap="square" lIns="0" tIns="18000" rIns="0" bIns="18000" anchor="ctr" anchorCtr="0">
            <a:spAutoFit/>
          </a:bodyPr>
          <a:lstStyle/>
          <a:p>
            <a:pPr marL="444500" indent="-342900">
              <a:buFont typeface="+mj-lt"/>
              <a:buAutoNum type="alphaUcPeriod" startAt="3"/>
            </a:pPr>
            <a:r>
              <a:rPr lang="en-US" sz="2400" noProof="0" dirty="0"/>
              <a:t> </a:t>
            </a:r>
          </a:p>
        </p:txBody>
      </p:sp>
      <p:graphicFrame>
        <p:nvGraphicFramePr>
          <p:cNvPr id="18" name="Object 17" descr="82 Ohms.&#10;">
            <a:extLst>
              <a:ext uri="{FF2B5EF4-FFF2-40B4-BE49-F238E27FC236}">
                <a16:creationId xmlns:a16="http://schemas.microsoft.com/office/drawing/2014/main" id="{3B7CF6EC-2FB3-406A-A1A9-FBA7D085CF76}"/>
              </a:ext>
            </a:extLst>
          </p:cNvPr>
          <p:cNvGraphicFramePr>
            <a:graphicFrameLocks noChangeAspect="1"/>
          </p:cNvGraphicFramePr>
          <p:nvPr>
            <p:extLst>
              <p:ext uri="{D42A27DB-BD31-4B8C-83A1-F6EECF244321}">
                <p14:modId xmlns:p14="http://schemas.microsoft.com/office/powerpoint/2010/main" val="506169044"/>
              </p:ext>
            </p:extLst>
          </p:nvPr>
        </p:nvGraphicFramePr>
        <p:xfrm>
          <a:off x="1640046" y="5329238"/>
          <a:ext cx="631825" cy="376237"/>
        </p:xfrm>
        <a:graphic>
          <a:graphicData uri="http://schemas.openxmlformats.org/presentationml/2006/ole">
            <mc:AlternateContent xmlns:mc="http://schemas.openxmlformats.org/markup-compatibility/2006">
              <mc:Choice xmlns:v="urn:schemas-microsoft-com:vml" Requires="v">
                <p:oleObj name="Equation" r:id="rId8" imgW="342720" imgH="203040" progId="Equation.DSMT4">
                  <p:embed/>
                </p:oleObj>
              </mc:Choice>
              <mc:Fallback>
                <p:oleObj name="Equation" r:id="rId8" imgW="342720" imgH="203040" progId="Equation.DSMT4">
                  <p:embed/>
                  <p:pic>
                    <p:nvPicPr>
                      <p:cNvPr id="18" name="Object 17">
                        <a:extLst>
                          <a:ext uri="{FF2B5EF4-FFF2-40B4-BE49-F238E27FC236}">
                            <a16:creationId xmlns:a16="http://schemas.microsoft.com/office/drawing/2014/main" id="{3B7CF6EC-2FB3-406A-A1A9-FBA7D085CF76}"/>
                          </a:ext>
                        </a:extLst>
                      </p:cNvPr>
                      <p:cNvPicPr>
                        <a:picLocks noChangeAspect="1" noChangeArrowheads="1"/>
                      </p:cNvPicPr>
                      <p:nvPr/>
                    </p:nvPicPr>
                    <p:blipFill>
                      <a:blip r:embed="rId9"/>
                      <a:srcRect/>
                      <a:stretch>
                        <a:fillRect/>
                      </a:stretch>
                    </p:blipFill>
                    <p:spPr bwMode="auto">
                      <a:xfrm>
                        <a:off x="1640046" y="5329238"/>
                        <a:ext cx="631825"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Content Placeholder 16">
            <a:extLst>
              <a:ext uri="{FF2B5EF4-FFF2-40B4-BE49-F238E27FC236}">
                <a16:creationId xmlns:a16="http://schemas.microsoft.com/office/drawing/2014/main" id="{911CCEA2-BCDF-4E43-854D-9BE8BFE0CE80}"/>
              </a:ext>
            </a:extLst>
          </p:cNvPr>
          <p:cNvSpPr>
            <a:spLocks noGrp="1"/>
          </p:cNvSpPr>
          <p:nvPr>
            <p:ph sz="quarter" idx="24"/>
          </p:nvPr>
        </p:nvSpPr>
        <p:spPr>
          <a:xfrm>
            <a:off x="1079204" y="5790923"/>
            <a:ext cx="487637" cy="405683"/>
          </a:xfrm>
        </p:spPr>
        <p:txBody>
          <a:bodyPr wrap="square" lIns="0" tIns="18000" rIns="0" bIns="18000" anchor="ctr" anchorCtr="0">
            <a:spAutoFit/>
          </a:bodyPr>
          <a:lstStyle/>
          <a:p>
            <a:pPr marL="444500" indent="-342900">
              <a:buFont typeface="+mj-lt"/>
              <a:buAutoNum type="alphaUcPeriod" startAt="4"/>
            </a:pPr>
            <a:r>
              <a:rPr lang="en-US" sz="2400" noProof="0" dirty="0"/>
              <a:t> </a:t>
            </a:r>
          </a:p>
        </p:txBody>
      </p:sp>
      <p:graphicFrame>
        <p:nvGraphicFramePr>
          <p:cNvPr id="19" name="Object 18" descr="18 Ohms.&#10;">
            <a:extLst>
              <a:ext uri="{FF2B5EF4-FFF2-40B4-BE49-F238E27FC236}">
                <a16:creationId xmlns:a16="http://schemas.microsoft.com/office/drawing/2014/main" id="{8BD329D7-60A4-46B8-AEFF-E47CC94D65BE}"/>
              </a:ext>
            </a:extLst>
          </p:cNvPr>
          <p:cNvGraphicFramePr>
            <a:graphicFrameLocks noChangeAspect="1"/>
          </p:cNvGraphicFramePr>
          <p:nvPr>
            <p:extLst>
              <p:ext uri="{D42A27DB-BD31-4B8C-83A1-F6EECF244321}">
                <p14:modId xmlns:p14="http://schemas.microsoft.com/office/powerpoint/2010/main" val="3861836764"/>
              </p:ext>
            </p:extLst>
          </p:nvPr>
        </p:nvGraphicFramePr>
        <p:xfrm>
          <a:off x="1652485" y="5808209"/>
          <a:ext cx="631825" cy="376237"/>
        </p:xfrm>
        <a:graphic>
          <a:graphicData uri="http://schemas.openxmlformats.org/presentationml/2006/ole">
            <mc:AlternateContent xmlns:mc="http://schemas.openxmlformats.org/markup-compatibility/2006">
              <mc:Choice xmlns:v="urn:schemas-microsoft-com:vml" Requires="v">
                <p:oleObj name="Equation" r:id="rId10" imgW="342720" imgH="203040" progId="Equation.DSMT4">
                  <p:embed/>
                </p:oleObj>
              </mc:Choice>
              <mc:Fallback>
                <p:oleObj name="Equation" r:id="rId10" imgW="342720" imgH="203040" progId="Equation.DSMT4">
                  <p:embed/>
                  <p:pic>
                    <p:nvPicPr>
                      <p:cNvPr id="19" name="Object 18">
                        <a:extLst>
                          <a:ext uri="{FF2B5EF4-FFF2-40B4-BE49-F238E27FC236}">
                            <a16:creationId xmlns:a16="http://schemas.microsoft.com/office/drawing/2014/main" id="{8BD329D7-60A4-46B8-AEFF-E47CC94D65BE}"/>
                          </a:ext>
                        </a:extLst>
                      </p:cNvPr>
                      <p:cNvPicPr>
                        <a:picLocks noChangeAspect="1" noChangeArrowheads="1"/>
                      </p:cNvPicPr>
                      <p:nvPr/>
                    </p:nvPicPr>
                    <p:blipFill>
                      <a:blip r:embed="rId11"/>
                      <a:srcRect/>
                      <a:stretch>
                        <a:fillRect/>
                      </a:stretch>
                    </p:blipFill>
                    <p:spPr bwMode="auto">
                      <a:xfrm>
                        <a:off x="1652485" y="5808209"/>
                        <a:ext cx="631825"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8353232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A9635-86C3-A194-0B65-9C5BB9DF44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018F03-140E-9FF8-9CD3-FA3643C16654}"/>
              </a:ext>
            </a:extLst>
          </p:cNvPr>
          <p:cNvSpPr>
            <a:spLocks noGrp="1"/>
          </p:cNvSpPr>
          <p:nvPr>
            <p:ph type="title"/>
          </p:nvPr>
        </p:nvSpPr>
        <p:spPr>
          <a:xfrm>
            <a:off x="446400" y="203127"/>
            <a:ext cx="8273985" cy="1021237"/>
          </a:xfrm>
        </p:spPr>
        <p:txBody>
          <a:bodyPr wrap="square" lIns="0" tIns="18000" rIns="0" bIns="18000" anchor="ctr" anchorCtr="0">
            <a:spAutoFit/>
          </a:bodyPr>
          <a:lstStyle/>
          <a:p>
            <a:r>
              <a:rPr lang="en-US" noProof="0" dirty="0"/>
              <a:t>Chapter 3 – Simple resistive circuits </a:t>
            </a:r>
            <a:r>
              <a:rPr lang="en-US" sz="2800" noProof="0" dirty="0"/>
              <a:t>(11 of 20)</a:t>
            </a:r>
            <a:endParaRPr lang="en-US" noProof="0" dirty="0"/>
          </a:p>
        </p:txBody>
      </p:sp>
      <p:sp>
        <p:nvSpPr>
          <p:cNvPr id="3" name="Content Placeholder 2">
            <a:extLst>
              <a:ext uri="{FF2B5EF4-FFF2-40B4-BE49-F238E27FC236}">
                <a16:creationId xmlns:a16="http://schemas.microsoft.com/office/drawing/2014/main" id="{AA9745F2-00C9-64EA-F18A-81FBED518CEA}"/>
              </a:ext>
            </a:extLst>
          </p:cNvPr>
          <p:cNvSpPr>
            <a:spLocks noGrp="1"/>
          </p:cNvSpPr>
          <p:nvPr>
            <p:ph sz="quarter" idx="13"/>
          </p:nvPr>
        </p:nvSpPr>
        <p:spPr>
          <a:xfrm>
            <a:off x="438215" y="1388369"/>
            <a:ext cx="8273985" cy="775015"/>
          </a:xfrm>
        </p:spPr>
        <p:txBody>
          <a:bodyPr wrap="square" lIns="0" tIns="18000" rIns="0" bIns="18000" anchor="ctr" anchorCtr="0">
            <a:spAutoFit/>
          </a:bodyPr>
          <a:lstStyle/>
          <a:p>
            <a:pPr marL="0" indent="0">
              <a:spcBef>
                <a:spcPts val="600"/>
              </a:spcBef>
              <a:buNone/>
            </a:pPr>
            <a:r>
              <a:rPr lang="en-US" sz="2400" noProof="0" dirty="0"/>
              <a:t>Find the equivalent resistance of the parallel-connected resistors in the circuit here</a:t>
            </a:r>
          </a:p>
        </p:txBody>
      </p:sp>
      <p:pic>
        <p:nvPicPr>
          <p:cNvPr id="7" name="Picture 6" descr="A circuit diagram shows three resistors of 20 ohms, 40 ohms and 10 ohms connected to a galvanometer of 12 amperes in a parallel connection. A resistor of 12 ohms is connected from the node point of the galvanometer in series and two resistors of 20 ohms and 180 ohms are in parallel with each other, while resistor of 12 ohms is in series with the parallel combination of resistor of 20 ohms and 180 ohms. All components are connected between the same set of electrically common points.">
            <a:extLst>
              <a:ext uri="{FF2B5EF4-FFF2-40B4-BE49-F238E27FC236}">
                <a16:creationId xmlns:a16="http://schemas.microsoft.com/office/drawing/2014/main" id="{B105F550-3AC6-CE24-3C6E-5FA331E3F5AC}"/>
              </a:ext>
            </a:extLst>
          </p:cNvPr>
          <p:cNvPicPr>
            <a:picLocks noChangeAspect="1"/>
          </p:cNvPicPr>
          <p:nvPr/>
        </p:nvPicPr>
        <p:blipFill>
          <a:blip r:embed="rId3"/>
          <a:stretch>
            <a:fillRect/>
          </a:stretch>
        </p:blipFill>
        <p:spPr>
          <a:xfrm>
            <a:off x="2076735" y="2296983"/>
            <a:ext cx="5010849" cy="1857634"/>
          </a:xfrm>
          <a:prstGeom prst="rect">
            <a:avLst/>
          </a:prstGeom>
        </p:spPr>
      </p:pic>
      <p:pic>
        <p:nvPicPr>
          <p:cNvPr id="42" name="Picture 41" descr="Cross mark">
            <a:extLst>
              <a:ext uri="{FF2B5EF4-FFF2-40B4-BE49-F238E27FC236}">
                <a16:creationId xmlns:a16="http://schemas.microsoft.com/office/drawing/2014/main" id="{6CD50605-DDBD-D7A4-B29C-0472FA7FECB0}"/>
              </a:ext>
            </a:extLst>
          </p:cNvPr>
          <p:cNvPicPr>
            <a:picLocks noChangeAspect="1"/>
          </p:cNvPicPr>
          <p:nvPr/>
        </p:nvPicPr>
        <p:blipFill>
          <a:blip r:embed="rId4"/>
          <a:stretch>
            <a:fillRect/>
          </a:stretch>
        </p:blipFill>
        <p:spPr>
          <a:xfrm>
            <a:off x="609515" y="4354581"/>
            <a:ext cx="345611" cy="323076"/>
          </a:xfrm>
          <a:prstGeom prst="rect">
            <a:avLst/>
          </a:prstGeom>
        </p:spPr>
      </p:pic>
      <p:sp>
        <p:nvSpPr>
          <p:cNvPr id="12" name="Content Placeholder 11">
            <a:extLst>
              <a:ext uri="{FF2B5EF4-FFF2-40B4-BE49-F238E27FC236}">
                <a16:creationId xmlns:a16="http://schemas.microsoft.com/office/drawing/2014/main" id="{C11D106F-3803-8129-8AD7-24CFFF5B128B}"/>
              </a:ext>
            </a:extLst>
          </p:cNvPr>
          <p:cNvSpPr>
            <a:spLocks noGrp="1"/>
          </p:cNvSpPr>
          <p:nvPr>
            <p:ph sz="quarter" idx="19"/>
          </p:nvPr>
        </p:nvSpPr>
        <p:spPr>
          <a:xfrm>
            <a:off x="1077280" y="4296450"/>
            <a:ext cx="490263" cy="405683"/>
          </a:xfrm>
        </p:spPr>
        <p:txBody>
          <a:bodyPr wrap="square" lIns="0" tIns="18000" rIns="0" bIns="18000" anchor="ctr" anchorCtr="0">
            <a:spAutoFit/>
          </a:bodyPr>
          <a:lstStyle/>
          <a:p>
            <a:pPr marL="444500" indent="-342900">
              <a:buFont typeface="+mj-lt"/>
              <a:buAutoNum type="alphaUcPeriod"/>
            </a:pPr>
            <a:r>
              <a:rPr lang="en-US" sz="2400" noProof="0" dirty="0"/>
              <a:t> </a:t>
            </a:r>
          </a:p>
        </p:txBody>
      </p:sp>
      <p:graphicFrame>
        <p:nvGraphicFramePr>
          <p:cNvPr id="14" name="Object 13" descr="70 Ohms.&#10;">
            <a:extLst>
              <a:ext uri="{FF2B5EF4-FFF2-40B4-BE49-F238E27FC236}">
                <a16:creationId xmlns:a16="http://schemas.microsoft.com/office/drawing/2014/main" id="{0F08808F-FB50-F106-E440-0FB1BE3090D2}"/>
              </a:ext>
            </a:extLst>
          </p:cNvPr>
          <p:cNvGraphicFramePr>
            <a:graphicFrameLocks noChangeAspect="1"/>
          </p:cNvGraphicFramePr>
          <p:nvPr/>
        </p:nvGraphicFramePr>
        <p:xfrm>
          <a:off x="1625600" y="4343400"/>
          <a:ext cx="703263" cy="376238"/>
        </p:xfrm>
        <a:graphic>
          <a:graphicData uri="http://schemas.openxmlformats.org/presentationml/2006/ole">
            <mc:AlternateContent xmlns:mc="http://schemas.openxmlformats.org/markup-compatibility/2006">
              <mc:Choice xmlns:v="urn:schemas-microsoft-com:vml" Requires="v">
                <p:oleObj name="Equation" r:id="rId5" imgW="380880" imgH="203040" progId="Equation.DSMT4">
                  <p:embed/>
                </p:oleObj>
              </mc:Choice>
              <mc:Fallback>
                <p:oleObj name="Equation" r:id="rId5" imgW="380880" imgH="203040" progId="Equation.DSMT4">
                  <p:embed/>
                  <p:pic>
                    <p:nvPicPr>
                      <p:cNvPr id="14" name="Object 13" descr="70 Ohms.&#10;">
                        <a:extLst>
                          <a:ext uri="{FF2B5EF4-FFF2-40B4-BE49-F238E27FC236}">
                            <a16:creationId xmlns:a16="http://schemas.microsoft.com/office/drawing/2014/main" id="{652725CB-07CB-4957-8210-4B066037E6A4}"/>
                          </a:ext>
                        </a:extLst>
                      </p:cNvPr>
                      <p:cNvPicPr>
                        <a:picLocks noChangeAspect="1" noChangeArrowheads="1"/>
                      </p:cNvPicPr>
                      <p:nvPr/>
                    </p:nvPicPr>
                    <p:blipFill>
                      <a:blip r:embed="rId6"/>
                      <a:srcRect/>
                      <a:stretch>
                        <a:fillRect/>
                      </a:stretch>
                    </p:blipFill>
                    <p:spPr bwMode="auto">
                      <a:xfrm>
                        <a:off x="1625600" y="4343400"/>
                        <a:ext cx="703263"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8" name="Picture 47" descr="Cross mark">
            <a:extLst>
              <a:ext uri="{FF2B5EF4-FFF2-40B4-BE49-F238E27FC236}">
                <a16:creationId xmlns:a16="http://schemas.microsoft.com/office/drawing/2014/main" id="{80DCADF0-D32B-3896-B790-A6744AACDD9B}"/>
              </a:ext>
            </a:extLst>
          </p:cNvPr>
          <p:cNvPicPr>
            <a:picLocks noChangeAspect="1"/>
          </p:cNvPicPr>
          <p:nvPr/>
        </p:nvPicPr>
        <p:blipFill>
          <a:blip r:embed="rId4"/>
          <a:stretch>
            <a:fillRect/>
          </a:stretch>
        </p:blipFill>
        <p:spPr>
          <a:xfrm>
            <a:off x="606041" y="4840288"/>
            <a:ext cx="352558" cy="329570"/>
          </a:xfrm>
          <a:prstGeom prst="rect">
            <a:avLst/>
          </a:prstGeom>
        </p:spPr>
      </p:pic>
      <p:sp>
        <p:nvSpPr>
          <p:cNvPr id="13" name="Content Placeholder 12">
            <a:extLst>
              <a:ext uri="{FF2B5EF4-FFF2-40B4-BE49-F238E27FC236}">
                <a16:creationId xmlns:a16="http://schemas.microsoft.com/office/drawing/2014/main" id="{E1ACBE97-454D-946C-E3B9-AA5A73BB57C2}"/>
              </a:ext>
            </a:extLst>
          </p:cNvPr>
          <p:cNvSpPr>
            <a:spLocks noGrp="1"/>
          </p:cNvSpPr>
          <p:nvPr>
            <p:ph sz="quarter" idx="20"/>
          </p:nvPr>
        </p:nvSpPr>
        <p:spPr>
          <a:xfrm>
            <a:off x="1077280" y="4773018"/>
            <a:ext cx="490263" cy="405683"/>
          </a:xfrm>
        </p:spPr>
        <p:txBody>
          <a:bodyPr wrap="square" lIns="0" tIns="18000" rIns="0" bIns="18000" anchor="ctr" anchorCtr="0">
            <a:spAutoFit/>
          </a:bodyPr>
          <a:lstStyle/>
          <a:p>
            <a:pPr marL="444500" indent="-342900">
              <a:buFont typeface="+mj-lt"/>
              <a:buAutoNum type="alphaUcPeriod" startAt="2"/>
            </a:pPr>
            <a:r>
              <a:rPr lang="en-US" sz="2400" noProof="0" dirty="0"/>
              <a:t> </a:t>
            </a:r>
          </a:p>
        </p:txBody>
      </p:sp>
      <p:graphicFrame>
        <p:nvGraphicFramePr>
          <p:cNvPr id="15" name="Object 14" descr="200 Ohms.&#10;">
            <a:extLst>
              <a:ext uri="{FF2B5EF4-FFF2-40B4-BE49-F238E27FC236}">
                <a16:creationId xmlns:a16="http://schemas.microsoft.com/office/drawing/2014/main" id="{B12CE9CE-4865-BB9C-A453-95EBF2977142}"/>
              </a:ext>
            </a:extLst>
          </p:cNvPr>
          <p:cNvGraphicFramePr>
            <a:graphicFrameLocks noChangeAspect="1"/>
          </p:cNvGraphicFramePr>
          <p:nvPr/>
        </p:nvGraphicFramePr>
        <p:xfrm>
          <a:off x="1639373" y="4840288"/>
          <a:ext cx="795337" cy="376237"/>
        </p:xfrm>
        <a:graphic>
          <a:graphicData uri="http://schemas.openxmlformats.org/presentationml/2006/ole">
            <mc:AlternateContent xmlns:mc="http://schemas.openxmlformats.org/markup-compatibility/2006">
              <mc:Choice xmlns:v="urn:schemas-microsoft-com:vml" Requires="v">
                <p:oleObj name="Equation" r:id="rId7" imgW="431640" imgH="203040" progId="Equation.DSMT4">
                  <p:embed/>
                </p:oleObj>
              </mc:Choice>
              <mc:Fallback>
                <p:oleObj name="Equation" r:id="rId7" imgW="431640" imgH="203040" progId="Equation.DSMT4">
                  <p:embed/>
                  <p:pic>
                    <p:nvPicPr>
                      <p:cNvPr id="15" name="Object 14" descr="200 Ohms.&#10;">
                        <a:extLst>
                          <a:ext uri="{FF2B5EF4-FFF2-40B4-BE49-F238E27FC236}">
                            <a16:creationId xmlns:a16="http://schemas.microsoft.com/office/drawing/2014/main" id="{AC72EBA4-CADF-42CB-8A87-F4E69003EA21}"/>
                          </a:ext>
                        </a:extLst>
                      </p:cNvPr>
                      <p:cNvPicPr>
                        <a:picLocks noChangeAspect="1" noChangeArrowheads="1"/>
                      </p:cNvPicPr>
                      <p:nvPr/>
                    </p:nvPicPr>
                    <p:blipFill>
                      <a:blip r:embed="rId8"/>
                      <a:srcRect/>
                      <a:stretch>
                        <a:fillRect/>
                      </a:stretch>
                    </p:blipFill>
                    <p:spPr bwMode="auto">
                      <a:xfrm>
                        <a:off x="1639373" y="4840288"/>
                        <a:ext cx="795337"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4" name="Picture 43" descr="Cross mark">
            <a:extLst>
              <a:ext uri="{FF2B5EF4-FFF2-40B4-BE49-F238E27FC236}">
                <a16:creationId xmlns:a16="http://schemas.microsoft.com/office/drawing/2014/main" id="{3DDE56BB-BFDD-5FCC-E34A-3BAEB2ED4B5E}"/>
              </a:ext>
            </a:extLst>
          </p:cNvPr>
          <p:cNvPicPr>
            <a:picLocks noChangeAspect="1"/>
          </p:cNvPicPr>
          <p:nvPr/>
        </p:nvPicPr>
        <p:blipFill>
          <a:blip r:embed="rId4"/>
          <a:stretch>
            <a:fillRect/>
          </a:stretch>
        </p:blipFill>
        <p:spPr>
          <a:xfrm>
            <a:off x="624757" y="5355012"/>
            <a:ext cx="335447" cy="313574"/>
          </a:xfrm>
          <a:prstGeom prst="rect">
            <a:avLst/>
          </a:prstGeom>
        </p:spPr>
      </p:pic>
      <p:sp>
        <p:nvSpPr>
          <p:cNvPr id="16" name="Content Placeholder 15">
            <a:extLst>
              <a:ext uri="{FF2B5EF4-FFF2-40B4-BE49-F238E27FC236}">
                <a16:creationId xmlns:a16="http://schemas.microsoft.com/office/drawing/2014/main" id="{574AA1F3-517B-F4B3-2A75-4E75520A778D}"/>
              </a:ext>
            </a:extLst>
          </p:cNvPr>
          <p:cNvSpPr>
            <a:spLocks noGrp="1"/>
          </p:cNvSpPr>
          <p:nvPr>
            <p:ph sz="quarter" idx="23"/>
          </p:nvPr>
        </p:nvSpPr>
        <p:spPr>
          <a:xfrm>
            <a:off x="1079906" y="5272127"/>
            <a:ext cx="487637" cy="405683"/>
          </a:xfrm>
        </p:spPr>
        <p:txBody>
          <a:bodyPr wrap="square" lIns="0" tIns="18000" rIns="0" bIns="18000" anchor="ctr" anchorCtr="0">
            <a:spAutoFit/>
          </a:bodyPr>
          <a:lstStyle/>
          <a:p>
            <a:pPr marL="444500" indent="-342900">
              <a:buFont typeface="+mj-lt"/>
              <a:buAutoNum type="alphaUcPeriod" startAt="3"/>
            </a:pPr>
            <a:r>
              <a:rPr lang="en-US" sz="2400" noProof="0" dirty="0"/>
              <a:t> </a:t>
            </a:r>
          </a:p>
        </p:txBody>
      </p:sp>
      <p:graphicFrame>
        <p:nvGraphicFramePr>
          <p:cNvPr id="18" name="Object 17" descr="82 Ohms.&#10;">
            <a:extLst>
              <a:ext uri="{FF2B5EF4-FFF2-40B4-BE49-F238E27FC236}">
                <a16:creationId xmlns:a16="http://schemas.microsoft.com/office/drawing/2014/main" id="{98CAA3A7-575A-1A93-129E-DA751B777601}"/>
              </a:ext>
            </a:extLst>
          </p:cNvPr>
          <p:cNvGraphicFramePr>
            <a:graphicFrameLocks noChangeAspect="1"/>
          </p:cNvGraphicFramePr>
          <p:nvPr/>
        </p:nvGraphicFramePr>
        <p:xfrm>
          <a:off x="1640046" y="5329238"/>
          <a:ext cx="631825" cy="376237"/>
        </p:xfrm>
        <a:graphic>
          <a:graphicData uri="http://schemas.openxmlformats.org/presentationml/2006/ole">
            <mc:AlternateContent xmlns:mc="http://schemas.openxmlformats.org/markup-compatibility/2006">
              <mc:Choice xmlns:v="urn:schemas-microsoft-com:vml" Requires="v">
                <p:oleObj name="Equation" r:id="rId9" imgW="342720" imgH="203040" progId="Equation.DSMT4">
                  <p:embed/>
                </p:oleObj>
              </mc:Choice>
              <mc:Fallback>
                <p:oleObj name="Equation" r:id="rId9" imgW="342720" imgH="203040" progId="Equation.DSMT4">
                  <p:embed/>
                  <p:pic>
                    <p:nvPicPr>
                      <p:cNvPr id="18" name="Object 17" descr="82 Ohms.&#10;">
                        <a:extLst>
                          <a:ext uri="{FF2B5EF4-FFF2-40B4-BE49-F238E27FC236}">
                            <a16:creationId xmlns:a16="http://schemas.microsoft.com/office/drawing/2014/main" id="{3B7CF6EC-2FB3-406A-A1A9-FBA7D085CF76}"/>
                          </a:ext>
                        </a:extLst>
                      </p:cNvPr>
                      <p:cNvPicPr>
                        <a:picLocks noChangeAspect="1" noChangeArrowheads="1"/>
                      </p:cNvPicPr>
                      <p:nvPr/>
                    </p:nvPicPr>
                    <p:blipFill>
                      <a:blip r:embed="rId10"/>
                      <a:srcRect/>
                      <a:stretch>
                        <a:fillRect/>
                      </a:stretch>
                    </p:blipFill>
                    <p:spPr bwMode="auto">
                      <a:xfrm>
                        <a:off x="1640046" y="5329238"/>
                        <a:ext cx="631825"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6" name="Picture 45" descr="Check mark">
            <a:extLst>
              <a:ext uri="{FF2B5EF4-FFF2-40B4-BE49-F238E27FC236}">
                <a16:creationId xmlns:a16="http://schemas.microsoft.com/office/drawing/2014/main" id="{3E850862-4407-14FA-98B6-AE4B9D40601A}"/>
              </a:ext>
            </a:extLst>
          </p:cNvPr>
          <p:cNvPicPr>
            <a:picLocks noChangeAspect="1"/>
          </p:cNvPicPr>
          <p:nvPr/>
        </p:nvPicPr>
        <p:blipFill>
          <a:blip r:embed="rId11"/>
          <a:stretch>
            <a:fillRect/>
          </a:stretch>
        </p:blipFill>
        <p:spPr>
          <a:xfrm>
            <a:off x="585651" y="5854571"/>
            <a:ext cx="393337" cy="342035"/>
          </a:xfrm>
          <a:prstGeom prst="rect">
            <a:avLst/>
          </a:prstGeom>
        </p:spPr>
      </p:pic>
      <p:sp>
        <p:nvSpPr>
          <p:cNvPr id="17" name="Content Placeholder 16">
            <a:extLst>
              <a:ext uri="{FF2B5EF4-FFF2-40B4-BE49-F238E27FC236}">
                <a16:creationId xmlns:a16="http://schemas.microsoft.com/office/drawing/2014/main" id="{A6AE9FA7-1EB8-CC6E-0B5F-F0B2CCFCE327}"/>
              </a:ext>
            </a:extLst>
          </p:cNvPr>
          <p:cNvSpPr>
            <a:spLocks noGrp="1"/>
          </p:cNvSpPr>
          <p:nvPr>
            <p:ph sz="quarter" idx="24"/>
          </p:nvPr>
        </p:nvSpPr>
        <p:spPr>
          <a:xfrm>
            <a:off x="1079204" y="5790923"/>
            <a:ext cx="487637" cy="405683"/>
          </a:xfrm>
        </p:spPr>
        <p:txBody>
          <a:bodyPr wrap="square" lIns="0" tIns="18000" rIns="0" bIns="18000" anchor="ctr" anchorCtr="0">
            <a:spAutoFit/>
          </a:bodyPr>
          <a:lstStyle/>
          <a:p>
            <a:pPr marL="444500" indent="-342900">
              <a:buFont typeface="+mj-lt"/>
              <a:buAutoNum type="alphaUcPeriod" startAt="4"/>
            </a:pPr>
            <a:r>
              <a:rPr lang="en-US" sz="2400" noProof="0" dirty="0"/>
              <a:t> </a:t>
            </a:r>
          </a:p>
        </p:txBody>
      </p:sp>
      <p:graphicFrame>
        <p:nvGraphicFramePr>
          <p:cNvPr id="19" name="Object 18" descr="18 Ohms.&#10;">
            <a:extLst>
              <a:ext uri="{FF2B5EF4-FFF2-40B4-BE49-F238E27FC236}">
                <a16:creationId xmlns:a16="http://schemas.microsoft.com/office/drawing/2014/main" id="{1924C307-4515-764F-3F7F-B0B51BF3B3F4}"/>
              </a:ext>
            </a:extLst>
          </p:cNvPr>
          <p:cNvGraphicFramePr>
            <a:graphicFrameLocks noChangeAspect="1"/>
          </p:cNvGraphicFramePr>
          <p:nvPr/>
        </p:nvGraphicFramePr>
        <p:xfrm>
          <a:off x="1652485" y="5808209"/>
          <a:ext cx="631825" cy="376237"/>
        </p:xfrm>
        <a:graphic>
          <a:graphicData uri="http://schemas.openxmlformats.org/presentationml/2006/ole">
            <mc:AlternateContent xmlns:mc="http://schemas.openxmlformats.org/markup-compatibility/2006">
              <mc:Choice xmlns:v="urn:schemas-microsoft-com:vml" Requires="v">
                <p:oleObj name="Equation" r:id="rId12" imgW="342720" imgH="203040" progId="Equation.DSMT4">
                  <p:embed/>
                </p:oleObj>
              </mc:Choice>
              <mc:Fallback>
                <p:oleObj name="Equation" r:id="rId12" imgW="342720" imgH="203040" progId="Equation.DSMT4">
                  <p:embed/>
                  <p:pic>
                    <p:nvPicPr>
                      <p:cNvPr id="19" name="Object 18" descr="18 Ohms.&#10;">
                        <a:extLst>
                          <a:ext uri="{FF2B5EF4-FFF2-40B4-BE49-F238E27FC236}">
                            <a16:creationId xmlns:a16="http://schemas.microsoft.com/office/drawing/2014/main" id="{8BD329D7-60A4-46B8-AEFF-E47CC94D65BE}"/>
                          </a:ext>
                        </a:extLst>
                      </p:cNvPr>
                      <p:cNvPicPr>
                        <a:picLocks noChangeAspect="1" noChangeArrowheads="1"/>
                      </p:cNvPicPr>
                      <p:nvPr/>
                    </p:nvPicPr>
                    <p:blipFill>
                      <a:blip r:embed="rId13"/>
                      <a:srcRect/>
                      <a:stretch>
                        <a:fillRect/>
                      </a:stretch>
                    </p:blipFill>
                    <p:spPr bwMode="auto">
                      <a:xfrm>
                        <a:off x="1652485" y="5808209"/>
                        <a:ext cx="631825"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9447703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 name="Title 1">
            <a:extLst>
              <a:ext uri="{FF2B5EF4-FFF2-40B4-BE49-F238E27FC236}">
                <a16:creationId xmlns:a16="http://schemas.microsoft.com/office/drawing/2014/main" id="{6C2ADC8B-F3C7-4C93-9CF9-28A7B7546F91}"/>
              </a:ext>
            </a:extLst>
          </p:cNvPr>
          <p:cNvSpPr>
            <a:spLocks noGrp="1"/>
          </p:cNvSpPr>
          <p:nvPr>
            <p:ph type="title"/>
          </p:nvPr>
        </p:nvSpPr>
        <p:spPr>
          <a:xfrm>
            <a:off x="445970" y="201600"/>
            <a:ext cx="8266230" cy="1021237"/>
          </a:xfrm>
        </p:spPr>
        <p:txBody>
          <a:bodyPr wrap="square" lIns="0" tIns="18000" rIns="0" bIns="18000" anchor="ctr" anchorCtr="0">
            <a:spAutoFit/>
          </a:bodyPr>
          <a:lstStyle/>
          <a:p>
            <a:r>
              <a:rPr lang="en-US" noProof="0" dirty="0"/>
              <a:t>Chapter 3 – Simple resistive circuits </a:t>
            </a:r>
            <a:r>
              <a:rPr lang="en-US" sz="2800" noProof="0" dirty="0"/>
              <a:t>(12 of 20)</a:t>
            </a:r>
            <a:endParaRPr lang="en-US" noProof="0" dirty="0"/>
          </a:p>
        </p:txBody>
      </p:sp>
      <p:sp>
        <p:nvSpPr>
          <p:cNvPr id="3" name="Text Placeholder 2">
            <a:extLst>
              <a:ext uri="{FF2B5EF4-FFF2-40B4-BE49-F238E27FC236}">
                <a16:creationId xmlns:a16="http://schemas.microsoft.com/office/drawing/2014/main" id="{B441293C-6C69-4CF2-B1C9-75DA713BB823}"/>
              </a:ext>
            </a:extLst>
          </p:cNvPr>
          <p:cNvSpPr>
            <a:spLocks noGrp="1"/>
          </p:cNvSpPr>
          <p:nvPr>
            <p:ph type="body" idx="1"/>
          </p:nvPr>
        </p:nvSpPr>
        <p:spPr>
          <a:xfrm>
            <a:off x="445970" y="1469299"/>
            <a:ext cx="8266230" cy="1144347"/>
          </a:xfrm>
        </p:spPr>
        <p:txBody>
          <a:bodyPr wrap="square" lIns="0" tIns="18000" rIns="0" bIns="18000" anchor="ctr" anchorCtr="0">
            <a:spAutoFit/>
          </a:bodyPr>
          <a:lstStyle/>
          <a:p>
            <a:r>
              <a:rPr lang="en-US" altLang="en-US" sz="2400" noProof="0" dirty="0"/>
              <a:t>Current division:</a:t>
            </a:r>
          </a:p>
          <a:p>
            <a:pPr marL="342900" indent="-342900">
              <a:buFont typeface="Arial" panose="020B0604020202020204" pitchFamily="34" charset="0"/>
              <a:buChar char="•"/>
            </a:pPr>
            <a:r>
              <a:rPr lang="en-US" altLang="en-US" sz="2400" noProof="0" dirty="0"/>
              <a:t>Find the current through one of a group of parallel-connected resistors</a:t>
            </a:r>
          </a:p>
        </p:txBody>
      </p:sp>
      <p:pic>
        <p:nvPicPr>
          <p:cNvPr id="5" name="Picture 4" descr="A circuit diagram shows a voltage source V subscript s across the galvanometer where current source i subscript s flows towards the positive polarity. Four resistors R subscript 1, R subscript 2, R subscript 2, and R subscript 4 are placed between node a and h, b and g, c and f, and d and e respectively. The current i subscript 3 flows in a downward direction through R subscript 3 from node c towards node f. All components are connected between the same set of electrically common points.">
            <a:extLst>
              <a:ext uri="{FF2B5EF4-FFF2-40B4-BE49-F238E27FC236}">
                <a16:creationId xmlns:a16="http://schemas.microsoft.com/office/drawing/2014/main" id="{5FD58A99-C473-4A73-B630-C2A3A164099E}"/>
              </a:ext>
            </a:extLst>
          </p:cNvPr>
          <p:cNvPicPr>
            <a:picLocks noChangeAspect="1"/>
          </p:cNvPicPr>
          <p:nvPr/>
        </p:nvPicPr>
        <p:blipFill>
          <a:blip r:embed="rId3"/>
          <a:stretch>
            <a:fillRect/>
          </a:stretch>
        </p:blipFill>
        <p:spPr>
          <a:xfrm>
            <a:off x="2171755" y="2732082"/>
            <a:ext cx="4763165" cy="1991003"/>
          </a:xfrm>
          <a:prstGeom prst="rect">
            <a:avLst/>
          </a:prstGeom>
        </p:spPr>
      </p:pic>
      <p:graphicFrame>
        <p:nvGraphicFramePr>
          <p:cNvPr id="7" name="Object 6" descr="The figure illustrates an expression to solve the value of i subscript 3.&#10;Long description is available in notes, Press F6.">
            <a:extLst>
              <a:ext uri="{FF2B5EF4-FFF2-40B4-BE49-F238E27FC236}">
                <a16:creationId xmlns:a16="http://schemas.microsoft.com/office/drawing/2014/main" id="{FB23438B-5A84-49A0-A993-5B3CCB44291D}"/>
              </a:ext>
            </a:extLst>
          </p:cNvPr>
          <p:cNvGraphicFramePr>
            <a:graphicFrameLocks noChangeAspect="1"/>
          </p:cNvGraphicFramePr>
          <p:nvPr>
            <p:extLst>
              <p:ext uri="{D42A27DB-BD31-4B8C-83A1-F6EECF244321}">
                <p14:modId xmlns:p14="http://schemas.microsoft.com/office/powerpoint/2010/main" val="2504674557"/>
              </p:ext>
            </p:extLst>
          </p:nvPr>
        </p:nvGraphicFramePr>
        <p:xfrm>
          <a:off x="3022600" y="5080776"/>
          <a:ext cx="3048000" cy="914400"/>
        </p:xfrm>
        <a:graphic>
          <a:graphicData uri="http://schemas.openxmlformats.org/presentationml/2006/ole">
            <mc:AlternateContent xmlns:mc="http://schemas.openxmlformats.org/markup-compatibility/2006">
              <mc:Choice xmlns:v="urn:schemas-microsoft-com:vml" Requires="v">
                <p:oleObj name="Equation" r:id="rId4" imgW="1523880" imgH="457200" progId="Equation.DSMT4">
                  <p:embed/>
                </p:oleObj>
              </mc:Choice>
              <mc:Fallback>
                <p:oleObj name="Equation" r:id="rId4" imgW="1523880" imgH="457200" progId="Equation.DSMT4">
                  <p:embed/>
                  <p:pic>
                    <p:nvPicPr>
                      <p:cNvPr id="4" name="Object 3"/>
                      <p:cNvPicPr>
                        <a:picLocks noChangeAspect="1" noChangeArrowheads="1"/>
                      </p:cNvPicPr>
                      <p:nvPr/>
                    </p:nvPicPr>
                    <p:blipFill>
                      <a:blip r:embed="rId5"/>
                      <a:srcRect/>
                      <a:stretch>
                        <a:fillRect/>
                      </a:stretch>
                    </p:blipFill>
                    <p:spPr bwMode="auto">
                      <a:xfrm>
                        <a:off x="3022600" y="5080776"/>
                        <a:ext cx="30480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4115154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970" y="202864"/>
            <a:ext cx="8266230" cy="1021237"/>
          </a:xfrm>
        </p:spPr>
        <p:txBody>
          <a:bodyPr wrap="square" lIns="0" tIns="18000" rIns="0" bIns="18000" anchor="ctr" anchorCtr="0">
            <a:spAutoFit/>
          </a:bodyPr>
          <a:lstStyle/>
          <a:p>
            <a:r>
              <a:rPr lang="en-US" noProof="0" dirty="0"/>
              <a:t>Chapter 3 – Simple resistive circuits </a:t>
            </a:r>
            <a:r>
              <a:rPr lang="en-US" sz="2800" noProof="0" dirty="0"/>
              <a:t>(14 of 20)</a:t>
            </a:r>
          </a:p>
        </p:txBody>
      </p:sp>
      <p:sp>
        <p:nvSpPr>
          <p:cNvPr id="3" name="Content Placeholder 2"/>
          <p:cNvSpPr>
            <a:spLocks noGrp="1"/>
          </p:cNvSpPr>
          <p:nvPr>
            <p:ph idx="1"/>
          </p:nvPr>
        </p:nvSpPr>
        <p:spPr>
          <a:xfrm>
            <a:off x="445970" y="1453912"/>
            <a:ext cx="8266230" cy="405683"/>
          </a:xfrm>
        </p:spPr>
        <p:txBody>
          <a:bodyPr wrap="square" lIns="0" tIns="18000" rIns="0" bIns="18000" anchor="ctr" anchorCtr="0">
            <a:spAutoFit/>
          </a:bodyPr>
          <a:lstStyle/>
          <a:p>
            <a:pPr marL="0" indent="0">
              <a:buNone/>
            </a:pPr>
            <a:r>
              <a:rPr lang="en-US" altLang="en-US" sz="2400" noProof="0" dirty="0"/>
              <a:t>Duality</a:t>
            </a:r>
          </a:p>
        </p:txBody>
      </p:sp>
      <p:graphicFrame>
        <p:nvGraphicFramePr>
          <p:cNvPr id="12" name="Table 11">
            <a:extLst>
              <a:ext uri="{FF2B5EF4-FFF2-40B4-BE49-F238E27FC236}">
                <a16:creationId xmlns:a16="http://schemas.microsoft.com/office/drawing/2014/main" id="{8F37D2F6-8342-45C8-96AF-2C3268F94DFB}"/>
              </a:ext>
            </a:extLst>
          </p:cNvPr>
          <p:cNvGraphicFramePr>
            <a:graphicFrameLocks noGrp="1"/>
          </p:cNvGraphicFramePr>
          <p:nvPr>
            <p:extLst>
              <p:ext uri="{D42A27DB-BD31-4B8C-83A1-F6EECF244321}">
                <p14:modId xmlns:p14="http://schemas.microsoft.com/office/powerpoint/2010/main" val="381170993"/>
              </p:ext>
            </p:extLst>
          </p:nvPr>
        </p:nvGraphicFramePr>
        <p:xfrm>
          <a:off x="2209800" y="2476500"/>
          <a:ext cx="4724400" cy="2595880"/>
        </p:xfrm>
        <a:graphic>
          <a:graphicData uri="http://schemas.openxmlformats.org/drawingml/2006/table">
            <a:tbl>
              <a:tblPr firstRow="1" bandRow="1">
                <a:tableStyleId>{3B4B98B0-60AC-42C2-AFA5-B58CD77FA1E5}</a:tableStyleId>
              </a:tblPr>
              <a:tblGrid>
                <a:gridCol w="2362200">
                  <a:extLst>
                    <a:ext uri="{9D8B030D-6E8A-4147-A177-3AD203B41FA5}">
                      <a16:colId xmlns:a16="http://schemas.microsoft.com/office/drawing/2014/main" val="20000"/>
                    </a:ext>
                  </a:extLst>
                </a:gridCol>
                <a:gridCol w="2362200">
                  <a:extLst>
                    <a:ext uri="{9D8B030D-6E8A-4147-A177-3AD203B41FA5}">
                      <a16:colId xmlns:a16="http://schemas.microsoft.com/office/drawing/2014/main" val="20001"/>
                    </a:ext>
                  </a:extLst>
                </a:gridCol>
              </a:tblGrid>
              <a:tr h="370840">
                <a:tc>
                  <a:txBody>
                    <a:bodyPr/>
                    <a:lstStyle/>
                    <a:p>
                      <a:r>
                        <a:rPr lang="en-US" sz="1600" noProof="0">
                          <a:solidFill>
                            <a:schemeClr val="bg1"/>
                          </a:solidFill>
                          <a:latin typeface="Arial" panose="020B0604020202020204" pitchFamily="34" charset="0"/>
                          <a:cs typeface="Arial" panose="020B0604020202020204" pitchFamily="34" charset="0"/>
                        </a:rPr>
                        <a:t>Voltage sources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bg1"/>
                          </a:solidFill>
                          <a:latin typeface="Arial" panose="020B0604020202020204" pitchFamily="34" charset="0"/>
                          <a:cs typeface="Arial" panose="020B0604020202020204" pitchFamily="34" charset="0"/>
                        </a:rPr>
                        <a:t>Current sources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370840">
                <a:tc>
                  <a:txBody>
                    <a:bodyPr/>
                    <a:lstStyle/>
                    <a:p>
                      <a:r>
                        <a:rPr lang="en-US" sz="1600" noProof="0" dirty="0">
                          <a:latin typeface="Arial" panose="020B0604020202020204" pitchFamily="34" charset="0"/>
                          <a:cs typeface="Arial" panose="020B0604020202020204" pitchFamily="34" charset="0"/>
                        </a:rPr>
                        <a:t>Resistance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noProof="0">
                          <a:latin typeface="Arial" panose="020B0604020202020204" pitchFamily="34" charset="0"/>
                          <a:cs typeface="Arial" panose="020B0604020202020204" pitchFamily="34" charset="0"/>
                        </a:rPr>
                        <a:t>Conductance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spc="-250" baseline="0" noProof="0">
                          <a:latin typeface="Arial" panose="020B0604020202020204" pitchFamily="34" charset="0"/>
                          <a:cs typeface="Arial" panose="020B0604020202020204" pitchFamily="34" charset="0"/>
                        </a:rPr>
                        <a:t>K V </a:t>
                      </a:r>
                      <a:r>
                        <a:rPr lang="en-US" sz="1600" noProof="0">
                          <a:latin typeface="Arial" panose="020B0604020202020204" pitchFamily="34" charset="0"/>
                          <a:cs typeface="Arial" panose="020B0604020202020204" pitchFamily="34" charset="0"/>
                        </a:rPr>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spc="-250" baseline="0" noProof="0">
                          <a:latin typeface="Arial" panose="020B0604020202020204" pitchFamily="34" charset="0"/>
                          <a:cs typeface="Arial" panose="020B0604020202020204" pitchFamily="34" charset="0"/>
                        </a:rPr>
                        <a:t>K C </a:t>
                      </a:r>
                      <a:r>
                        <a:rPr lang="en-US" sz="1600" noProof="0">
                          <a:latin typeface="Arial" panose="020B0604020202020204" pitchFamily="34" charset="0"/>
                          <a:cs typeface="Arial" panose="020B0604020202020204" pitchFamily="34" charset="0"/>
                        </a:rPr>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noProof="0" dirty="0">
                          <a:latin typeface="Arial" panose="020B0604020202020204" pitchFamily="34" charset="0"/>
                          <a:cs typeface="Arial" panose="020B0604020202020204" pitchFamily="34" charset="0"/>
                        </a:rPr>
                        <a:t>Series connection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noProof="0" dirty="0">
                          <a:latin typeface="Arial" panose="020B0604020202020204" pitchFamily="34" charset="0"/>
                          <a:cs typeface="Arial" panose="020B0604020202020204" pitchFamily="34" charset="0"/>
                        </a:rPr>
                        <a:t>Parallel connection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noProof="0">
                          <a:latin typeface="Arial" panose="020B0604020202020204" pitchFamily="34" charset="0"/>
                          <a:cs typeface="Arial" panose="020B0604020202020204" pitchFamily="34" charset="0"/>
                        </a:rPr>
                        <a:t>Voltage division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noProof="0">
                          <a:latin typeface="Arial" panose="020B0604020202020204" pitchFamily="34" charset="0"/>
                          <a:cs typeface="Arial" panose="020B0604020202020204" pitchFamily="34" charset="0"/>
                        </a:rPr>
                        <a:t>Current division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noProof="0">
                          <a:latin typeface="Arial" panose="020B0604020202020204" pitchFamily="34" charset="0"/>
                          <a:cs typeface="Arial" panose="020B0604020202020204" pitchFamily="34" charset="0"/>
                        </a:rPr>
                        <a:t>Short circuit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noProof="0" dirty="0">
                          <a:latin typeface="Arial" panose="020B0604020202020204" pitchFamily="34" charset="0"/>
                          <a:cs typeface="Arial" panose="020B0604020202020204" pitchFamily="34" charset="0"/>
                        </a:rPr>
                        <a:t>Open circuit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 noProof="0" dirty="0">
                          <a:latin typeface="Arial" panose="020B0604020202020204" pitchFamily="34" charset="0"/>
                          <a:cs typeface="Arial" panose="020B0604020202020204" pitchFamily="34" charset="0"/>
                        </a:rPr>
                        <a:t>The image shows a horizontal ellipsis.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 noProof="0" dirty="0">
                          <a:latin typeface="Arial" panose="020B0604020202020204" pitchFamily="34" charset="0"/>
                          <a:cs typeface="Arial" panose="020B0604020202020204" pitchFamily="34" charset="0"/>
                        </a:rPr>
                        <a:t>The image shows a horizontal ellipsis.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bl>
          </a:graphicData>
        </a:graphic>
      </p:graphicFrame>
      <p:graphicFrame>
        <p:nvGraphicFramePr>
          <p:cNvPr id="13" name="Object 12">
            <a:extLst>
              <a:ext uri="{FF2B5EF4-FFF2-40B4-BE49-F238E27FC236}">
                <a16:creationId xmlns:a16="http://schemas.microsoft.com/office/drawing/2014/main" id="{55D72F1A-AA73-4066-9EEC-E212333308E7}"/>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99717612"/>
              </p:ext>
            </p:extLst>
          </p:nvPr>
        </p:nvGraphicFramePr>
        <p:xfrm>
          <a:off x="2293145" y="4797425"/>
          <a:ext cx="282575" cy="141288"/>
        </p:xfrm>
        <a:graphic>
          <a:graphicData uri="http://schemas.openxmlformats.org/presentationml/2006/ole">
            <mc:AlternateContent xmlns:mc="http://schemas.openxmlformats.org/markup-compatibility/2006">
              <mc:Choice xmlns:v="urn:schemas-microsoft-com:vml" Requires="v">
                <p:oleObj name="Equation" r:id="rId3" imgW="152280" imgH="75960" progId="Equation.DSMT4">
                  <p:embed/>
                </p:oleObj>
              </mc:Choice>
              <mc:Fallback>
                <p:oleObj name="Equation" r:id="rId3" imgW="152280" imgH="75960" progId="Equation.DSMT4">
                  <p:embed/>
                  <p:pic>
                    <p:nvPicPr>
                      <p:cNvPr id="33" name="Object 32">
                        <a:extLst>
                          <a:ext uri="{FF2B5EF4-FFF2-40B4-BE49-F238E27FC236}">
                            <a16:creationId xmlns:a16="http://schemas.microsoft.com/office/drawing/2014/main" id="{88A4C0A4-188D-4DFE-A431-C6AB39C0A06F}"/>
                          </a:ext>
                        </a:extLst>
                      </p:cNvPr>
                      <p:cNvPicPr>
                        <a:picLocks noChangeAspect="1" noChangeArrowheads="1"/>
                      </p:cNvPicPr>
                      <p:nvPr/>
                    </p:nvPicPr>
                    <p:blipFill>
                      <a:blip r:embed="rId4"/>
                      <a:srcRect/>
                      <a:stretch>
                        <a:fillRect/>
                      </a:stretch>
                    </p:blipFill>
                    <p:spPr bwMode="auto">
                      <a:xfrm>
                        <a:off x="2293145" y="4797425"/>
                        <a:ext cx="282575" cy="141288"/>
                      </a:xfrm>
                      <a:prstGeom prst="rect">
                        <a:avLst/>
                      </a:prstGeom>
                      <a:solidFill>
                        <a:srgbClr val="D4EAE4"/>
                      </a:solidFill>
                      <a:ln>
                        <a:noFill/>
                      </a:ln>
                      <a:effectLst/>
                    </p:spPr>
                  </p:pic>
                </p:oleObj>
              </mc:Fallback>
            </mc:AlternateContent>
          </a:graphicData>
        </a:graphic>
      </p:graphicFrame>
      <p:graphicFrame>
        <p:nvGraphicFramePr>
          <p:cNvPr id="14" name="Object 13">
            <a:extLst>
              <a:ext uri="{FF2B5EF4-FFF2-40B4-BE49-F238E27FC236}">
                <a16:creationId xmlns:a16="http://schemas.microsoft.com/office/drawing/2014/main" id="{D787C9CF-E35A-475B-8C57-529082CF2BDE}"/>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684683514"/>
              </p:ext>
            </p:extLst>
          </p:nvPr>
        </p:nvGraphicFramePr>
        <p:xfrm>
          <a:off x="4660107" y="4800600"/>
          <a:ext cx="282575" cy="141288"/>
        </p:xfrm>
        <a:graphic>
          <a:graphicData uri="http://schemas.openxmlformats.org/presentationml/2006/ole">
            <mc:AlternateContent xmlns:mc="http://schemas.openxmlformats.org/markup-compatibility/2006">
              <mc:Choice xmlns:v="urn:schemas-microsoft-com:vml" Requires="v">
                <p:oleObj name="Equation" r:id="rId3" imgW="152280" imgH="75960" progId="Equation.DSMT4">
                  <p:embed/>
                </p:oleObj>
              </mc:Choice>
              <mc:Fallback>
                <p:oleObj name="Equation" r:id="rId3" imgW="152280" imgH="75960" progId="Equation.DSMT4">
                  <p:embed/>
                  <p:pic>
                    <p:nvPicPr>
                      <p:cNvPr id="13" name="Object 12">
                        <a:extLst>
                          <a:ext uri="{FF2B5EF4-FFF2-40B4-BE49-F238E27FC236}">
                            <a16:creationId xmlns:a16="http://schemas.microsoft.com/office/drawing/2014/main" id="{55D72F1A-AA73-4066-9EEC-E212333308E7}"/>
                          </a:ext>
                        </a:extLst>
                      </p:cNvPr>
                      <p:cNvPicPr>
                        <a:picLocks noChangeAspect="1" noChangeArrowheads="1"/>
                      </p:cNvPicPr>
                      <p:nvPr/>
                    </p:nvPicPr>
                    <p:blipFill>
                      <a:blip r:embed="rId4"/>
                      <a:srcRect/>
                      <a:stretch>
                        <a:fillRect/>
                      </a:stretch>
                    </p:blipFill>
                    <p:spPr bwMode="auto">
                      <a:xfrm>
                        <a:off x="4660107" y="4800600"/>
                        <a:ext cx="282575" cy="141288"/>
                      </a:xfrm>
                      <a:prstGeom prst="rect">
                        <a:avLst/>
                      </a:prstGeom>
                      <a:solidFill>
                        <a:srgbClr val="D4EAE4"/>
                      </a:solidFill>
                      <a:ln>
                        <a:noFill/>
                      </a:ln>
                      <a:effectLst/>
                    </p:spPr>
                  </p:pic>
                </p:oleObj>
              </mc:Fallback>
            </mc:AlternateContent>
          </a:graphicData>
        </a:graphic>
      </p:graphicFrame>
    </p:spTree>
    <p:extLst>
      <p:ext uri="{BB962C8B-B14F-4D97-AF65-F5344CB8AC3E}">
        <p14:creationId xmlns:p14="http://schemas.microsoft.com/office/powerpoint/2010/main" val="5217946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6400" y="202864"/>
            <a:ext cx="8270672" cy="1021237"/>
          </a:xfrm>
        </p:spPr>
        <p:txBody>
          <a:bodyPr wrap="square" lIns="0" tIns="18000" rIns="0" bIns="18000" anchor="ctr" anchorCtr="0">
            <a:spAutoFit/>
          </a:bodyPr>
          <a:lstStyle/>
          <a:p>
            <a:r>
              <a:rPr lang="en-US" noProof="0" dirty="0"/>
              <a:t>Chapter 3 – Simple resistive circuits </a:t>
            </a:r>
            <a:r>
              <a:rPr lang="en-US" sz="2800" noProof="0" dirty="0"/>
              <a:t>(15 of 20)</a:t>
            </a:r>
          </a:p>
        </p:txBody>
      </p:sp>
      <p:sp>
        <p:nvSpPr>
          <p:cNvPr id="3" name="Content Placeholder 2"/>
          <p:cNvSpPr>
            <a:spLocks noGrp="1"/>
          </p:cNvSpPr>
          <p:nvPr>
            <p:ph idx="1"/>
          </p:nvPr>
        </p:nvSpPr>
        <p:spPr>
          <a:xfrm>
            <a:off x="441528" y="1477536"/>
            <a:ext cx="8270672" cy="1298235"/>
          </a:xfrm>
        </p:spPr>
        <p:txBody>
          <a:bodyPr wrap="square" lIns="0" tIns="18000" rIns="0" bIns="18000" anchor="ctr" anchorCtr="0">
            <a:spAutoFit/>
          </a:bodyPr>
          <a:lstStyle/>
          <a:p>
            <a:pPr marL="0" indent="0">
              <a:spcBef>
                <a:spcPts val="600"/>
              </a:spcBef>
              <a:buNone/>
            </a:pPr>
            <a:r>
              <a:rPr lang="en-US" altLang="en-US" sz="2400" noProof="0" dirty="0"/>
              <a:t>Review:</a:t>
            </a:r>
          </a:p>
          <a:p>
            <a:pPr marL="342900" indent="-342900">
              <a:spcBef>
                <a:spcPts val="600"/>
              </a:spcBef>
            </a:pPr>
            <a:r>
              <a:rPr lang="en-US" altLang="en-US" sz="2400" noProof="0" dirty="0"/>
              <a:t>Series-connected components</a:t>
            </a:r>
          </a:p>
          <a:p>
            <a:pPr marL="342900" indent="-342900">
              <a:spcBef>
                <a:spcPts val="600"/>
              </a:spcBef>
            </a:pPr>
            <a:r>
              <a:rPr lang="en-US" altLang="en-US" sz="2400" noProof="0" dirty="0"/>
              <a:t>Resistors in series add</a:t>
            </a:r>
          </a:p>
        </p:txBody>
      </p:sp>
      <p:graphicFrame>
        <p:nvGraphicFramePr>
          <p:cNvPr id="10" name="Object 9" descr="R subscript e q Baseline equals summation varies from i equals 1 to n of R subscript i.&#10;">
            <a:extLst>
              <a:ext uri="{FF2B5EF4-FFF2-40B4-BE49-F238E27FC236}">
                <a16:creationId xmlns:a16="http://schemas.microsoft.com/office/drawing/2014/main" id="{617FA240-F2D0-4952-82F3-0EDF6E80F5FD}"/>
              </a:ext>
            </a:extLst>
          </p:cNvPr>
          <p:cNvGraphicFramePr>
            <a:graphicFrameLocks noChangeAspect="1"/>
          </p:cNvGraphicFramePr>
          <p:nvPr>
            <p:extLst>
              <p:ext uri="{D42A27DB-BD31-4B8C-83A1-F6EECF244321}">
                <p14:modId xmlns:p14="http://schemas.microsoft.com/office/powerpoint/2010/main" val="3356605763"/>
              </p:ext>
            </p:extLst>
          </p:nvPr>
        </p:nvGraphicFramePr>
        <p:xfrm>
          <a:off x="3752850" y="2898775"/>
          <a:ext cx="1663700" cy="941388"/>
        </p:xfrm>
        <a:graphic>
          <a:graphicData uri="http://schemas.openxmlformats.org/presentationml/2006/ole">
            <mc:AlternateContent xmlns:mc="http://schemas.openxmlformats.org/markup-compatibility/2006">
              <mc:Choice xmlns:v="urn:schemas-microsoft-com:vml" Requires="v">
                <p:oleObj name="Equation" r:id="rId3" imgW="761760" imgH="431640" progId="Equation.DSMT4">
                  <p:embed/>
                </p:oleObj>
              </mc:Choice>
              <mc:Fallback>
                <p:oleObj name="Equation" r:id="rId3" imgW="761760" imgH="431640" progId="Equation.DSMT4">
                  <p:embed/>
                  <p:pic>
                    <p:nvPicPr>
                      <p:cNvPr id="7" name="Object 6"/>
                      <p:cNvPicPr>
                        <a:picLocks noChangeAspect="1" noChangeArrowheads="1"/>
                      </p:cNvPicPr>
                      <p:nvPr/>
                    </p:nvPicPr>
                    <p:blipFill>
                      <a:blip r:embed="rId4"/>
                      <a:srcRect/>
                      <a:stretch>
                        <a:fillRect/>
                      </a:stretch>
                    </p:blipFill>
                    <p:spPr bwMode="auto">
                      <a:xfrm>
                        <a:off x="3752850" y="2898775"/>
                        <a:ext cx="1663700" cy="94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Content Placeholder 5"/>
          <p:cNvSpPr>
            <a:spLocks noGrp="1"/>
          </p:cNvSpPr>
          <p:nvPr>
            <p:ph sz="quarter" idx="15"/>
          </p:nvPr>
        </p:nvSpPr>
        <p:spPr>
          <a:xfrm>
            <a:off x="446439" y="3971564"/>
            <a:ext cx="8265761" cy="1144347"/>
          </a:xfrm>
        </p:spPr>
        <p:txBody>
          <a:bodyPr wrap="square" lIns="0" tIns="18000" rIns="0" bIns="18000" anchor="ctr" anchorCtr="0">
            <a:spAutoFit/>
          </a:bodyPr>
          <a:lstStyle/>
          <a:p>
            <a:pPr marL="342000" indent="-342000">
              <a:spcBef>
                <a:spcPts val="600"/>
              </a:spcBef>
              <a:defRPr/>
            </a:pPr>
            <a:r>
              <a:rPr lang="en-US" sz="2400" noProof="0" dirty="0"/>
              <a:t>Voltage division allows you to find the voltage across one component when you know the voltage across a collection of series-connected components:</a:t>
            </a:r>
          </a:p>
        </p:txBody>
      </p:sp>
      <p:graphicFrame>
        <p:nvGraphicFramePr>
          <p:cNvPr id="11" name="Object 10" descr="v subscript i Baseline equals StartFraction R subscript i over R subscript e q EndFraction v subscript s.&#10;">
            <a:extLst>
              <a:ext uri="{FF2B5EF4-FFF2-40B4-BE49-F238E27FC236}">
                <a16:creationId xmlns:a16="http://schemas.microsoft.com/office/drawing/2014/main" id="{3F89B295-FCB3-43E8-9E35-5F78D470C86F}"/>
              </a:ext>
            </a:extLst>
          </p:cNvPr>
          <p:cNvGraphicFramePr>
            <a:graphicFrameLocks noChangeAspect="1"/>
          </p:cNvGraphicFramePr>
          <p:nvPr>
            <p:extLst>
              <p:ext uri="{D42A27DB-BD31-4B8C-83A1-F6EECF244321}">
                <p14:modId xmlns:p14="http://schemas.microsoft.com/office/powerpoint/2010/main" val="3028073296"/>
              </p:ext>
            </p:extLst>
          </p:nvPr>
        </p:nvGraphicFramePr>
        <p:xfrm>
          <a:off x="3893605" y="5242743"/>
          <a:ext cx="1343581" cy="904138"/>
        </p:xfrm>
        <a:graphic>
          <a:graphicData uri="http://schemas.openxmlformats.org/presentationml/2006/ole">
            <mc:AlternateContent xmlns:mc="http://schemas.openxmlformats.org/markup-compatibility/2006">
              <mc:Choice xmlns:v="urn:schemas-microsoft-com:vml" Requires="v">
                <p:oleObj name="Equation" r:id="rId5" imgW="660113" imgH="444307" progId="Equation.DSMT4">
                  <p:embed/>
                </p:oleObj>
              </mc:Choice>
              <mc:Fallback>
                <p:oleObj name="Equation" r:id="rId5" imgW="660113" imgH="444307" progId="Equation.DSMT4">
                  <p:embed/>
                  <p:pic>
                    <p:nvPicPr>
                      <p:cNvPr id="8"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93605" y="5242743"/>
                        <a:ext cx="1343581" cy="90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0693040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6400" y="202864"/>
            <a:ext cx="8270672" cy="1021237"/>
          </a:xfrm>
        </p:spPr>
        <p:txBody>
          <a:bodyPr wrap="square" lIns="0" tIns="18000" rIns="0" bIns="18000" anchor="ctr" anchorCtr="0">
            <a:spAutoFit/>
          </a:bodyPr>
          <a:lstStyle/>
          <a:p>
            <a:r>
              <a:rPr lang="en-US" noProof="0" dirty="0"/>
              <a:t>Chapter 3 – Simple resistive circuits </a:t>
            </a:r>
            <a:r>
              <a:rPr lang="en-US" sz="2800" noProof="0" dirty="0"/>
              <a:t>(16 of 20)</a:t>
            </a:r>
          </a:p>
        </p:txBody>
      </p:sp>
      <p:sp>
        <p:nvSpPr>
          <p:cNvPr id="3" name="Content Placeholder 2"/>
          <p:cNvSpPr>
            <a:spLocks noGrp="1"/>
          </p:cNvSpPr>
          <p:nvPr>
            <p:ph idx="1"/>
          </p:nvPr>
        </p:nvSpPr>
        <p:spPr>
          <a:xfrm>
            <a:off x="441528" y="1343135"/>
            <a:ext cx="8270672" cy="1667567"/>
          </a:xfrm>
        </p:spPr>
        <p:txBody>
          <a:bodyPr wrap="square" lIns="0" tIns="18000" rIns="0" bIns="18000" anchor="ctr" anchorCtr="0">
            <a:spAutoFit/>
          </a:bodyPr>
          <a:lstStyle/>
          <a:p>
            <a:pPr marL="0" indent="0">
              <a:spcBef>
                <a:spcPts val="600"/>
              </a:spcBef>
              <a:buNone/>
            </a:pPr>
            <a:r>
              <a:rPr lang="en-US" altLang="en-US" sz="2400" noProof="0" dirty="0"/>
              <a:t>Review:</a:t>
            </a:r>
          </a:p>
          <a:p>
            <a:pPr marL="342900" indent="-342900">
              <a:spcBef>
                <a:spcPts val="600"/>
              </a:spcBef>
            </a:pPr>
            <a:r>
              <a:rPr lang="en-US" altLang="en-US" sz="2400" noProof="0" dirty="0"/>
              <a:t>Parallel-connected components</a:t>
            </a:r>
          </a:p>
          <a:p>
            <a:pPr marL="342900" indent="-342900">
              <a:spcBef>
                <a:spcPts val="600"/>
              </a:spcBef>
            </a:pPr>
            <a:r>
              <a:rPr lang="en-US" altLang="en-US" sz="2400" noProof="0" dirty="0"/>
              <a:t>Add the inverse resistance of resistors in parallel to get the inverse of the equivalent resistance</a:t>
            </a:r>
          </a:p>
        </p:txBody>
      </p:sp>
      <p:graphicFrame>
        <p:nvGraphicFramePr>
          <p:cNvPr id="7" name="Object 6" descr="StartFraction 1 over R subscript e q Baseline EndFraction equals summation ranging from i equals 1 to n of StartFraction 1 over R subscript i Baseline EndFraction.&#10;">
            <a:extLst>
              <a:ext uri="{FF2B5EF4-FFF2-40B4-BE49-F238E27FC236}">
                <a16:creationId xmlns:a16="http://schemas.microsoft.com/office/drawing/2014/main" id="{0EF502BE-FBC1-4FA5-B202-E0666DAD2D3B}"/>
              </a:ext>
            </a:extLst>
          </p:cNvPr>
          <p:cNvGraphicFramePr>
            <a:graphicFrameLocks noChangeAspect="1"/>
          </p:cNvGraphicFramePr>
          <p:nvPr>
            <p:extLst>
              <p:ext uri="{D42A27DB-BD31-4B8C-83A1-F6EECF244321}">
                <p14:modId xmlns:p14="http://schemas.microsoft.com/office/powerpoint/2010/main" val="251915684"/>
              </p:ext>
            </p:extLst>
          </p:nvPr>
        </p:nvGraphicFramePr>
        <p:xfrm>
          <a:off x="3841750" y="3149600"/>
          <a:ext cx="1406525" cy="771525"/>
        </p:xfrm>
        <a:graphic>
          <a:graphicData uri="http://schemas.openxmlformats.org/presentationml/2006/ole">
            <mc:AlternateContent xmlns:mc="http://schemas.openxmlformats.org/markup-compatibility/2006">
              <mc:Choice xmlns:v="urn:schemas-microsoft-com:vml" Requires="v">
                <p:oleObj name="Equation" r:id="rId3" imgW="812520" imgH="457200" progId="Equation.DSMT4">
                  <p:embed/>
                </p:oleObj>
              </mc:Choice>
              <mc:Fallback>
                <p:oleObj name="Equation" r:id="rId3" imgW="812520" imgH="457200" progId="Equation.DSMT4">
                  <p:embed/>
                  <p:pic>
                    <p:nvPicPr>
                      <p:cNvPr id="5" name="Object 4"/>
                      <p:cNvPicPr>
                        <a:picLocks noChangeAspect="1" noChangeArrowheads="1"/>
                      </p:cNvPicPr>
                      <p:nvPr/>
                    </p:nvPicPr>
                    <p:blipFill>
                      <a:blip r:embed="rId4"/>
                      <a:srcRect/>
                      <a:stretch>
                        <a:fillRect/>
                      </a:stretch>
                    </p:blipFill>
                    <p:spPr bwMode="auto">
                      <a:xfrm>
                        <a:off x="3841750" y="3149600"/>
                        <a:ext cx="1406525" cy="771525"/>
                      </a:xfrm>
                      <a:prstGeom prst="rect">
                        <a:avLst/>
                      </a:prstGeom>
                      <a:noFill/>
                      <a:ln>
                        <a:noFill/>
                      </a:ln>
                    </p:spPr>
                  </p:pic>
                </p:oleObj>
              </mc:Fallback>
            </mc:AlternateContent>
          </a:graphicData>
        </a:graphic>
      </p:graphicFrame>
      <p:sp>
        <p:nvSpPr>
          <p:cNvPr id="6" name="Content Placeholder 5"/>
          <p:cNvSpPr>
            <a:spLocks noGrp="1"/>
          </p:cNvSpPr>
          <p:nvPr>
            <p:ph sz="quarter" idx="15"/>
          </p:nvPr>
        </p:nvSpPr>
        <p:spPr>
          <a:xfrm>
            <a:off x="446439" y="4119149"/>
            <a:ext cx="8265761" cy="1144347"/>
          </a:xfrm>
        </p:spPr>
        <p:txBody>
          <a:bodyPr wrap="square" lIns="0" tIns="18000" rIns="0" bIns="18000" anchor="ctr" anchorCtr="0">
            <a:spAutoFit/>
          </a:bodyPr>
          <a:lstStyle/>
          <a:p>
            <a:pPr marL="342000" indent="-342000">
              <a:spcBef>
                <a:spcPts val="600"/>
              </a:spcBef>
              <a:defRPr/>
            </a:pPr>
            <a:r>
              <a:rPr lang="en-US" sz="2400" noProof="0" dirty="0"/>
              <a:t>Current division allows you to find the current through one component when you know the current supplied to a collection of parallel-connected components:</a:t>
            </a:r>
          </a:p>
        </p:txBody>
      </p:sp>
      <p:graphicFrame>
        <p:nvGraphicFramePr>
          <p:cNvPr id="8" name="Object 7" descr="i subscript x Baseline equals StartFraction R subscript e q Baseline over R subscript x Baseline EndFraction i subscript s.&#10;">
            <a:extLst>
              <a:ext uri="{FF2B5EF4-FFF2-40B4-BE49-F238E27FC236}">
                <a16:creationId xmlns:a16="http://schemas.microsoft.com/office/drawing/2014/main" id="{408F0E1B-2767-4425-B1B1-8E3293AAB525}"/>
              </a:ext>
            </a:extLst>
          </p:cNvPr>
          <p:cNvGraphicFramePr>
            <a:graphicFrameLocks noChangeAspect="1"/>
          </p:cNvGraphicFramePr>
          <p:nvPr>
            <p:extLst>
              <p:ext uri="{D42A27DB-BD31-4B8C-83A1-F6EECF244321}">
                <p14:modId xmlns:p14="http://schemas.microsoft.com/office/powerpoint/2010/main" val="2054608847"/>
              </p:ext>
            </p:extLst>
          </p:nvPr>
        </p:nvGraphicFramePr>
        <p:xfrm>
          <a:off x="4003675" y="5383213"/>
          <a:ext cx="1165225" cy="768350"/>
        </p:xfrm>
        <a:graphic>
          <a:graphicData uri="http://schemas.openxmlformats.org/presentationml/2006/ole">
            <mc:AlternateContent xmlns:mc="http://schemas.openxmlformats.org/markup-compatibility/2006">
              <mc:Choice xmlns:v="urn:schemas-microsoft-com:vml" Requires="v">
                <p:oleObj name="Equation" r:id="rId5" imgW="672840" imgH="457200" progId="Equation.DSMT4">
                  <p:embed/>
                </p:oleObj>
              </mc:Choice>
              <mc:Fallback>
                <p:oleObj name="Equation" r:id="rId5" imgW="672840" imgH="457200" progId="Equation.DSMT4">
                  <p:embed/>
                  <p:pic>
                    <p:nvPicPr>
                      <p:cNvPr id="6" name="Object 5"/>
                      <p:cNvPicPr>
                        <a:picLocks noChangeAspect="1" noChangeArrowheads="1"/>
                      </p:cNvPicPr>
                      <p:nvPr/>
                    </p:nvPicPr>
                    <p:blipFill>
                      <a:blip r:embed="rId6"/>
                      <a:srcRect/>
                      <a:stretch>
                        <a:fillRect/>
                      </a:stretch>
                    </p:blipFill>
                    <p:spPr bwMode="auto">
                      <a:xfrm>
                        <a:off x="4003675" y="5383213"/>
                        <a:ext cx="1165225" cy="76835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1153327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970" y="198000"/>
            <a:ext cx="8266230" cy="1021237"/>
          </a:xfrm>
        </p:spPr>
        <p:txBody>
          <a:bodyPr wrap="square" lIns="0" tIns="18000" rIns="0" bIns="18000" anchor="ctr" anchorCtr="0">
            <a:spAutoFit/>
          </a:bodyPr>
          <a:lstStyle/>
          <a:p>
            <a:r>
              <a:rPr lang="en-US" noProof="0" dirty="0"/>
              <a:t>Chapter 3 – Simple resistive circuits </a:t>
            </a:r>
            <a:r>
              <a:rPr lang="en-US" sz="2800" noProof="0" dirty="0"/>
              <a:t>(17 of 20)</a:t>
            </a:r>
          </a:p>
        </p:txBody>
      </p:sp>
      <p:sp>
        <p:nvSpPr>
          <p:cNvPr id="4" name="Content Placeholder 3">
            <a:extLst>
              <a:ext uri="{FF2B5EF4-FFF2-40B4-BE49-F238E27FC236}">
                <a16:creationId xmlns:a16="http://schemas.microsoft.com/office/drawing/2014/main" id="{D4E8DE72-B502-4F26-8421-0C055F38D72C}"/>
              </a:ext>
            </a:extLst>
          </p:cNvPr>
          <p:cNvSpPr>
            <a:spLocks noGrp="1"/>
          </p:cNvSpPr>
          <p:nvPr>
            <p:ph sz="quarter" idx="13"/>
          </p:nvPr>
        </p:nvSpPr>
        <p:spPr>
          <a:xfrm>
            <a:off x="445971" y="1363129"/>
            <a:ext cx="2854766" cy="374906"/>
          </a:xfrm>
        </p:spPr>
        <p:txBody>
          <a:bodyPr wrap="square" lIns="0" tIns="18000" rIns="0" bIns="18000" anchor="ctr" anchorCtr="0">
            <a:spAutoFit/>
          </a:bodyPr>
          <a:lstStyle/>
          <a:p>
            <a:pPr marL="0" indent="0">
              <a:spcBef>
                <a:spcPts val="600"/>
              </a:spcBef>
              <a:buNone/>
            </a:pPr>
            <a:r>
              <a:rPr lang="en-US" altLang="en-US" sz="2200" noProof="0" dirty="0"/>
              <a:t>Example: Find </a:t>
            </a:r>
            <a:r>
              <a:rPr lang="en-US" altLang="en-US" sz="2200" i="1" noProof="0" dirty="0"/>
              <a:t>v, </a:t>
            </a:r>
            <a:r>
              <a:rPr lang="en-US" altLang="en-US" sz="2200" i="1" noProof="0" dirty="0" err="1"/>
              <a:t>i</a:t>
            </a:r>
            <a:r>
              <a:rPr lang="en-US" altLang="en-US" sz="2200" i="1" noProof="0" dirty="0"/>
              <a:t>, </a:t>
            </a:r>
            <a:r>
              <a:rPr lang="en-US" altLang="en-US" sz="2200" noProof="0" dirty="0"/>
              <a:t>and</a:t>
            </a:r>
            <a:endParaRPr lang="en-US" sz="2200" noProof="0" dirty="0"/>
          </a:p>
        </p:txBody>
      </p:sp>
      <p:graphicFrame>
        <p:nvGraphicFramePr>
          <p:cNvPr id="24" name="Object 23" descr="v subscript 10.&#10;">
            <a:extLst>
              <a:ext uri="{FF2B5EF4-FFF2-40B4-BE49-F238E27FC236}">
                <a16:creationId xmlns:a16="http://schemas.microsoft.com/office/drawing/2014/main" id="{86794B14-347E-4289-892C-EADDDA2CBE17}"/>
              </a:ext>
            </a:extLst>
          </p:cNvPr>
          <p:cNvGraphicFramePr>
            <a:graphicFrameLocks noChangeAspect="1"/>
          </p:cNvGraphicFramePr>
          <p:nvPr/>
        </p:nvGraphicFramePr>
        <p:xfrm>
          <a:off x="3404033" y="1355138"/>
          <a:ext cx="390149" cy="412230"/>
        </p:xfrm>
        <a:graphic>
          <a:graphicData uri="http://schemas.openxmlformats.org/presentationml/2006/ole">
            <mc:AlternateContent xmlns:mc="http://schemas.openxmlformats.org/markup-compatibility/2006">
              <mc:Choice xmlns:v="urn:schemas-microsoft-com:vml" Requires="v">
                <p:oleObj name="Equation" r:id="rId3" imgW="215640" imgH="228600" progId="Equation.DSMT4">
                  <p:embed/>
                </p:oleObj>
              </mc:Choice>
              <mc:Fallback>
                <p:oleObj name="Equation" r:id="rId3" imgW="215640" imgH="228600" progId="Equation.DSMT4">
                  <p:embed/>
                  <p:pic>
                    <p:nvPicPr>
                      <p:cNvPr id="24" name="Object 23" descr="v subscript 10.&#10;">
                        <a:extLst>
                          <a:ext uri="{FF2B5EF4-FFF2-40B4-BE49-F238E27FC236}">
                            <a16:creationId xmlns:a16="http://schemas.microsoft.com/office/drawing/2014/main" id="{86794B14-347E-4289-892C-EADDDA2CBE17}"/>
                          </a:ext>
                        </a:extLst>
                      </p:cNvPr>
                      <p:cNvPicPr>
                        <a:picLocks noChangeAspect="1" noChangeArrowheads="1"/>
                      </p:cNvPicPr>
                      <p:nvPr/>
                    </p:nvPicPr>
                    <p:blipFill>
                      <a:blip r:embed="rId4"/>
                      <a:srcRect/>
                      <a:stretch>
                        <a:fillRect/>
                      </a:stretch>
                    </p:blipFill>
                    <p:spPr bwMode="auto">
                      <a:xfrm>
                        <a:off x="3404033" y="1355138"/>
                        <a:ext cx="390149" cy="412230"/>
                      </a:xfrm>
                      <a:prstGeom prst="rect">
                        <a:avLst/>
                      </a:prstGeom>
                      <a:noFill/>
                      <a:ln>
                        <a:noFill/>
                      </a:ln>
                    </p:spPr>
                  </p:pic>
                </p:oleObj>
              </mc:Fallback>
            </mc:AlternateContent>
          </a:graphicData>
        </a:graphic>
      </p:graphicFrame>
      <p:sp>
        <p:nvSpPr>
          <p:cNvPr id="5" name="Content Placeholder 4">
            <a:extLst>
              <a:ext uri="{FF2B5EF4-FFF2-40B4-BE49-F238E27FC236}">
                <a16:creationId xmlns:a16="http://schemas.microsoft.com/office/drawing/2014/main" id="{B974D1A5-4B47-4604-8581-C5DBD78DD3E1}"/>
              </a:ext>
            </a:extLst>
          </p:cNvPr>
          <p:cNvSpPr>
            <a:spLocks noGrp="1"/>
          </p:cNvSpPr>
          <p:nvPr>
            <p:ph sz="quarter" idx="14"/>
          </p:nvPr>
        </p:nvSpPr>
        <p:spPr>
          <a:xfrm>
            <a:off x="3907196" y="1378527"/>
            <a:ext cx="4805004" cy="374906"/>
          </a:xfrm>
        </p:spPr>
        <p:txBody>
          <a:bodyPr wrap="square" lIns="0" tIns="18000" rIns="0" bIns="18000" anchor="ctr" anchorCtr="0">
            <a:spAutoFit/>
          </a:bodyPr>
          <a:lstStyle/>
          <a:p>
            <a:pPr marL="0" indent="0">
              <a:spcBef>
                <a:spcPts val="600"/>
              </a:spcBef>
              <a:buNone/>
            </a:pPr>
            <a:r>
              <a:rPr lang="en-US" altLang="en-US" sz="2200" noProof="0" dirty="0"/>
              <a:t>by combining resistors in series</a:t>
            </a:r>
            <a:endParaRPr lang="en-US" sz="2200" noProof="0" dirty="0"/>
          </a:p>
        </p:txBody>
      </p:sp>
      <p:sp>
        <p:nvSpPr>
          <p:cNvPr id="9" name="Content Placeholder 8">
            <a:extLst>
              <a:ext uri="{FF2B5EF4-FFF2-40B4-BE49-F238E27FC236}">
                <a16:creationId xmlns:a16="http://schemas.microsoft.com/office/drawing/2014/main" id="{3959AB4F-0389-46E6-BE17-35238DF43232}"/>
              </a:ext>
            </a:extLst>
          </p:cNvPr>
          <p:cNvSpPr>
            <a:spLocks noGrp="1"/>
          </p:cNvSpPr>
          <p:nvPr>
            <p:ph sz="quarter" idx="15"/>
          </p:nvPr>
        </p:nvSpPr>
        <p:spPr>
          <a:xfrm>
            <a:off x="451686" y="1825101"/>
            <a:ext cx="8260514" cy="405683"/>
          </a:xfrm>
        </p:spPr>
        <p:txBody>
          <a:bodyPr wrap="square" lIns="0" tIns="18000" rIns="0" bIns="18000" anchor="ctr" anchorCtr="0">
            <a:spAutoFit/>
          </a:bodyPr>
          <a:lstStyle/>
          <a:p>
            <a:pPr marL="0" indent="0">
              <a:spcBef>
                <a:spcPts val="600"/>
              </a:spcBef>
              <a:buNone/>
            </a:pPr>
            <a:r>
              <a:rPr lang="en-US" altLang="en-US" sz="2200" dirty="0"/>
              <a:t>and parallel,</a:t>
            </a:r>
            <a:r>
              <a:rPr lang="en-US" altLang="en-US" sz="2400" dirty="0"/>
              <a:t> </a:t>
            </a:r>
            <a:r>
              <a:rPr lang="en-US" sz="2200" noProof="0" dirty="0"/>
              <a:t>voltage division, and current division.</a:t>
            </a:r>
          </a:p>
        </p:txBody>
      </p:sp>
      <p:pic>
        <p:nvPicPr>
          <p:cNvPr id="40" name="Picture 39" descr="A circuit diagram shows two resistors of 6 ohms and 10 ohms connected in series where the voltage V subscript 10 is shown across the resistor of 10 ohms, while resistor of 64 ohms is in parallel with the series combination of 6 ohms and 10 ohms. Another resistor of 7.2 ohms is in series with the parallel combination of 64 ohms with the series combination of 6 ohms and 10 ohms. Current i flow in a clockwise direction through resistor 7.2 ohms. Again a resistor of 30 ohms is in parallel with the series combination of 7.2 ohms and 64 ohms. The 30 ohms resistor is connected in parallel across the galvanometer A that has voltage V across it. All components are connected between the same set of electrically common points.">
            <a:extLst>
              <a:ext uri="{FF2B5EF4-FFF2-40B4-BE49-F238E27FC236}">
                <a16:creationId xmlns:a16="http://schemas.microsoft.com/office/drawing/2014/main" id="{205A7370-F3EA-4DC0-BA74-075E74D96AD6}"/>
              </a:ext>
            </a:extLst>
          </p:cNvPr>
          <p:cNvPicPr>
            <a:picLocks noChangeAspect="1"/>
          </p:cNvPicPr>
          <p:nvPr/>
        </p:nvPicPr>
        <p:blipFill>
          <a:blip r:embed="rId5"/>
          <a:stretch>
            <a:fillRect/>
          </a:stretch>
        </p:blipFill>
        <p:spPr>
          <a:xfrm>
            <a:off x="2895552" y="2321404"/>
            <a:ext cx="3295747" cy="1152657"/>
          </a:xfrm>
          <a:prstGeom prst="rect">
            <a:avLst/>
          </a:prstGeom>
        </p:spPr>
      </p:pic>
    </p:spTree>
    <p:extLst>
      <p:ext uri="{BB962C8B-B14F-4D97-AF65-F5344CB8AC3E}">
        <p14:creationId xmlns:p14="http://schemas.microsoft.com/office/powerpoint/2010/main" val="25618305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9CAAD-7658-8315-41D8-E75E5D1670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44F90C-3A7B-FAF6-D775-744086CE72EE}"/>
              </a:ext>
            </a:extLst>
          </p:cNvPr>
          <p:cNvSpPr>
            <a:spLocks noGrp="1"/>
          </p:cNvSpPr>
          <p:nvPr>
            <p:ph type="title"/>
          </p:nvPr>
        </p:nvSpPr>
        <p:spPr>
          <a:xfrm>
            <a:off x="445970" y="198000"/>
            <a:ext cx="8266230" cy="1021237"/>
          </a:xfrm>
        </p:spPr>
        <p:txBody>
          <a:bodyPr wrap="square" lIns="0" tIns="18000" rIns="0" bIns="18000" anchor="ctr" anchorCtr="0">
            <a:spAutoFit/>
          </a:bodyPr>
          <a:lstStyle/>
          <a:p>
            <a:r>
              <a:rPr lang="en-US" noProof="0" dirty="0"/>
              <a:t>Chapter 3 – Simple resistive circuits </a:t>
            </a:r>
            <a:r>
              <a:rPr lang="en-US" sz="2800" noProof="0" dirty="0"/>
              <a:t>(17 of 20)</a:t>
            </a:r>
          </a:p>
        </p:txBody>
      </p:sp>
      <p:sp>
        <p:nvSpPr>
          <p:cNvPr id="4" name="Content Placeholder 3">
            <a:extLst>
              <a:ext uri="{FF2B5EF4-FFF2-40B4-BE49-F238E27FC236}">
                <a16:creationId xmlns:a16="http://schemas.microsoft.com/office/drawing/2014/main" id="{63E2CB5B-4BF3-1104-6812-B16988BD6E21}"/>
              </a:ext>
            </a:extLst>
          </p:cNvPr>
          <p:cNvSpPr>
            <a:spLocks noGrp="1"/>
          </p:cNvSpPr>
          <p:nvPr>
            <p:ph sz="quarter" idx="13"/>
          </p:nvPr>
        </p:nvSpPr>
        <p:spPr>
          <a:xfrm>
            <a:off x="445971" y="1363129"/>
            <a:ext cx="2854766" cy="374906"/>
          </a:xfrm>
        </p:spPr>
        <p:txBody>
          <a:bodyPr wrap="square" lIns="0" tIns="18000" rIns="0" bIns="18000" anchor="ctr" anchorCtr="0">
            <a:spAutoFit/>
          </a:bodyPr>
          <a:lstStyle/>
          <a:p>
            <a:pPr marL="0" indent="0">
              <a:spcBef>
                <a:spcPts val="600"/>
              </a:spcBef>
              <a:buNone/>
            </a:pPr>
            <a:r>
              <a:rPr lang="en-US" altLang="en-US" sz="2200" noProof="0" dirty="0"/>
              <a:t>Example: Find </a:t>
            </a:r>
            <a:r>
              <a:rPr lang="en-US" altLang="en-US" sz="2200" i="1" noProof="0" dirty="0"/>
              <a:t>v, </a:t>
            </a:r>
            <a:r>
              <a:rPr lang="en-US" altLang="en-US" sz="2200" i="1" noProof="0" dirty="0" err="1"/>
              <a:t>i</a:t>
            </a:r>
            <a:r>
              <a:rPr lang="en-US" altLang="en-US" sz="2200" i="1" noProof="0" dirty="0"/>
              <a:t>, </a:t>
            </a:r>
            <a:r>
              <a:rPr lang="en-US" altLang="en-US" sz="2200" noProof="0" dirty="0"/>
              <a:t>and</a:t>
            </a:r>
            <a:endParaRPr lang="en-US" sz="2200" noProof="0" dirty="0"/>
          </a:p>
        </p:txBody>
      </p:sp>
      <p:graphicFrame>
        <p:nvGraphicFramePr>
          <p:cNvPr id="24" name="Object 23" descr="v subscript 10.&#10;">
            <a:extLst>
              <a:ext uri="{FF2B5EF4-FFF2-40B4-BE49-F238E27FC236}">
                <a16:creationId xmlns:a16="http://schemas.microsoft.com/office/drawing/2014/main" id="{2F24F071-848C-A476-7240-B59659D36567}"/>
              </a:ext>
            </a:extLst>
          </p:cNvPr>
          <p:cNvGraphicFramePr>
            <a:graphicFrameLocks noChangeAspect="1"/>
          </p:cNvGraphicFramePr>
          <p:nvPr/>
        </p:nvGraphicFramePr>
        <p:xfrm>
          <a:off x="3404033" y="1355138"/>
          <a:ext cx="390149" cy="412230"/>
        </p:xfrm>
        <a:graphic>
          <a:graphicData uri="http://schemas.openxmlformats.org/presentationml/2006/ole">
            <mc:AlternateContent xmlns:mc="http://schemas.openxmlformats.org/markup-compatibility/2006">
              <mc:Choice xmlns:v="urn:schemas-microsoft-com:vml" Requires="v">
                <p:oleObj name="Equation" r:id="rId3" imgW="215640" imgH="228600" progId="Equation.DSMT4">
                  <p:embed/>
                </p:oleObj>
              </mc:Choice>
              <mc:Fallback>
                <p:oleObj name="Equation" r:id="rId3" imgW="215640" imgH="228600" progId="Equation.DSMT4">
                  <p:embed/>
                  <p:pic>
                    <p:nvPicPr>
                      <p:cNvPr id="24" name="Object 23" descr="v subscript 10.&#10;">
                        <a:extLst>
                          <a:ext uri="{FF2B5EF4-FFF2-40B4-BE49-F238E27FC236}">
                            <a16:creationId xmlns:a16="http://schemas.microsoft.com/office/drawing/2014/main" id="{86794B14-347E-4289-892C-EADDDA2CBE17}"/>
                          </a:ext>
                        </a:extLst>
                      </p:cNvPr>
                      <p:cNvPicPr>
                        <a:picLocks noChangeAspect="1" noChangeArrowheads="1"/>
                      </p:cNvPicPr>
                      <p:nvPr/>
                    </p:nvPicPr>
                    <p:blipFill>
                      <a:blip r:embed="rId4"/>
                      <a:srcRect/>
                      <a:stretch>
                        <a:fillRect/>
                      </a:stretch>
                    </p:blipFill>
                    <p:spPr bwMode="auto">
                      <a:xfrm>
                        <a:off x="3404033" y="1355138"/>
                        <a:ext cx="390149" cy="412230"/>
                      </a:xfrm>
                      <a:prstGeom prst="rect">
                        <a:avLst/>
                      </a:prstGeom>
                      <a:noFill/>
                      <a:ln>
                        <a:noFill/>
                      </a:ln>
                    </p:spPr>
                  </p:pic>
                </p:oleObj>
              </mc:Fallback>
            </mc:AlternateContent>
          </a:graphicData>
        </a:graphic>
      </p:graphicFrame>
      <p:sp>
        <p:nvSpPr>
          <p:cNvPr id="5" name="Content Placeholder 4">
            <a:extLst>
              <a:ext uri="{FF2B5EF4-FFF2-40B4-BE49-F238E27FC236}">
                <a16:creationId xmlns:a16="http://schemas.microsoft.com/office/drawing/2014/main" id="{ECC39B39-3C41-559C-5010-BFC42E27F88E}"/>
              </a:ext>
            </a:extLst>
          </p:cNvPr>
          <p:cNvSpPr>
            <a:spLocks noGrp="1"/>
          </p:cNvSpPr>
          <p:nvPr>
            <p:ph sz="quarter" idx="14"/>
          </p:nvPr>
        </p:nvSpPr>
        <p:spPr>
          <a:xfrm>
            <a:off x="3907196" y="1378527"/>
            <a:ext cx="4805004" cy="374906"/>
          </a:xfrm>
        </p:spPr>
        <p:txBody>
          <a:bodyPr wrap="square" lIns="0" tIns="18000" rIns="0" bIns="18000" anchor="ctr" anchorCtr="0">
            <a:spAutoFit/>
          </a:bodyPr>
          <a:lstStyle/>
          <a:p>
            <a:pPr marL="0" indent="0">
              <a:spcBef>
                <a:spcPts val="600"/>
              </a:spcBef>
              <a:buNone/>
            </a:pPr>
            <a:r>
              <a:rPr lang="en-US" altLang="en-US" sz="2200" noProof="0" dirty="0"/>
              <a:t>by combining resistors in series</a:t>
            </a:r>
            <a:endParaRPr lang="en-US" sz="2200" noProof="0" dirty="0"/>
          </a:p>
        </p:txBody>
      </p:sp>
      <p:sp>
        <p:nvSpPr>
          <p:cNvPr id="9" name="Content Placeholder 8">
            <a:extLst>
              <a:ext uri="{FF2B5EF4-FFF2-40B4-BE49-F238E27FC236}">
                <a16:creationId xmlns:a16="http://schemas.microsoft.com/office/drawing/2014/main" id="{CB27A126-AC6E-F7B7-277C-29C121B28014}"/>
              </a:ext>
            </a:extLst>
          </p:cNvPr>
          <p:cNvSpPr>
            <a:spLocks noGrp="1"/>
          </p:cNvSpPr>
          <p:nvPr>
            <p:ph sz="quarter" idx="15"/>
          </p:nvPr>
        </p:nvSpPr>
        <p:spPr>
          <a:xfrm>
            <a:off x="451686" y="1825101"/>
            <a:ext cx="8260514" cy="405683"/>
          </a:xfrm>
        </p:spPr>
        <p:txBody>
          <a:bodyPr wrap="square" lIns="0" tIns="18000" rIns="0" bIns="18000" anchor="ctr" anchorCtr="0">
            <a:spAutoFit/>
          </a:bodyPr>
          <a:lstStyle/>
          <a:p>
            <a:pPr marL="0" indent="0">
              <a:spcBef>
                <a:spcPts val="600"/>
              </a:spcBef>
              <a:buNone/>
            </a:pPr>
            <a:r>
              <a:rPr lang="en-US" altLang="en-US" sz="2200" dirty="0"/>
              <a:t>and parallel,</a:t>
            </a:r>
            <a:r>
              <a:rPr lang="en-US" altLang="en-US" sz="2400" dirty="0"/>
              <a:t> </a:t>
            </a:r>
            <a:r>
              <a:rPr lang="en-US" sz="2200" noProof="0" dirty="0"/>
              <a:t>voltage division, and current division.</a:t>
            </a:r>
          </a:p>
        </p:txBody>
      </p:sp>
      <p:pic>
        <p:nvPicPr>
          <p:cNvPr id="40" name="Picture 39" descr="A circuit diagram shows two resistors of 6 ohms and 10 ohms connected in series where the voltage V subscript 10 is shown across the resistor of 10 ohms, while resistor of 64 ohms is in parallel with the series combination of 6 ohms and 10 ohms. Another resistor of 7.2 ohms is in series with the parallel combination of 64 ohms with the series combination of 6 ohms and 10 ohms. Current i flow in a clockwise direction through resistor 7.2 ohms. Again a resistor of 30 ohms is in parallel with the series combination of 7.2 ohms and 64 ohms. The 30 ohms resistor is connected in parallel across the galvanometer A that has voltage V across it. All components are connected between the same set of electrically common points.">
            <a:extLst>
              <a:ext uri="{FF2B5EF4-FFF2-40B4-BE49-F238E27FC236}">
                <a16:creationId xmlns:a16="http://schemas.microsoft.com/office/drawing/2014/main" id="{FD697C3E-613F-9EB8-CC39-605A7F888E7A}"/>
              </a:ext>
            </a:extLst>
          </p:cNvPr>
          <p:cNvPicPr>
            <a:picLocks noChangeAspect="1"/>
          </p:cNvPicPr>
          <p:nvPr/>
        </p:nvPicPr>
        <p:blipFill>
          <a:blip r:embed="rId5"/>
          <a:stretch>
            <a:fillRect/>
          </a:stretch>
        </p:blipFill>
        <p:spPr>
          <a:xfrm>
            <a:off x="2895552" y="2321404"/>
            <a:ext cx="3295747" cy="1152657"/>
          </a:xfrm>
          <a:prstGeom prst="rect">
            <a:avLst/>
          </a:prstGeom>
        </p:spPr>
      </p:pic>
      <p:sp>
        <p:nvSpPr>
          <p:cNvPr id="10" name="Content Placeholder 9">
            <a:extLst>
              <a:ext uri="{FF2B5EF4-FFF2-40B4-BE49-F238E27FC236}">
                <a16:creationId xmlns:a16="http://schemas.microsoft.com/office/drawing/2014/main" id="{AB05FF7A-CF24-018C-F582-7BF835EB24EE}"/>
              </a:ext>
            </a:extLst>
          </p:cNvPr>
          <p:cNvSpPr>
            <a:spLocks noGrp="1"/>
          </p:cNvSpPr>
          <p:nvPr>
            <p:ph sz="quarter" idx="16"/>
          </p:nvPr>
        </p:nvSpPr>
        <p:spPr>
          <a:xfrm>
            <a:off x="429261" y="3639179"/>
            <a:ext cx="2466291" cy="713460"/>
          </a:xfrm>
        </p:spPr>
        <p:txBody>
          <a:bodyPr wrap="square" lIns="0" tIns="18000" rIns="0" bIns="18000" anchor="ctr" anchorCtr="0">
            <a:spAutoFit/>
          </a:bodyPr>
          <a:lstStyle/>
          <a:p>
            <a:pPr marL="0" indent="0">
              <a:spcBef>
                <a:spcPts val="600"/>
              </a:spcBef>
              <a:buNone/>
            </a:pPr>
            <a:r>
              <a:rPr lang="en-US" sz="2200" noProof="0" dirty="0"/>
              <a:t>Find the equivalent resistance:</a:t>
            </a:r>
          </a:p>
        </p:txBody>
      </p:sp>
      <p:graphicFrame>
        <p:nvGraphicFramePr>
          <p:cNvPr id="34" name="Object 33" descr="12.8 plus 7.2 equals 20 Ohms.&#10;">
            <a:extLst>
              <a:ext uri="{FF2B5EF4-FFF2-40B4-BE49-F238E27FC236}">
                <a16:creationId xmlns:a16="http://schemas.microsoft.com/office/drawing/2014/main" id="{BB8DDFE4-4F6E-CE3E-CF04-324206671649}"/>
              </a:ext>
            </a:extLst>
          </p:cNvPr>
          <p:cNvGraphicFramePr>
            <a:graphicFrameLocks noChangeAspect="1"/>
          </p:cNvGraphicFramePr>
          <p:nvPr/>
        </p:nvGraphicFramePr>
        <p:xfrm>
          <a:off x="3296539" y="3625094"/>
          <a:ext cx="1827022" cy="288850"/>
        </p:xfrm>
        <a:graphic>
          <a:graphicData uri="http://schemas.openxmlformats.org/presentationml/2006/ole">
            <mc:AlternateContent xmlns:mc="http://schemas.openxmlformats.org/markup-compatibility/2006">
              <mc:Choice xmlns:v="urn:schemas-microsoft-com:vml" Requires="v">
                <p:oleObj name="Equation" r:id="rId6" imgW="1130040" imgH="177480" progId="Equation.DSMT4">
                  <p:embed/>
                </p:oleObj>
              </mc:Choice>
              <mc:Fallback>
                <p:oleObj name="Equation" r:id="rId6" imgW="1130040" imgH="177480" progId="Equation.DSMT4">
                  <p:embed/>
                  <p:pic>
                    <p:nvPicPr>
                      <p:cNvPr id="34" name="Object 33" descr="12.8 plus 7.2 equals 20 Ohms.&#10;">
                        <a:extLst>
                          <a:ext uri="{FF2B5EF4-FFF2-40B4-BE49-F238E27FC236}">
                            <a16:creationId xmlns:a16="http://schemas.microsoft.com/office/drawing/2014/main" id="{8F09BD12-9814-46C7-B658-B61368AEB6FB}"/>
                          </a:ext>
                        </a:extLst>
                      </p:cNvPr>
                      <p:cNvPicPr>
                        <a:picLocks noChangeAspect="1" noChangeArrowheads="1"/>
                      </p:cNvPicPr>
                      <p:nvPr/>
                    </p:nvPicPr>
                    <p:blipFill>
                      <a:blip r:embed="rId7"/>
                      <a:srcRect/>
                      <a:stretch>
                        <a:fillRect/>
                      </a:stretch>
                    </p:blipFill>
                    <p:spPr bwMode="auto">
                      <a:xfrm>
                        <a:off x="3296539" y="3625094"/>
                        <a:ext cx="1827022" cy="288850"/>
                      </a:xfrm>
                      <a:prstGeom prst="rect">
                        <a:avLst/>
                      </a:prstGeom>
                      <a:noFill/>
                      <a:ln w="19050">
                        <a:solidFill>
                          <a:srgbClr val="007FA3"/>
                        </a:solidFill>
                      </a:ln>
                    </p:spPr>
                  </p:pic>
                </p:oleObj>
              </mc:Fallback>
            </mc:AlternateContent>
          </a:graphicData>
        </a:graphic>
      </p:graphicFrame>
      <p:graphicFrame>
        <p:nvGraphicFramePr>
          <p:cNvPr id="35" name="Object 34" descr="6 plus 10 equals 16 Ohms.&#10;">
            <a:extLst>
              <a:ext uri="{FF2B5EF4-FFF2-40B4-BE49-F238E27FC236}">
                <a16:creationId xmlns:a16="http://schemas.microsoft.com/office/drawing/2014/main" id="{7642561C-4273-DDE0-C509-A6516788CB03}"/>
              </a:ext>
            </a:extLst>
          </p:cNvPr>
          <p:cNvGraphicFramePr>
            <a:graphicFrameLocks noChangeAspect="1"/>
          </p:cNvGraphicFramePr>
          <p:nvPr/>
        </p:nvGraphicFramePr>
        <p:xfrm>
          <a:off x="5630277" y="3626598"/>
          <a:ext cx="1417222" cy="287429"/>
        </p:xfrm>
        <a:graphic>
          <a:graphicData uri="http://schemas.openxmlformats.org/presentationml/2006/ole">
            <mc:AlternateContent xmlns:mc="http://schemas.openxmlformats.org/markup-compatibility/2006">
              <mc:Choice xmlns:v="urn:schemas-microsoft-com:vml" Requires="v">
                <p:oleObj name="Equation" r:id="rId8" imgW="876240" imgH="177480" progId="Equation.DSMT4">
                  <p:embed/>
                </p:oleObj>
              </mc:Choice>
              <mc:Fallback>
                <p:oleObj name="Equation" r:id="rId8" imgW="876240" imgH="177480" progId="Equation.DSMT4">
                  <p:embed/>
                  <p:pic>
                    <p:nvPicPr>
                      <p:cNvPr id="35" name="Object 34" descr="6 plus 10 equals 16 Ohms.&#10;">
                        <a:extLst>
                          <a:ext uri="{FF2B5EF4-FFF2-40B4-BE49-F238E27FC236}">
                            <a16:creationId xmlns:a16="http://schemas.microsoft.com/office/drawing/2014/main" id="{32BCC4A6-2CF6-4A51-A27D-0F9C3D027855}"/>
                          </a:ext>
                        </a:extLst>
                      </p:cNvPr>
                      <p:cNvPicPr>
                        <a:picLocks noChangeAspect="1" noChangeArrowheads="1"/>
                      </p:cNvPicPr>
                      <p:nvPr/>
                    </p:nvPicPr>
                    <p:blipFill>
                      <a:blip r:embed="rId9"/>
                      <a:srcRect/>
                      <a:stretch>
                        <a:fillRect/>
                      </a:stretch>
                    </p:blipFill>
                    <p:spPr bwMode="auto">
                      <a:xfrm>
                        <a:off x="5630277" y="3626598"/>
                        <a:ext cx="1417222" cy="287429"/>
                      </a:xfrm>
                      <a:prstGeom prst="rect">
                        <a:avLst/>
                      </a:prstGeom>
                      <a:noFill/>
                      <a:ln w="19050">
                        <a:solidFill>
                          <a:srgbClr val="007FA3"/>
                        </a:solidFill>
                      </a:ln>
                    </p:spPr>
                  </p:pic>
                </p:oleObj>
              </mc:Fallback>
            </mc:AlternateContent>
          </a:graphicData>
        </a:graphic>
      </p:graphicFrame>
      <p:graphicFrame>
        <p:nvGraphicFramePr>
          <p:cNvPr id="37" name="Object 36" descr="30 parallel to 20 equals 12 Ohms.&#10;">
            <a:extLst>
              <a:ext uri="{FF2B5EF4-FFF2-40B4-BE49-F238E27FC236}">
                <a16:creationId xmlns:a16="http://schemas.microsoft.com/office/drawing/2014/main" id="{0178CD1D-24AE-EF49-85BE-BC08B67284DF}"/>
              </a:ext>
            </a:extLst>
          </p:cNvPr>
          <p:cNvGraphicFramePr>
            <a:graphicFrameLocks noChangeAspect="1"/>
          </p:cNvGraphicFramePr>
          <p:nvPr/>
        </p:nvGraphicFramePr>
        <p:xfrm>
          <a:off x="3429552" y="4045621"/>
          <a:ext cx="1463770" cy="326848"/>
        </p:xfrm>
        <a:graphic>
          <a:graphicData uri="http://schemas.openxmlformats.org/presentationml/2006/ole">
            <mc:AlternateContent xmlns:mc="http://schemas.openxmlformats.org/markup-compatibility/2006">
              <mc:Choice xmlns:v="urn:schemas-microsoft-com:vml" Requires="v">
                <p:oleObj name="Equation" r:id="rId10" imgW="914400" imgH="203040" progId="Equation.DSMT4">
                  <p:embed/>
                </p:oleObj>
              </mc:Choice>
              <mc:Fallback>
                <p:oleObj name="Equation" r:id="rId10" imgW="914400" imgH="203040" progId="Equation.DSMT4">
                  <p:embed/>
                  <p:pic>
                    <p:nvPicPr>
                      <p:cNvPr id="37" name="Object 36" descr="30 parallel to 20 equals 12 Ohms.&#10;">
                        <a:extLst>
                          <a:ext uri="{FF2B5EF4-FFF2-40B4-BE49-F238E27FC236}">
                            <a16:creationId xmlns:a16="http://schemas.microsoft.com/office/drawing/2014/main" id="{A5AD9ACA-F22C-4EA6-B3EF-910A7EDAF789}"/>
                          </a:ext>
                        </a:extLst>
                      </p:cNvPr>
                      <p:cNvPicPr>
                        <a:picLocks noChangeAspect="1" noChangeArrowheads="1"/>
                      </p:cNvPicPr>
                      <p:nvPr/>
                    </p:nvPicPr>
                    <p:blipFill>
                      <a:blip r:embed="rId11"/>
                      <a:srcRect/>
                      <a:stretch>
                        <a:fillRect/>
                      </a:stretch>
                    </p:blipFill>
                    <p:spPr bwMode="auto">
                      <a:xfrm>
                        <a:off x="3429552" y="4045621"/>
                        <a:ext cx="1463770" cy="326848"/>
                      </a:xfrm>
                      <a:prstGeom prst="rect">
                        <a:avLst/>
                      </a:prstGeom>
                      <a:noFill/>
                      <a:ln w="19050">
                        <a:solidFill>
                          <a:srgbClr val="007FA3"/>
                        </a:solidFill>
                      </a:ln>
                    </p:spPr>
                  </p:pic>
                </p:oleObj>
              </mc:Fallback>
            </mc:AlternateContent>
          </a:graphicData>
        </a:graphic>
      </p:graphicFrame>
      <p:graphicFrame>
        <p:nvGraphicFramePr>
          <p:cNvPr id="38" name="Object 37" descr="64 parallel to 16 equals 12.8 Ohms.&#10;">
            <a:extLst>
              <a:ext uri="{FF2B5EF4-FFF2-40B4-BE49-F238E27FC236}">
                <a16:creationId xmlns:a16="http://schemas.microsoft.com/office/drawing/2014/main" id="{DAD7EC89-BB3B-192B-F9FC-F057B353D960}"/>
              </a:ext>
            </a:extLst>
          </p:cNvPr>
          <p:cNvGraphicFramePr>
            <a:graphicFrameLocks noChangeAspect="1"/>
          </p:cNvGraphicFramePr>
          <p:nvPr/>
        </p:nvGraphicFramePr>
        <p:xfrm>
          <a:off x="5356941" y="4017046"/>
          <a:ext cx="1666642" cy="326848"/>
        </p:xfrm>
        <a:graphic>
          <a:graphicData uri="http://schemas.openxmlformats.org/presentationml/2006/ole">
            <mc:AlternateContent xmlns:mc="http://schemas.openxmlformats.org/markup-compatibility/2006">
              <mc:Choice xmlns:v="urn:schemas-microsoft-com:vml" Requires="v">
                <p:oleObj name="Equation" r:id="rId12" imgW="1041120" imgH="203040" progId="Equation.DSMT4">
                  <p:embed/>
                </p:oleObj>
              </mc:Choice>
              <mc:Fallback>
                <p:oleObj name="Equation" r:id="rId12" imgW="1041120" imgH="203040" progId="Equation.DSMT4">
                  <p:embed/>
                  <p:pic>
                    <p:nvPicPr>
                      <p:cNvPr id="38" name="Object 37" descr="64 parallel to 16 equals 12.8 Ohms.&#10;">
                        <a:extLst>
                          <a:ext uri="{FF2B5EF4-FFF2-40B4-BE49-F238E27FC236}">
                            <a16:creationId xmlns:a16="http://schemas.microsoft.com/office/drawing/2014/main" id="{63596726-BF80-427C-8A8F-75E42748A8F0}"/>
                          </a:ext>
                        </a:extLst>
                      </p:cNvPr>
                      <p:cNvPicPr>
                        <a:picLocks noChangeAspect="1" noChangeArrowheads="1"/>
                      </p:cNvPicPr>
                      <p:nvPr/>
                    </p:nvPicPr>
                    <p:blipFill>
                      <a:blip r:embed="rId13"/>
                      <a:srcRect/>
                      <a:stretch>
                        <a:fillRect/>
                      </a:stretch>
                    </p:blipFill>
                    <p:spPr bwMode="auto">
                      <a:xfrm>
                        <a:off x="5356941" y="4017046"/>
                        <a:ext cx="1666642" cy="326848"/>
                      </a:xfrm>
                      <a:prstGeom prst="rect">
                        <a:avLst/>
                      </a:prstGeom>
                      <a:noFill/>
                      <a:ln w="19050">
                        <a:solidFill>
                          <a:srgbClr val="007FA3"/>
                        </a:solidFill>
                      </a:ln>
                    </p:spPr>
                  </p:pic>
                </p:oleObj>
              </mc:Fallback>
            </mc:AlternateContent>
          </a:graphicData>
        </a:graphic>
      </p:graphicFrame>
      <p:graphicFrame>
        <p:nvGraphicFramePr>
          <p:cNvPr id="41" name="Object 40" descr="Ohm's Law: v equals R subscript e q Baseline (5) equals (12) multiplied by (5) equals 60 Volts.&#10;">
            <a:extLst>
              <a:ext uri="{FF2B5EF4-FFF2-40B4-BE49-F238E27FC236}">
                <a16:creationId xmlns:a16="http://schemas.microsoft.com/office/drawing/2014/main" id="{36AC5AD0-87F5-CA29-59D6-DBF5098DEB29}"/>
              </a:ext>
            </a:extLst>
          </p:cNvPr>
          <p:cNvGraphicFramePr>
            <a:graphicFrameLocks noChangeAspect="1"/>
          </p:cNvGraphicFramePr>
          <p:nvPr/>
        </p:nvGraphicFramePr>
        <p:xfrm>
          <a:off x="2501900" y="4483841"/>
          <a:ext cx="3694113" cy="334962"/>
        </p:xfrm>
        <a:graphic>
          <a:graphicData uri="http://schemas.openxmlformats.org/presentationml/2006/ole">
            <mc:AlternateContent xmlns:mc="http://schemas.openxmlformats.org/markup-compatibility/2006">
              <mc:Choice xmlns:v="urn:schemas-microsoft-com:vml" Requires="v">
                <p:oleObj name="Equation" r:id="rId14" imgW="2654280" imgH="241200" progId="Equation.DSMT4">
                  <p:embed/>
                </p:oleObj>
              </mc:Choice>
              <mc:Fallback>
                <p:oleObj name="Equation" r:id="rId14" imgW="2654280" imgH="241200" progId="Equation.DSMT4">
                  <p:embed/>
                  <p:pic>
                    <p:nvPicPr>
                      <p:cNvPr id="41" name="Object 40" descr="Ohm's Law: v equals R subscript e q Baseline (5) equals (12) multiplied by (5) equals 60 Volts.&#10;">
                        <a:extLst>
                          <a:ext uri="{FF2B5EF4-FFF2-40B4-BE49-F238E27FC236}">
                            <a16:creationId xmlns:a16="http://schemas.microsoft.com/office/drawing/2014/main" id="{1624DDC1-3EBD-42B4-B5C8-DE49032D7DE5}"/>
                          </a:ext>
                        </a:extLst>
                      </p:cNvPr>
                      <p:cNvPicPr>
                        <a:picLocks noChangeAspect="1" noChangeArrowheads="1"/>
                      </p:cNvPicPr>
                      <p:nvPr/>
                    </p:nvPicPr>
                    <p:blipFill>
                      <a:blip r:embed="rId15"/>
                      <a:srcRect/>
                      <a:stretch>
                        <a:fillRect/>
                      </a:stretch>
                    </p:blipFill>
                    <p:spPr bwMode="auto">
                      <a:xfrm>
                        <a:off x="2501900" y="4483841"/>
                        <a:ext cx="3694113" cy="334962"/>
                      </a:xfrm>
                      <a:prstGeom prst="rect">
                        <a:avLst/>
                      </a:prstGeom>
                      <a:noFill/>
                      <a:ln>
                        <a:noFill/>
                      </a:ln>
                      <a:effectLst/>
                    </p:spPr>
                  </p:pic>
                </p:oleObj>
              </mc:Fallback>
            </mc:AlternateContent>
          </a:graphicData>
        </a:graphic>
      </p:graphicFrame>
      <p:graphicFrame>
        <p:nvGraphicFramePr>
          <p:cNvPr id="45" name="Object 44" descr="KCL: i equals StartFraction R subscript e q Baseline over R EndFraction (5) equals StartFraction 30 parallel to 20 over 20 EndFraction (5) equals 3 Amperes.&#10;">
            <a:extLst>
              <a:ext uri="{FF2B5EF4-FFF2-40B4-BE49-F238E27FC236}">
                <a16:creationId xmlns:a16="http://schemas.microsoft.com/office/drawing/2014/main" id="{E5BE06CA-E0C2-8F4C-023D-05885D7F870F}"/>
              </a:ext>
            </a:extLst>
          </p:cNvPr>
          <p:cNvGraphicFramePr>
            <a:graphicFrameLocks noChangeAspect="1"/>
          </p:cNvGraphicFramePr>
          <p:nvPr/>
        </p:nvGraphicFramePr>
        <p:xfrm>
          <a:off x="2514794" y="4880716"/>
          <a:ext cx="3251200" cy="584200"/>
        </p:xfrm>
        <a:graphic>
          <a:graphicData uri="http://schemas.openxmlformats.org/presentationml/2006/ole">
            <mc:AlternateContent xmlns:mc="http://schemas.openxmlformats.org/markup-compatibility/2006">
              <mc:Choice xmlns:v="urn:schemas-microsoft-com:vml" Requires="v">
                <p:oleObj name="Equation" r:id="rId16" imgW="2336760" imgH="419040" progId="Equation.DSMT4">
                  <p:embed/>
                </p:oleObj>
              </mc:Choice>
              <mc:Fallback>
                <p:oleObj name="Equation" r:id="rId16" imgW="2336760" imgH="419040" progId="Equation.DSMT4">
                  <p:embed/>
                  <p:pic>
                    <p:nvPicPr>
                      <p:cNvPr id="45" name="Object 44" descr="KCL: i equals StartFraction R subscript e q Baseline over R EndFraction (5) equals StartFraction 30 parallel to 20 over 20 EndFraction (5) equals 3 Amperes.&#10;">
                        <a:extLst>
                          <a:ext uri="{FF2B5EF4-FFF2-40B4-BE49-F238E27FC236}">
                            <a16:creationId xmlns:a16="http://schemas.microsoft.com/office/drawing/2014/main" id="{F8BAF16A-D1B5-48BF-BC66-C0DE961C9BA4}"/>
                          </a:ext>
                        </a:extLst>
                      </p:cNvPr>
                      <p:cNvPicPr>
                        <a:picLocks noChangeAspect="1" noChangeArrowheads="1"/>
                      </p:cNvPicPr>
                      <p:nvPr/>
                    </p:nvPicPr>
                    <p:blipFill>
                      <a:blip r:embed="rId17"/>
                      <a:srcRect/>
                      <a:stretch>
                        <a:fillRect/>
                      </a:stretch>
                    </p:blipFill>
                    <p:spPr bwMode="auto">
                      <a:xfrm>
                        <a:off x="2514794" y="4880716"/>
                        <a:ext cx="3251200" cy="584200"/>
                      </a:xfrm>
                      <a:prstGeom prst="rect">
                        <a:avLst/>
                      </a:prstGeom>
                      <a:noFill/>
                      <a:ln>
                        <a:noFill/>
                      </a:ln>
                      <a:effectLst/>
                    </p:spPr>
                  </p:pic>
                </p:oleObj>
              </mc:Fallback>
            </mc:AlternateContent>
          </a:graphicData>
        </a:graphic>
      </p:graphicFrame>
      <p:graphicFrame>
        <p:nvGraphicFramePr>
          <p:cNvPr id="42" name="Object 41" descr="Ohm's Law: v prime equals i OpenParenthesis 64 parallel to 16 CloseParenthesis equals (3) multiplied by (12.8) equals 38.4 Volts.&#10;">
            <a:extLst>
              <a:ext uri="{FF2B5EF4-FFF2-40B4-BE49-F238E27FC236}">
                <a16:creationId xmlns:a16="http://schemas.microsoft.com/office/drawing/2014/main" id="{AD0B5CCA-550B-D663-FECD-ED24686E8EC4}"/>
              </a:ext>
            </a:extLst>
          </p:cNvPr>
          <p:cNvGraphicFramePr>
            <a:graphicFrameLocks noChangeAspect="1"/>
          </p:cNvGraphicFramePr>
          <p:nvPr/>
        </p:nvGraphicFramePr>
        <p:xfrm>
          <a:off x="2501900" y="5536353"/>
          <a:ext cx="4383088" cy="282575"/>
        </p:xfrm>
        <a:graphic>
          <a:graphicData uri="http://schemas.openxmlformats.org/presentationml/2006/ole">
            <mc:AlternateContent xmlns:mc="http://schemas.openxmlformats.org/markup-compatibility/2006">
              <mc:Choice xmlns:v="urn:schemas-microsoft-com:vml" Requires="v">
                <p:oleObj name="Equation" r:id="rId18" imgW="3149280" imgH="203040" progId="Equation.DSMT4">
                  <p:embed/>
                </p:oleObj>
              </mc:Choice>
              <mc:Fallback>
                <p:oleObj name="Equation" r:id="rId18" imgW="3149280" imgH="203040" progId="Equation.DSMT4">
                  <p:embed/>
                  <p:pic>
                    <p:nvPicPr>
                      <p:cNvPr id="42" name="Object 41" descr="Ohm's Law: v prime equals i OpenParenthesis 64 parallel to 16 CloseParenthesis equals (3) multiplied by (12.8) equals 38.4 Volts.&#10;">
                        <a:extLst>
                          <a:ext uri="{FF2B5EF4-FFF2-40B4-BE49-F238E27FC236}">
                            <a16:creationId xmlns:a16="http://schemas.microsoft.com/office/drawing/2014/main" id="{8672DB95-FB19-4341-BF46-D574CF1F8D44}"/>
                          </a:ext>
                        </a:extLst>
                      </p:cNvPr>
                      <p:cNvPicPr>
                        <a:picLocks noChangeAspect="1" noChangeArrowheads="1"/>
                      </p:cNvPicPr>
                      <p:nvPr/>
                    </p:nvPicPr>
                    <p:blipFill>
                      <a:blip r:embed="rId19"/>
                      <a:srcRect/>
                      <a:stretch>
                        <a:fillRect/>
                      </a:stretch>
                    </p:blipFill>
                    <p:spPr bwMode="auto">
                      <a:xfrm>
                        <a:off x="2501900" y="5536353"/>
                        <a:ext cx="4383088" cy="282575"/>
                      </a:xfrm>
                      <a:prstGeom prst="rect">
                        <a:avLst/>
                      </a:prstGeom>
                      <a:noFill/>
                      <a:ln>
                        <a:noFill/>
                      </a:ln>
                      <a:effectLst/>
                    </p:spPr>
                  </p:pic>
                </p:oleObj>
              </mc:Fallback>
            </mc:AlternateContent>
          </a:graphicData>
        </a:graphic>
      </p:graphicFrame>
      <p:graphicFrame>
        <p:nvGraphicFramePr>
          <p:cNvPr id="43" name="Object 42" descr="KVL: v subscript 10 Baseline equals StartFraction 10 over 10 plus 6 EndFraction v prime equals StartFraction 10 over 16 EndFraction open parenthesis 38.4 close parenthesis equals 24 Volts.&#10;">
            <a:extLst>
              <a:ext uri="{FF2B5EF4-FFF2-40B4-BE49-F238E27FC236}">
                <a16:creationId xmlns:a16="http://schemas.microsoft.com/office/drawing/2014/main" id="{11215936-F444-E2EA-EF79-D0DE3F51BCA1}"/>
              </a:ext>
            </a:extLst>
          </p:cNvPr>
          <p:cNvGraphicFramePr>
            <a:graphicFrameLocks noChangeAspect="1"/>
          </p:cNvGraphicFramePr>
          <p:nvPr/>
        </p:nvGraphicFramePr>
        <p:xfrm>
          <a:off x="2508444" y="5888778"/>
          <a:ext cx="3570288" cy="549275"/>
        </p:xfrm>
        <a:graphic>
          <a:graphicData uri="http://schemas.openxmlformats.org/presentationml/2006/ole">
            <mc:AlternateContent xmlns:mc="http://schemas.openxmlformats.org/markup-compatibility/2006">
              <mc:Choice xmlns:v="urn:schemas-microsoft-com:vml" Requires="v">
                <p:oleObj name="Equation" r:id="rId20" imgW="2565360" imgH="393480" progId="Equation.DSMT4">
                  <p:embed/>
                </p:oleObj>
              </mc:Choice>
              <mc:Fallback>
                <p:oleObj name="Equation" r:id="rId20" imgW="2565360" imgH="393480" progId="Equation.DSMT4">
                  <p:embed/>
                  <p:pic>
                    <p:nvPicPr>
                      <p:cNvPr id="43" name="Object 42" descr="KVL: v subscript 10 Baseline equals StartFraction 10 over 10 plus 6 EndFraction v prime equals StartFraction 10 over 16 EndFraction open parenthesis 38.4 close parenthesis equals 24 Volts.&#10;">
                        <a:extLst>
                          <a:ext uri="{FF2B5EF4-FFF2-40B4-BE49-F238E27FC236}">
                            <a16:creationId xmlns:a16="http://schemas.microsoft.com/office/drawing/2014/main" id="{012C6482-9744-4355-9066-31C8C325E714}"/>
                          </a:ext>
                        </a:extLst>
                      </p:cNvPr>
                      <p:cNvPicPr>
                        <a:picLocks noChangeAspect="1" noChangeArrowheads="1"/>
                      </p:cNvPicPr>
                      <p:nvPr/>
                    </p:nvPicPr>
                    <p:blipFill>
                      <a:blip r:embed="rId21"/>
                      <a:srcRect/>
                      <a:stretch>
                        <a:fillRect/>
                      </a:stretch>
                    </p:blipFill>
                    <p:spPr bwMode="auto">
                      <a:xfrm>
                        <a:off x="2508444" y="5888778"/>
                        <a:ext cx="3570288" cy="54927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7498310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CBA36-025F-EA3B-0134-E7CCB3B150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B366B-9075-E7A6-91EB-92F2072A221F}"/>
              </a:ext>
            </a:extLst>
          </p:cNvPr>
          <p:cNvSpPr>
            <a:spLocks noGrp="1"/>
          </p:cNvSpPr>
          <p:nvPr>
            <p:ph type="title"/>
          </p:nvPr>
        </p:nvSpPr>
        <p:spPr>
          <a:xfrm>
            <a:off x="445970" y="198000"/>
            <a:ext cx="8266230" cy="1021237"/>
          </a:xfrm>
        </p:spPr>
        <p:txBody>
          <a:bodyPr wrap="square" lIns="0" tIns="18000" rIns="0" bIns="18000" anchor="ctr" anchorCtr="0">
            <a:spAutoFit/>
          </a:bodyPr>
          <a:lstStyle/>
          <a:p>
            <a:r>
              <a:rPr lang="en-US" noProof="0" dirty="0"/>
              <a:t>Chapter 3 – Simple resistive circuits </a:t>
            </a:r>
            <a:r>
              <a:rPr lang="en-US" sz="2800" noProof="0" dirty="0"/>
              <a:t>(17 of 20)</a:t>
            </a:r>
          </a:p>
        </p:txBody>
      </p:sp>
      <p:sp>
        <p:nvSpPr>
          <p:cNvPr id="4" name="Content Placeholder 3">
            <a:extLst>
              <a:ext uri="{FF2B5EF4-FFF2-40B4-BE49-F238E27FC236}">
                <a16:creationId xmlns:a16="http://schemas.microsoft.com/office/drawing/2014/main" id="{8BD22444-15C7-4CB5-D6AF-E273F584FBB3}"/>
              </a:ext>
            </a:extLst>
          </p:cNvPr>
          <p:cNvSpPr>
            <a:spLocks noGrp="1"/>
          </p:cNvSpPr>
          <p:nvPr>
            <p:ph sz="quarter" idx="13"/>
          </p:nvPr>
        </p:nvSpPr>
        <p:spPr>
          <a:xfrm>
            <a:off x="445971" y="1363129"/>
            <a:ext cx="2854766" cy="374906"/>
          </a:xfrm>
        </p:spPr>
        <p:txBody>
          <a:bodyPr wrap="square" lIns="0" tIns="18000" rIns="0" bIns="18000" anchor="ctr" anchorCtr="0">
            <a:spAutoFit/>
          </a:bodyPr>
          <a:lstStyle/>
          <a:p>
            <a:pPr marL="0" indent="0">
              <a:spcBef>
                <a:spcPts val="600"/>
              </a:spcBef>
              <a:buNone/>
            </a:pPr>
            <a:r>
              <a:rPr lang="en-US" altLang="en-US" sz="2200" noProof="0" dirty="0"/>
              <a:t>Example: Find </a:t>
            </a:r>
            <a:r>
              <a:rPr lang="en-US" altLang="en-US" sz="2200" i="1" noProof="0" dirty="0"/>
              <a:t>v, </a:t>
            </a:r>
            <a:r>
              <a:rPr lang="en-US" altLang="en-US" sz="2200" i="1" noProof="0" dirty="0" err="1"/>
              <a:t>i</a:t>
            </a:r>
            <a:r>
              <a:rPr lang="en-US" altLang="en-US" sz="2200" i="1" noProof="0" dirty="0"/>
              <a:t>, </a:t>
            </a:r>
            <a:r>
              <a:rPr lang="en-US" altLang="en-US" sz="2200" noProof="0" dirty="0"/>
              <a:t>and</a:t>
            </a:r>
            <a:endParaRPr lang="en-US" sz="2200" noProof="0" dirty="0"/>
          </a:p>
        </p:txBody>
      </p:sp>
      <p:graphicFrame>
        <p:nvGraphicFramePr>
          <p:cNvPr id="24" name="Object 23" descr="v subscript 10.&#10;">
            <a:extLst>
              <a:ext uri="{FF2B5EF4-FFF2-40B4-BE49-F238E27FC236}">
                <a16:creationId xmlns:a16="http://schemas.microsoft.com/office/drawing/2014/main" id="{A0C95C7F-8448-F46D-ABF9-902A7950553A}"/>
              </a:ext>
            </a:extLst>
          </p:cNvPr>
          <p:cNvGraphicFramePr>
            <a:graphicFrameLocks noChangeAspect="1"/>
          </p:cNvGraphicFramePr>
          <p:nvPr/>
        </p:nvGraphicFramePr>
        <p:xfrm>
          <a:off x="3404033" y="1355138"/>
          <a:ext cx="390149" cy="412230"/>
        </p:xfrm>
        <a:graphic>
          <a:graphicData uri="http://schemas.openxmlformats.org/presentationml/2006/ole">
            <mc:AlternateContent xmlns:mc="http://schemas.openxmlformats.org/markup-compatibility/2006">
              <mc:Choice xmlns:v="urn:schemas-microsoft-com:vml" Requires="v">
                <p:oleObj name="Equation" r:id="rId3" imgW="215640" imgH="228600" progId="Equation.DSMT4">
                  <p:embed/>
                </p:oleObj>
              </mc:Choice>
              <mc:Fallback>
                <p:oleObj name="Equation" r:id="rId3" imgW="215640" imgH="228600" progId="Equation.DSMT4">
                  <p:embed/>
                  <p:pic>
                    <p:nvPicPr>
                      <p:cNvPr id="24" name="Object 23" descr="v subscript 10.&#10;">
                        <a:extLst>
                          <a:ext uri="{FF2B5EF4-FFF2-40B4-BE49-F238E27FC236}">
                            <a16:creationId xmlns:a16="http://schemas.microsoft.com/office/drawing/2014/main" id="{2F24F071-848C-A476-7240-B59659D36567}"/>
                          </a:ext>
                        </a:extLst>
                      </p:cNvPr>
                      <p:cNvPicPr>
                        <a:picLocks noChangeAspect="1" noChangeArrowheads="1"/>
                      </p:cNvPicPr>
                      <p:nvPr/>
                    </p:nvPicPr>
                    <p:blipFill>
                      <a:blip r:embed="rId4"/>
                      <a:srcRect/>
                      <a:stretch>
                        <a:fillRect/>
                      </a:stretch>
                    </p:blipFill>
                    <p:spPr bwMode="auto">
                      <a:xfrm>
                        <a:off x="3404033" y="1355138"/>
                        <a:ext cx="390149" cy="412230"/>
                      </a:xfrm>
                      <a:prstGeom prst="rect">
                        <a:avLst/>
                      </a:prstGeom>
                      <a:noFill/>
                      <a:ln>
                        <a:noFill/>
                      </a:ln>
                    </p:spPr>
                  </p:pic>
                </p:oleObj>
              </mc:Fallback>
            </mc:AlternateContent>
          </a:graphicData>
        </a:graphic>
      </p:graphicFrame>
      <p:sp>
        <p:nvSpPr>
          <p:cNvPr id="5" name="Content Placeholder 4">
            <a:extLst>
              <a:ext uri="{FF2B5EF4-FFF2-40B4-BE49-F238E27FC236}">
                <a16:creationId xmlns:a16="http://schemas.microsoft.com/office/drawing/2014/main" id="{CF1F8D9C-B171-44D8-AFA8-D2A05C07928A}"/>
              </a:ext>
            </a:extLst>
          </p:cNvPr>
          <p:cNvSpPr>
            <a:spLocks noGrp="1"/>
          </p:cNvSpPr>
          <p:nvPr>
            <p:ph sz="quarter" idx="14"/>
          </p:nvPr>
        </p:nvSpPr>
        <p:spPr>
          <a:xfrm>
            <a:off x="3907196" y="1378527"/>
            <a:ext cx="4805004" cy="374906"/>
          </a:xfrm>
        </p:spPr>
        <p:txBody>
          <a:bodyPr wrap="square" lIns="0" tIns="18000" rIns="0" bIns="18000" anchor="ctr" anchorCtr="0">
            <a:spAutoFit/>
          </a:bodyPr>
          <a:lstStyle/>
          <a:p>
            <a:pPr marL="0" indent="0">
              <a:spcBef>
                <a:spcPts val="600"/>
              </a:spcBef>
              <a:buNone/>
            </a:pPr>
            <a:r>
              <a:rPr lang="en-US" altLang="en-US" sz="2200" noProof="0" dirty="0"/>
              <a:t>by combining resistors in series</a:t>
            </a:r>
            <a:endParaRPr lang="en-US" sz="2200" noProof="0" dirty="0"/>
          </a:p>
        </p:txBody>
      </p:sp>
      <p:sp>
        <p:nvSpPr>
          <p:cNvPr id="9" name="Content Placeholder 8">
            <a:extLst>
              <a:ext uri="{FF2B5EF4-FFF2-40B4-BE49-F238E27FC236}">
                <a16:creationId xmlns:a16="http://schemas.microsoft.com/office/drawing/2014/main" id="{6B49BB54-16A5-AA1A-4512-AD9FF9DAC5C9}"/>
              </a:ext>
            </a:extLst>
          </p:cNvPr>
          <p:cNvSpPr>
            <a:spLocks noGrp="1"/>
          </p:cNvSpPr>
          <p:nvPr>
            <p:ph sz="quarter" idx="15"/>
          </p:nvPr>
        </p:nvSpPr>
        <p:spPr>
          <a:xfrm>
            <a:off x="451686" y="1655824"/>
            <a:ext cx="8260514" cy="744238"/>
          </a:xfrm>
        </p:spPr>
        <p:txBody>
          <a:bodyPr wrap="square" lIns="0" tIns="18000" rIns="0" bIns="18000" anchor="ctr" anchorCtr="0">
            <a:spAutoFit/>
          </a:bodyPr>
          <a:lstStyle/>
          <a:p>
            <a:pPr marL="0" indent="0">
              <a:spcBef>
                <a:spcPts val="600"/>
              </a:spcBef>
              <a:buNone/>
            </a:pPr>
            <a:r>
              <a:rPr lang="en-US" altLang="en-US" sz="2200" dirty="0"/>
              <a:t>and parallel,</a:t>
            </a:r>
            <a:r>
              <a:rPr lang="en-US" altLang="en-US" sz="2400" dirty="0"/>
              <a:t> </a:t>
            </a:r>
            <a:r>
              <a:rPr lang="en-US" sz="2200" noProof="0" dirty="0"/>
              <a:t>voltage division, and current division.</a:t>
            </a:r>
            <a:r>
              <a:rPr lang="tr-TR" sz="2200" noProof="0" dirty="0"/>
              <a:t> </a:t>
            </a:r>
            <a:r>
              <a:rPr lang="tr-TR" sz="2200" noProof="0" dirty="0" err="1"/>
              <a:t>The</a:t>
            </a:r>
            <a:r>
              <a:rPr lang="tr-TR" sz="2200" noProof="0" dirty="0"/>
              <a:t> </a:t>
            </a:r>
            <a:r>
              <a:rPr lang="tr-TR" sz="2200" noProof="0" dirty="0" err="1"/>
              <a:t>current</a:t>
            </a:r>
            <a:r>
              <a:rPr lang="tr-TR" sz="2200" noProof="0" dirty="0"/>
              <a:t> </a:t>
            </a:r>
            <a:r>
              <a:rPr lang="tr-TR" sz="2200" noProof="0" dirty="0" err="1"/>
              <a:t>source</a:t>
            </a:r>
            <a:r>
              <a:rPr lang="tr-TR" sz="2200" noProof="0" dirty="0"/>
              <a:t> </a:t>
            </a:r>
            <a:r>
              <a:rPr lang="tr-TR" sz="2200" noProof="0" dirty="0" err="1"/>
              <a:t>operates</a:t>
            </a:r>
            <a:r>
              <a:rPr lang="tr-TR" sz="2200" noProof="0" dirty="0"/>
              <a:t> at 5 A.</a:t>
            </a:r>
            <a:endParaRPr lang="en-US" sz="2200" noProof="0" dirty="0"/>
          </a:p>
        </p:txBody>
      </p:sp>
      <p:pic>
        <p:nvPicPr>
          <p:cNvPr id="40" name="Picture 39" descr="A circuit diagram shows two resistors of 6 ohms and 10 ohms connected in series where the voltage V subscript 10 is shown across the resistor of 10 ohms, while resistor of 64 ohms is in parallel with the series combination of 6 ohms and 10 ohms. Another resistor of 7.2 ohms is in series with the parallel combination of 64 ohms with the series combination of 6 ohms and 10 ohms. Current i flow in a clockwise direction through resistor 7.2 ohms. Again a resistor of 30 ohms is in parallel with the series combination of 7.2 ohms and 64 ohms. The 30 ohms resistor is connected in parallel across the galvanometer A that has voltage V across it. All components are connected between the same set of electrically common points.">
            <a:extLst>
              <a:ext uri="{FF2B5EF4-FFF2-40B4-BE49-F238E27FC236}">
                <a16:creationId xmlns:a16="http://schemas.microsoft.com/office/drawing/2014/main" id="{D0890F7C-F335-C682-FBFD-CD35EBFD9B6F}"/>
              </a:ext>
            </a:extLst>
          </p:cNvPr>
          <p:cNvPicPr>
            <a:picLocks noChangeAspect="1"/>
          </p:cNvPicPr>
          <p:nvPr/>
        </p:nvPicPr>
        <p:blipFill>
          <a:blip r:embed="rId5"/>
          <a:stretch>
            <a:fillRect/>
          </a:stretch>
        </p:blipFill>
        <p:spPr>
          <a:xfrm>
            <a:off x="2895552" y="2321404"/>
            <a:ext cx="3295747" cy="1152657"/>
          </a:xfrm>
          <a:prstGeom prst="rect">
            <a:avLst/>
          </a:prstGeom>
        </p:spPr>
      </p:pic>
      <p:sp>
        <p:nvSpPr>
          <p:cNvPr id="10" name="Content Placeholder 9">
            <a:extLst>
              <a:ext uri="{FF2B5EF4-FFF2-40B4-BE49-F238E27FC236}">
                <a16:creationId xmlns:a16="http://schemas.microsoft.com/office/drawing/2014/main" id="{F511A451-3F63-62D7-9727-B0CD1B1E1869}"/>
              </a:ext>
            </a:extLst>
          </p:cNvPr>
          <p:cNvSpPr>
            <a:spLocks noGrp="1"/>
          </p:cNvSpPr>
          <p:nvPr>
            <p:ph sz="quarter" idx="16"/>
          </p:nvPr>
        </p:nvSpPr>
        <p:spPr>
          <a:xfrm>
            <a:off x="429261" y="3639179"/>
            <a:ext cx="2466291" cy="713460"/>
          </a:xfrm>
        </p:spPr>
        <p:txBody>
          <a:bodyPr wrap="square" lIns="0" tIns="18000" rIns="0" bIns="18000" anchor="ctr" anchorCtr="0">
            <a:spAutoFit/>
          </a:bodyPr>
          <a:lstStyle/>
          <a:p>
            <a:pPr marL="0" indent="0">
              <a:spcBef>
                <a:spcPts val="600"/>
              </a:spcBef>
              <a:buNone/>
            </a:pPr>
            <a:r>
              <a:rPr lang="en-US" sz="2200" noProof="0" dirty="0"/>
              <a:t>Find the equivalent resistance:</a:t>
            </a:r>
          </a:p>
        </p:txBody>
      </p:sp>
      <p:graphicFrame>
        <p:nvGraphicFramePr>
          <p:cNvPr id="34" name="Object 33" descr="12.8 plus 7.2 equals 20 Ohms.&#10;">
            <a:extLst>
              <a:ext uri="{FF2B5EF4-FFF2-40B4-BE49-F238E27FC236}">
                <a16:creationId xmlns:a16="http://schemas.microsoft.com/office/drawing/2014/main" id="{DAB002D6-34CC-858E-FAC1-711FCB3DE456}"/>
              </a:ext>
            </a:extLst>
          </p:cNvPr>
          <p:cNvGraphicFramePr>
            <a:graphicFrameLocks noChangeAspect="1"/>
          </p:cNvGraphicFramePr>
          <p:nvPr/>
        </p:nvGraphicFramePr>
        <p:xfrm>
          <a:off x="3296539" y="3625094"/>
          <a:ext cx="1827022" cy="288850"/>
        </p:xfrm>
        <a:graphic>
          <a:graphicData uri="http://schemas.openxmlformats.org/presentationml/2006/ole">
            <mc:AlternateContent xmlns:mc="http://schemas.openxmlformats.org/markup-compatibility/2006">
              <mc:Choice xmlns:v="urn:schemas-microsoft-com:vml" Requires="v">
                <p:oleObj name="Equation" r:id="rId6" imgW="1130040" imgH="177480" progId="Equation.DSMT4">
                  <p:embed/>
                </p:oleObj>
              </mc:Choice>
              <mc:Fallback>
                <p:oleObj name="Equation" r:id="rId6" imgW="1130040" imgH="177480" progId="Equation.DSMT4">
                  <p:embed/>
                  <p:pic>
                    <p:nvPicPr>
                      <p:cNvPr id="34" name="Object 33" descr="12.8 plus 7.2 equals 20 Ohms.&#10;">
                        <a:extLst>
                          <a:ext uri="{FF2B5EF4-FFF2-40B4-BE49-F238E27FC236}">
                            <a16:creationId xmlns:a16="http://schemas.microsoft.com/office/drawing/2014/main" id="{BB8DDFE4-4F6E-CE3E-CF04-324206671649}"/>
                          </a:ext>
                        </a:extLst>
                      </p:cNvPr>
                      <p:cNvPicPr>
                        <a:picLocks noChangeAspect="1" noChangeArrowheads="1"/>
                      </p:cNvPicPr>
                      <p:nvPr/>
                    </p:nvPicPr>
                    <p:blipFill>
                      <a:blip r:embed="rId7"/>
                      <a:srcRect/>
                      <a:stretch>
                        <a:fillRect/>
                      </a:stretch>
                    </p:blipFill>
                    <p:spPr bwMode="auto">
                      <a:xfrm>
                        <a:off x="3296539" y="3625094"/>
                        <a:ext cx="1827022" cy="288850"/>
                      </a:xfrm>
                      <a:prstGeom prst="rect">
                        <a:avLst/>
                      </a:prstGeom>
                      <a:noFill/>
                      <a:ln w="19050">
                        <a:solidFill>
                          <a:srgbClr val="007FA3"/>
                        </a:solidFill>
                      </a:ln>
                    </p:spPr>
                  </p:pic>
                </p:oleObj>
              </mc:Fallback>
            </mc:AlternateContent>
          </a:graphicData>
        </a:graphic>
      </p:graphicFrame>
      <p:graphicFrame>
        <p:nvGraphicFramePr>
          <p:cNvPr id="35" name="Object 34" descr="6 plus 10 equals 16 Ohms.&#10;">
            <a:extLst>
              <a:ext uri="{FF2B5EF4-FFF2-40B4-BE49-F238E27FC236}">
                <a16:creationId xmlns:a16="http://schemas.microsoft.com/office/drawing/2014/main" id="{712222F5-DA0A-5418-5A86-AC6D8015EF0C}"/>
              </a:ext>
            </a:extLst>
          </p:cNvPr>
          <p:cNvGraphicFramePr>
            <a:graphicFrameLocks noChangeAspect="1"/>
          </p:cNvGraphicFramePr>
          <p:nvPr/>
        </p:nvGraphicFramePr>
        <p:xfrm>
          <a:off x="5630277" y="3626598"/>
          <a:ext cx="1417222" cy="287429"/>
        </p:xfrm>
        <a:graphic>
          <a:graphicData uri="http://schemas.openxmlformats.org/presentationml/2006/ole">
            <mc:AlternateContent xmlns:mc="http://schemas.openxmlformats.org/markup-compatibility/2006">
              <mc:Choice xmlns:v="urn:schemas-microsoft-com:vml" Requires="v">
                <p:oleObj name="Equation" r:id="rId8" imgW="876240" imgH="177480" progId="Equation.DSMT4">
                  <p:embed/>
                </p:oleObj>
              </mc:Choice>
              <mc:Fallback>
                <p:oleObj name="Equation" r:id="rId8" imgW="876240" imgH="177480" progId="Equation.DSMT4">
                  <p:embed/>
                  <p:pic>
                    <p:nvPicPr>
                      <p:cNvPr id="35" name="Object 34" descr="6 plus 10 equals 16 Ohms.&#10;">
                        <a:extLst>
                          <a:ext uri="{FF2B5EF4-FFF2-40B4-BE49-F238E27FC236}">
                            <a16:creationId xmlns:a16="http://schemas.microsoft.com/office/drawing/2014/main" id="{7642561C-4273-DDE0-C509-A6516788CB03}"/>
                          </a:ext>
                        </a:extLst>
                      </p:cNvPr>
                      <p:cNvPicPr>
                        <a:picLocks noChangeAspect="1" noChangeArrowheads="1"/>
                      </p:cNvPicPr>
                      <p:nvPr/>
                    </p:nvPicPr>
                    <p:blipFill>
                      <a:blip r:embed="rId9"/>
                      <a:srcRect/>
                      <a:stretch>
                        <a:fillRect/>
                      </a:stretch>
                    </p:blipFill>
                    <p:spPr bwMode="auto">
                      <a:xfrm>
                        <a:off x="5630277" y="3626598"/>
                        <a:ext cx="1417222" cy="287429"/>
                      </a:xfrm>
                      <a:prstGeom prst="rect">
                        <a:avLst/>
                      </a:prstGeom>
                      <a:noFill/>
                      <a:ln w="19050">
                        <a:solidFill>
                          <a:srgbClr val="007FA3"/>
                        </a:solidFill>
                      </a:ln>
                    </p:spPr>
                  </p:pic>
                </p:oleObj>
              </mc:Fallback>
            </mc:AlternateContent>
          </a:graphicData>
        </a:graphic>
      </p:graphicFrame>
      <p:graphicFrame>
        <p:nvGraphicFramePr>
          <p:cNvPr id="37" name="Object 36" descr="30 parallel to 20 equals 12 Ohms.&#10;">
            <a:extLst>
              <a:ext uri="{FF2B5EF4-FFF2-40B4-BE49-F238E27FC236}">
                <a16:creationId xmlns:a16="http://schemas.microsoft.com/office/drawing/2014/main" id="{B93631BA-43FB-70B8-189D-E81F6A47997F}"/>
              </a:ext>
            </a:extLst>
          </p:cNvPr>
          <p:cNvGraphicFramePr>
            <a:graphicFrameLocks noChangeAspect="1"/>
          </p:cNvGraphicFramePr>
          <p:nvPr/>
        </p:nvGraphicFramePr>
        <p:xfrm>
          <a:off x="3429552" y="4045621"/>
          <a:ext cx="1463770" cy="326848"/>
        </p:xfrm>
        <a:graphic>
          <a:graphicData uri="http://schemas.openxmlformats.org/presentationml/2006/ole">
            <mc:AlternateContent xmlns:mc="http://schemas.openxmlformats.org/markup-compatibility/2006">
              <mc:Choice xmlns:v="urn:schemas-microsoft-com:vml" Requires="v">
                <p:oleObj name="Equation" r:id="rId10" imgW="914400" imgH="203040" progId="Equation.DSMT4">
                  <p:embed/>
                </p:oleObj>
              </mc:Choice>
              <mc:Fallback>
                <p:oleObj name="Equation" r:id="rId10" imgW="914400" imgH="203040" progId="Equation.DSMT4">
                  <p:embed/>
                  <p:pic>
                    <p:nvPicPr>
                      <p:cNvPr id="37" name="Object 36" descr="30 parallel to 20 equals 12 Ohms.&#10;">
                        <a:extLst>
                          <a:ext uri="{FF2B5EF4-FFF2-40B4-BE49-F238E27FC236}">
                            <a16:creationId xmlns:a16="http://schemas.microsoft.com/office/drawing/2014/main" id="{0178CD1D-24AE-EF49-85BE-BC08B67284DF}"/>
                          </a:ext>
                        </a:extLst>
                      </p:cNvPr>
                      <p:cNvPicPr>
                        <a:picLocks noChangeAspect="1" noChangeArrowheads="1"/>
                      </p:cNvPicPr>
                      <p:nvPr/>
                    </p:nvPicPr>
                    <p:blipFill>
                      <a:blip r:embed="rId11"/>
                      <a:srcRect/>
                      <a:stretch>
                        <a:fillRect/>
                      </a:stretch>
                    </p:blipFill>
                    <p:spPr bwMode="auto">
                      <a:xfrm>
                        <a:off x="3429552" y="4045621"/>
                        <a:ext cx="1463770" cy="326848"/>
                      </a:xfrm>
                      <a:prstGeom prst="rect">
                        <a:avLst/>
                      </a:prstGeom>
                      <a:noFill/>
                      <a:ln w="19050">
                        <a:solidFill>
                          <a:srgbClr val="007FA3"/>
                        </a:solidFill>
                      </a:ln>
                    </p:spPr>
                  </p:pic>
                </p:oleObj>
              </mc:Fallback>
            </mc:AlternateContent>
          </a:graphicData>
        </a:graphic>
      </p:graphicFrame>
      <p:graphicFrame>
        <p:nvGraphicFramePr>
          <p:cNvPr id="38" name="Object 37" descr="64 parallel to 16 equals 12.8 Ohms.&#10;">
            <a:extLst>
              <a:ext uri="{FF2B5EF4-FFF2-40B4-BE49-F238E27FC236}">
                <a16:creationId xmlns:a16="http://schemas.microsoft.com/office/drawing/2014/main" id="{CF1E3601-FBB8-1689-C2CF-0E6B8CB5802F}"/>
              </a:ext>
            </a:extLst>
          </p:cNvPr>
          <p:cNvGraphicFramePr>
            <a:graphicFrameLocks noChangeAspect="1"/>
          </p:cNvGraphicFramePr>
          <p:nvPr/>
        </p:nvGraphicFramePr>
        <p:xfrm>
          <a:off x="5356941" y="4017046"/>
          <a:ext cx="1666642" cy="326848"/>
        </p:xfrm>
        <a:graphic>
          <a:graphicData uri="http://schemas.openxmlformats.org/presentationml/2006/ole">
            <mc:AlternateContent xmlns:mc="http://schemas.openxmlformats.org/markup-compatibility/2006">
              <mc:Choice xmlns:v="urn:schemas-microsoft-com:vml" Requires="v">
                <p:oleObj name="Equation" r:id="rId12" imgW="1041120" imgH="203040" progId="Equation.DSMT4">
                  <p:embed/>
                </p:oleObj>
              </mc:Choice>
              <mc:Fallback>
                <p:oleObj name="Equation" r:id="rId12" imgW="1041120" imgH="203040" progId="Equation.DSMT4">
                  <p:embed/>
                  <p:pic>
                    <p:nvPicPr>
                      <p:cNvPr id="38" name="Object 37" descr="64 parallel to 16 equals 12.8 Ohms.&#10;">
                        <a:extLst>
                          <a:ext uri="{FF2B5EF4-FFF2-40B4-BE49-F238E27FC236}">
                            <a16:creationId xmlns:a16="http://schemas.microsoft.com/office/drawing/2014/main" id="{DAD7EC89-BB3B-192B-F9FC-F057B353D960}"/>
                          </a:ext>
                        </a:extLst>
                      </p:cNvPr>
                      <p:cNvPicPr>
                        <a:picLocks noChangeAspect="1" noChangeArrowheads="1"/>
                      </p:cNvPicPr>
                      <p:nvPr/>
                    </p:nvPicPr>
                    <p:blipFill>
                      <a:blip r:embed="rId13"/>
                      <a:srcRect/>
                      <a:stretch>
                        <a:fillRect/>
                      </a:stretch>
                    </p:blipFill>
                    <p:spPr bwMode="auto">
                      <a:xfrm>
                        <a:off x="5356941" y="4017046"/>
                        <a:ext cx="1666642" cy="326848"/>
                      </a:xfrm>
                      <a:prstGeom prst="rect">
                        <a:avLst/>
                      </a:prstGeom>
                      <a:noFill/>
                      <a:ln w="19050">
                        <a:solidFill>
                          <a:srgbClr val="007FA3"/>
                        </a:solidFill>
                      </a:ln>
                    </p:spPr>
                  </p:pic>
                </p:oleObj>
              </mc:Fallback>
            </mc:AlternateContent>
          </a:graphicData>
        </a:graphic>
      </p:graphicFrame>
      <p:graphicFrame>
        <p:nvGraphicFramePr>
          <p:cNvPr id="41" name="Object 40" descr="Ohm's Law: v equals R subscript e q Baseline (5) equals (12) multiplied by (5) equals 60 Volts.&#10;">
            <a:extLst>
              <a:ext uri="{FF2B5EF4-FFF2-40B4-BE49-F238E27FC236}">
                <a16:creationId xmlns:a16="http://schemas.microsoft.com/office/drawing/2014/main" id="{C0C20232-ABE8-A46A-6924-3C392FE40552}"/>
              </a:ext>
            </a:extLst>
          </p:cNvPr>
          <p:cNvGraphicFramePr>
            <a:graphicFrameLocks noChangeAspect="1"/>
          </p:cNvGraphicFramePr>
          <p:nvPr/>
        </p:nvGraphicFramePr>
        <p:xfrm>
          <a:off x="2501900" y="4483841"/>
          <a:ext cx="3694113" cy="334962"/>
        </p:xfrm>
        <a:graphic>
          <a:graphicData uri="http://schemas.openxmlformats.org/presentationml/2006/ole">
            <mc:AlternateContent xmlns:mc="http://schemas.openxmlformats.org/markup-compatibility/2006">
              <mc:Choice xmlns:v="urn:schemas-microsoft-com:vml" Requires="v">
                <p:oleObj name="Equation" r:id="rId14" imgW="2654280" imgH="241200" progId="Equation.DSMT4">
                  <p:embed/>
                </p:oleObj>
              </mc:Choice>
              <mc:Fallback>
                <p:oleObj name="Equation" r:id="rId14" imgW="2654280" imgH="241200" progId="Equation.DSMT4">
                  <p:embed/>
                  <p:pic>
                    <p:nvPicPr>
                      <p:cNvPr id="41" name="Object 40" descr="Ohm's Law: v equals R subscript e q Baseline (5) equals (12) multiplied by (5) equals 60 Volts.&#10;">
                        <a:extLst>
                          <a:ext uri="{FF2B5EF4-FFF2-40B4-BE49-F238E27FC236}">
                            <a16:creationId xmlns:a16="http://schemas.microsoft.com/office/drawing/2014/main" id="{36AC5AD0-87F5-CA29-59D6-DBF5098DEB29}"/>
                          </a:ext>
                        </a:extLst>
                      </p:cNvPr>
                      <p:cNvPicPr>
                        <a:picLocks noChangeAspect="1" noChangeArrowheads="1"/>
                      </p:cNvPicPr>
                      <p:nvPr/>
                    </p:nvPicPr>
                    <p:blipFill>
                      <a:blip r:embed="rId15"/>
                      <a:srcRect/>
                      <a:stretch>
                        <a:fillRect/>
                      </a:stretch>
                    </p:blipFill>
                    <p:spPr bwMode="auto">
                      <a:xfrm>
                        <a:off x="2501900" y="4483841"/>
                        <a:ext cx="3694113" cy="334962"/>
                      </a:xfrm>
                      <a:prstGeom prst="rect">
                        <a:avLst/>
                      </a:prstGeom>
                      <a:noFill/>
                      <a:ln>
                        <a:noFill/>
                      </a:ln>
                      <a:effectLst/>
                    </p:spPr>
                  </p:pic>
                </p:oleObj>
              </mc:Fallback>
            </mc:AlternateContent>
          </a:graphicData>
        </a:graphic>
      </p:graphicFrame>
      <p:graphicFrame>
        <p:nvGraphicFramePr>
          <p:cNvPr id="45" name="Object 44" descr="KCL: i equals StartFraction R subscript e q Baseline over R EndFraction (5) equals StartFraction 30 parallel to 20 over 20 EndFraction (5) equals 3 Amperes.&#10;">
            <a:extLst>
              <a:ext uri="{FF2B5EF4-FFF2-40B4-BE49-F238E27FC236}">
                <a16:creationId xmlns:a16="http://schemas.microsoft.com/office/drawing/2014/main" id="{6B0BFE04-1F8C-ED7E-D3CE-DF0E6B5E151D}"/>
              </a:ext>
            </a:extLst>
          </p:cNvPr>
          <p:cNvGraphicFramePr>
            <a:graphicFrameLocks noChangeAspect="1"/>
          </p:cNvGraphicFramePr>
          <p:nvPr/>
        </p:nvGraphicFramePr>
        <p:xfrm>
          <a:off x="2514794" y="4880716"/>
          <a:ext cx="3251200" cy="584200"/>
        </p:xfrm>
        <a:graphic>
          <a:graphicData uri="http://schemas.openxmlformats.org/presentationml/2006/ole">
            <mc:AlternateContent xmlns:mc="http://schemas.openxmlformats.org/markup-compatibility/2006">
              <mc:Choice xmlns:v="urn:schemas-microsoft-com:vml" Requires="v">
                <p:oleObj name="Equation" r:id="rId16" imgW="2336760" imgH="419040" progId="Equation.DSMT4">
                  <p:embed/>
                </p:oleObj>
              </mc:Choice>
              <mc:Fallback>
                <p:oleObj name="Equation" r:id="rId16" imgW="2336760" imgH="419040" progId="Equation.DSMT4">
                  <p:embed/>
                  <p:pic>
                    <p:nvPicPr>
                      <p:cNvPr id="45" name="Object 44" descr="KCL: i equals StartFraction R subscript e q Baseline over R EndFraction (5) equals StartFraction 30 parallel to 20 over 20 EndFraction (5) equals 3 Amperes.&#10;">
                        <a:extLst>
                          <a:ext uri="{FF2B5EF4-FFF2-40B4-BE49-F238E27FC236}">
                            <a16:creationId xmlns:a16="http://schemas.microsoft.com/office/drawing/2014/main" id="{E5BE06CA-E0C2-8F4C-023D-05885D7F870F}"/>
                          </a:ext>
                        </a:extLst>
                      </p:cNvPr>
                      <p:cNvPicPr>
                        <a:picLocks noChangeAspect="1" noChangeArrowheads="1"/>
                      </p:cNvPicPr>
                      <p:nvPr/>
                    </p:nvPicPr>
                    <p:blipFill>
                      <a:blip r:embed="rId17"/>
                      <a:srcRect/>
                      <a:stretch>
                        <a:fillRect/>
                      </a:stretch>
                    </p:blipFill>
                    <p:spPr bwMode="auto">
                      <a:xfrm>
                        <a:off x="2514794" y="4880716"/>
                        <a:ext cx="3251200" cy="584200"/>
                      </a:xfrm>
                      <a:prstGeom prst="rect">
                        <a:avLst/>
                      </a:prstGeom>
                      <a:noFill/>
                      <a:ln>
                        <a:noFill/>
                      </a:ln>
                      <a:effectLst/>
                    </p:spPr>
                  </p:pic>
                </p:oleObj>
              </mc:Fallback>
            </mc:AlternateContent>
          </a:graphicData>
        </a:graphic>
      </p:graphicFrame>
      <p:graphicFrame>
        <p:nvGraphicFramePr>
          <p:cNvPr id="42" name="Object 41" descr="Ohm's Law: v prime equals i OpenParenthesis 64 parallel to 16 CloseParenthesis equals (3) multiplied by (12.8) equals 38.4 Volts.&#10;">
            <a:extLst>
              <a:ext uri="{FF2B5EF4-FFF2-40B4-BE49-F238E27FC236}">
                <a16:creationId xmlns:a16="http://schemas.microsoft.com/office/drawing/2014/main" id="{B4DE6A8B-7BA0-1F77-CDA0-0E3031B6EB48}"/>
              </a:ext>
            </a:extLst>
          </p:cNvPr>
          <p:cNvGraphicFramePr>
            <a:graphicFrameLocks noChangeAspect="1"/>
          </p:cNvGraphicFramePr>
          <p:nvPr/>
        </p:nvGraphicFramePr>
        <p:xfrm>
          <a:off x="2501900" y="5536353"/>
          <a:ext cx="4383088" cy="282575"/>
        </p:xfrm>
        <a:graphic>
          <a:graphicData uri="http://schemas.openxmlformats.org/presentationml/2006/ole">
            <mc:AlternateContent xmlns:mc="http://schemas.openxmlformats.org/markup-compatibility/2006">
              <mc:Choice xmlns:v="urn:schemas-microsoft-com:vml" Requires="v">
                <p:oleObj name="Equation" r:id="rId18" imgW="3149280" imgH="203040" progId="Equation.DSMT4">
                  <p:embed/>
                </p:oleObj>
              </mc:Choice>
              <mc:Fallback>
                <p:oleObj name="Equation" r:id="rId18" imgW="3149280" imgH="203040" progId="Equation.DSMT4">
                  <p:embed/>
                  <p:pic>
                    <p:nvPicPr>
                      <p:cNvPr id="42" name="Object 41" descr="Ohm's Law: v prime equals i OpenParenthesis 64 parallel to 16 CloseParenthesis equals (3) multiplied by (12.8) equals 38.4 Volts.&#10;">
                        <a:extLst>
                          <a:ext uri="{FF2B5EF4-FFF2-40B4-BE49-F238E27FC236}">
                            <a16:creationId xmlns:a16="http://schemas.microsoft.com/office/drawing/2014/main" id="{AD0B5CCA-550B-D663-FECD-ED24686E8EC4}"/>
                          </a:ext>
                        </a:extLst>
                      </p:cNvPr>
                      <p:cNvPicPr>
                        <a:picLocks noChangeAspect="1" noChangeArrowheads="1"/>
                      </p:cNvPicPr>
                      <p:nvPr/>
                    </p:nvPicPr>
                    <p:blipFill>
                      <a:blip r:embed="rId19"/>
                      <a:srcRect/>
                      <a:stretch>
                        <a:fillRect/>
                      </a:stretch>
                    </p:blipFill>
                    <p:spPr bwMode="auto">
                      <a:xfrm>
                        <a:off x="2501900" y="5536353"/>
                        <a:ext cx="4383088" cy="282575"/>
                      </a:xfrm>
                      <a:prstGeom prst="rect">
                        <a:avLst/>
                      </a:prstGeom>
                      <a:noFill/>
                      <a:ln>
                        <a:noFill/>
                      </a:ln>
                      <a:effectLst/>
                    </p:spPr>
                  </p:pic>
                </p:oleObj>
              </mc:Fallback>
            </mc:AlternateContent>
          </a:graphicData>
        </a:graphic>
      </p:graphicFrame>
      <p:graphicFrame>
        <p:nvGraphicFramePr>
          <p:cNvPr id="43" name="Object 42" descr="KVL: v subscript 10 Baseline equals StartFraction 10 over 10 plus 6 EndFraction v prime equals StartFraction 10 over 16 EndFraction open parenthesis 38.4 close parenthesis equals 24 Volts.&#10;">
            <a:extLst>
              <a:ext uri="{FF2B5EF4-FFF2-40B4-BE49-F238E27FC236}">
                <a16:creationId xmlns:a16="http://schemas.microsoft.com/office/drawing/2014/main" id="{BA56E90E-FE0B-A9AE-70F6-49BFA3A1F51D}"/>
              </a:ext>
            </a:extLst>
          </p:cNvPr>
          <p:cNvGraphicFramePr>
            <a:graphicFrameLocks noChangeAspect="1"/>
          </p:cNvGraphicFramePr>
          <p:nvPr/>
        </p:nvGraphicFramePr>
        <p:xfrm>
          <a:off x="2508444" y="5888778"/>
          <a:ext cx="3570288" cy="549275"/>
        </p:xfrm>
        <a:graphic>
          <a:graphicData uri="http://schemas.openxmlformats.org/presentationml/2006/ole">
            <mc:AlternateContent xmlns:mc="http://schemas.openxmlformats.org/markup-compatibility/2006">
              <mc:Choice xmlns:v="urn:schemas-microsoft-com:vml" Requires="v">
                <p:oleObj name="Equation" r:id="rId20" imgW="2565360" imgH="393480" progId="Equation.DSMT4">
                  <p:embed/>
                </p:oleObj>
              </mc:Choice>
              <mc:Fallback>
                <p:oleObj name="Equation" r:id="rId20" imgW="2565360" imgH="393480" progId="Equation.DSMT4">
                  <p:embed/>
                  <p:pic>
                    <p:nvPicPr>
                      <p:cNvPr id="43" name="Object 42" descr="KVL: v subscript 10 Baseline equals StartFraction 10 over 10 plus 6 EndFraction v prime equals StartFraction 10 over 16 EndFraction open parenthesis 38.4 close parenthesis equals 24 Volts.&#10;">
                        <a:extLst>
                          <a:ext uri="{FF2B5EF4-FFF2-40B4-BE49-F238E27FC236}">
                            <a16:creationId xmlns:a16="http://schemas.microsoft.com/office/drawing/2014/main" id="{11215936-F444-E2EA-EF79-D0DE3F51BCA1}"/>
                          </a:ext>
                        </a:extLst>
                      </p:cNvPr>
                      <p:cNvPicPr>
                        <a:picLocks noChangeAspect="1" noChangeArrowheads="1"/>
                      </p:cNvPicPr>
                      <p:nvPr/>
                    </p:nvPicPr>
                    <p:blipFill>
                      <a:blip r:embed="rId21"/>
                      <a:srcRect/>
                      <a:stretch>
                        <a:fillRect/>
                      </a:stretch>
                    </p:blipFill>
                    <p:spPr bwMode="auto">
                      <a:xfrm>
                        <a:off x="2508444" y="5888778"/>
                        <a:ext cx="3570288" cy="54927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281393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445970" y="198000"/>
            <a:ext cx="8266230" cy="1021237"/>
          </a:xfrm>
        </p:spPr>
        <p:txBody>
          <a:bodyPr wrap="square" lIns="0" tIns="18000" rIns="0" bIns="18000" anchor="ctr" anchorCtr="0">
            <a:spAutoFit/>
          </a:bodyPr>
          <a:lstStyle/>
          <a:p>
            <a:r>
              <a:rPr lang="en-US" noProof="0" dirty="0"/>
              <a:t>Chapter 3 – Simple resistive circuits </a:t>
            </a:r>
            <a:r>
              <a:rPr lang="en-US" sz="2800" noProof="0" dirty="0"/>
              <a:t>(20 of 20)</a:t>
            </a:r>
            <a:endParaRPr lang="en-US" noProof="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438833" y="1405293"/>
            <a:ext cx="2686172" cy="344128"/>
          </a:xfrm>
        </p:spPr>
        <p:txBody>
          <a:bodyPr wrap="square" lIns="0" tIns="18000" rIns="0" bIns="18000" anchor="ctr" anchorCtr="0">
            <a:spAutoFit/>
          </a:bodyPr>
          <a:lstStyle/>
          <a:p>
            <a:pPr marL="0" indent="0">
              <a:spcBef>
                <a:spcPts val="600"/>
              </a:spcBef>
              <a:buNone/>
            </a:pPr>
            <a:r>
              <a:rPr lang="en-US" altLang="en-US" sz="2000" noProof="0" dirty="0"/>
              <a:t>Example: Find </a:t>
            </a:r>
            <a:r>
              <a:rPr lang="en-US" altLang="en-US" sz="2000" i="1" noProof="0" dirty="0"/>
              <a:t>v</a:t>
            </a:r>
            <a:r>
              <a:rPr lang="en-US" altLang="en-US" sz="2000" noProof="0" dirty="0"/>
              <a:t>, </a:t>
            </a:r>
            <a:r>
              <a:rPr lang="en-US" altLang="en-US" sz="2000" i="1" noProof="0" dirty="0" err="1"/>
              <a:t>i</a:t>
            </a:r>
            <a:r>
              <a:rPr lang="en-US" altLang="en-US" sz="2000" noProof="0" dirty="0"/>
              <a:t>, and </a:t>
            </a:r>
            <a:endParaRPr lang="en-US" sz="2000" noProof="0" dirty="0"/>
          </a:p>
        </p:txBody>
      </p:sp>
      <p:graphicFrame>
        <p:nvGraphicFramePr>
          <p:cNvPr id="30" name="Object 29" descr="v subscript 10.&#10;">
            <a:extLst>
              <a:ext uri="{FF2B5EF4-FFF2-40B4-BE49-F238E27FC236}">
                <a16:creationId xmlns:a16="http://schemas.microsoft.com/office/drawing/2014/main" id="{2F1CF0E3-94E0-4177-B882-07341C314CB4}"/>
              </a:ext>
            </a:extLst>
          </p:cNvPr>
          <p:cNvGraphicFramePr>
            <a:graphicFrameLocks noChangeAspect="1"/>
          </p:cNvGraphicFramePr>
          <p:nvPr/>
        </p:nvGraphicFramePr>
        <p:xfrm>
          <a:off x="3101340" y="1427163"/>
          <a:ext cx="342900" cy="361950"/>
        </p:xfrm>
        <a:graphic>
          <a:graphicData uri="http://schemas.openxmlformats.org/presentationml/2006/ole">
            <mc:AlternateContent xmlns:mc="http://schemas.openxmlformats.org/markup-compatibility/2006">
              <mc:Choice xmlns:v="urn:schemas-microsoft-com:vml" Requires="v">
                <p:oleObj name="Equation" r:id="rId3" imgW="215640" imgH="228600" progId="Equation.DSMT4">
                  <p:embed/>
                </p:oleObj>
              </mc:Choice>
              <mc:Fallback>
                <p:oleObj name="Equation" r:id="rId3" imgW="215640" imgH="228600" progId="Equation.DSMT4">
                  <p:embed/>
                  <p:pic>
                    <p:nvPicPr>
                      <p:cNvPr id="30" name="Object 29" descr="v subscript 10.&#10;">
                        <a:extLst>
                          <a:ext uri="{FF2B5EF4-FFF2-40B4-BE49-F238E27FC236}">
                            <a16:creationId xmlns:a16="http://schemas.microsoft.com/office/drawing/2014/main" id="{2F1CF0E3-94E0-4177-B882-07341C314CB4}"/>
                          </a:ext>
                        </a:extLst>
                      </p:cNvPr>
                      <p:cNvPicPr>
                        <a:picLocks noChangeAspect="1" noChangeArrowheads="1"/>
                      </p:cNvPicPr>
                      <p:nvPr/>
                    </p:nvPicPr>
                    <p:blipFill>
                      <a:blip r:embed="rId4"/>
                      <a:srcRect/>
                      <a:stretch>
                        <a:fillRect/>
                      </a:stretch>
                    </p:blipFill>
                    <p:spPr bwMode="auto">
                      <a:xfrm>
                        <a:off x="3101340" y="1427163"/>
                        <a:ext cx="342900" cy="361950"/>
                      </a:xfrm>
                      <a:prstGeom prst="rect">
                        <a:avLst/>
                      </a:prstGeom>
                      <a:noFill/>
                      <a:ln>
                        <a:noFill/>
                      </a:ln>
                    </p:spPr>
                  </p:pic>
                </p:oleObj>
              </mc:Fallback>
            </mc:AlternateContent>
          </a:graphicData>
        </a:graphic>
      </p:graphicFrame>
      <p:sp>
        <p:nvSpPr>
          <p:cNvPr id="15" name="Content Placeholder 14">
            <a:extLst>
              <a:ext uri="{FF2B5EF4-FFF2-40B4-BE49-F238E27FC236}">
                <a16:creationId xmlns:a16="http://schemas.microsoft.com/office/drawing/2014/main" id="{65E0E6A7-C919-4DA9-8611-82943A9E80E1}"/>
              </a:ext>
            </a:extLst>
          </p:cNvPr>
          <p:cNvSpPr>
            <a:spLocks noGrp="1"/>
          </p:cNvSpPr>
          <p:nvPr>
            <p:ph sz="quarter" idx="15"/>
          </p:nvPr>
        </p:nvSpPr>
        <p:spPr>
          <a:xfrm>
            <a:off x="3525212" y="1396037"/>
            <a:ext cx="5186987" cy="344128"/>
          </a:xfrm>
        </p:spPr>
        <p:txBody>
          <a:bodyPr wrap="square" lIns="0" tIns="18000" rIns="0" bIns="18000" anchor="ctr" anchorCtr="0">
            <a:spAutoFit/>
          </a:bodyPr>
          <a:lstStyle/>
          <a:p>
            <a:pPr marL="0" indent="0">
              <a:spcBef>
                <a:spcPts val="0"/>
              </a:spcBef>
              <a:buNone/>
            </a:pPr>
            <a:r>
              <a:rPr lang="en-US" sz="2000" noProof="0" dirty="0"/>
              <a:t>using series and parallel simplification, and</a:t>
            </a:r>
          </a:p>
        </p:txBody>
      </p:sp>
      <p:sp>
        <p:nvSpPr>
          <p:cNvPr id="16" name="Content Placeholder 15">
            <a:extLst>
              <a:ext uri="{FF2B5EF4-FFF2-40B4-BE49-F238E27FC236}">
                <a16:creationId xmlns:a16="http://schemas.microsoft.com/office/drawing/2014/main" id="{C75DA342-44C2-4B38-82B7-C5CCB12FF17B}"/>
              </a:ext>
            </a:extLst>
          </p:cNvPr>
          <p:cNvSpPr>
            <a:spLocks noGrp="1"/>
          </p:cNvSpPr>
          <p:nvPr>
            <p:ph sz="quarter" idx="16"/>
          </p:nvPr>
        </p:nvSpPr>
        <p:spPr>
          <a:xfrm>
            <a:off x="440201" y="1856189"/>
            <a:ext cx="3304026" cy="344128"/>
          </a:xfrm>
        </p:spPr>
        <p:txBody>
          <a:bodyPr wrap="square" lIns="0" tIns="18000" rIns="0" bIns="18000" anchor="ctr" anchorCtr="0">
            <a:spAutoFit/>
          </a:bodyPr>
          <a:lstStyle/>
          <a:p>
            <a:pPr marL="0" indent="0">
              <a:spcBef>
                <a:spcPts val="0"/>
              </a:spcBef>
              <a:buNone/>
            </a:pPr>
            <a:r>
              <a:rPr lang="en-US" sz="2000" noProof="0" dirty="0"/>
              <a:t>voltage and current division.</a:t>
            </a:r>
          </a:p>
        </p:txBody>
      </p:sp>
      <p:pic>
        <p:nvPicPr>
          <p:cNvPr id="9" name="Picture 8" descr="A circuit diagram shows two resistors of 50 ohms and 10 ohms connected in series where the voltage V subscript 10 is shown across the resistor of 10 ohms, while resistor of 30 ohms is in parallel with the series combination of 50 ohms and 10 ohms where voltage V subscript 30 is shown across the 30 ohms resistor and a current i is flows in a downward direction through 30 it. Another resistor of 20 ohms is in parallel with the parallel combination of 30 ohms and the series combination of 50 ohms and 10 ohms which is connected in series to a 40 ohms resistor and a 70 ohms resistor. A potential voltage V subscript 0 is placed across 40 ohms resistor and a current i subscript 40 flows in a clockwise direction through it. The entire combination is connected to a power supply of 60 volt. All components are connected between the same set of electrically common points.">
            <a:extLst>
              <a:ext uri="{FF2B5EF4-FFF2-40B4-BE49-F238E27FC236}">
                <a16:creationId xmlns:a16="http://schemas.microsoft.com/office/drawing/2014/main" id="{01F2A4EF-DFAA-41BD-9473-4329198D2E35}"/>
              </a:ext>
            </a:extLst>
          </p:cNvPr>
          <p:cNvPicPr>
            <a:picLocks noChangeAspect="1"/>
          </p:cNvPicPr>
          <p:nvPr/>
        </p:nvPicPr>
        <p:blipFill>
          <a:blip r:embed="rId5"/>
          <a:srcRect/>
          <a:stretch/>
        </p:blipFill>
        <p:spPr>
          <a:xfrm>
            <a:off x="4303985" y="1971713"/>
            <a:ext cx="3360320" cy="1289684"/>
          </a:xfrm>
          <a:prstGeom prst="rect">
            <a:avLst/>
          </a:prstGeom>
        </p:spPr>
      </p:pic>
    </p:spTree>
    <p:extLst>
      <p:ext uri="{BB962C8B-B14F-4D97-AF65-F5344CB8AC3E}">
        <p14:creationId xmlns:p14="http://schemas.microsoft.com/office/powerpoint/2010/main" val="22800210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5969-C182-4446-B6DE-728EC34D58AF}"/>
              </a:ext>
            </a:extLst>
          </p:cNvPr>
          <p:cNvSpPr>
            <a:spLocks noGrp="1"/>
          </p:cNvSpPr>
          <p:nvPr>
            <p:ph type="title"/>
          </p:nvPr>
        </p:nvSpPr>
        <p:spPr>
          <a:xfrm>
            <a:off x="445970" y="198000"/>
            <a:ext cx="8266230" cy="1021237"/>
          </a:xfrm>
        </p:spPr>
        <p:txBody>
          <a:bodyPr wrap="square" lIns="0" tIns="18000" rIns="0" bIns="18000" anchor="ctr" anchorCtr="0">
            <a:spAutoFit/>
          </a:bodyPr>
          <a:lstStyle/>
          <a:p>
            <a:r>
              <a:rPr lang="en-US" noProof="0" dirty="0"/>
              <a:t>Chapter 3 – Simple resistive circuits </a:t>
            </a:r>
            <a:r>
              <a:rPr lang="en-US" sz="2800" noProof="0" dirty="0"/>
              <a:t>(20 of 20)</a:t>
            </a:r>
            <a:endParaRPr lang="en-US" noProof="0" dirty="0"/>
          </a:p>
        </p:txBody>
      </p:sp>
      <p:sp>
        <p:nvSpPr>
          <p:cNvPr id="5" name="Content Placeholder 4">
            <a:extLst>
              <a:ext uri="{FF2B5EF4-FFF2-40B4-BE49-F238E27FC236}">
                <a16:creationId xmlns:a16="http://schemas.microsoft.com/office/drawing/2014/main" id="{27D11E13-796C-4B0C-9F17-3CA6F920EC63}"/>
              </a:ext>
            </a:extLst>
          </p:cNvPr>
          <p:cNvSpPr>
            <a:spLocks noGrp="1"/>
          </p:cNvSpPr>
          <p:nvPr>
            <p:ph sz="quarter" idx="13"/>
          </p:nvPr>
        </p:nvSpPr>
        <p:spPr>
          <a:xfrm>
            <a:off x="438833" y="1405293"/>
            <a:ext cx="2686172" cy="344128"/>
          </a:xfrm>
        </p:spPr>
        <p:txBody>
          <a:bodyPr wrap="square" lIns="0" tIns="18000" rIns="0" bIns="18000" anchor="ctr" anchorCtr="0">
            <a:spAutoFit/>
          </a:bodyPr>
          <a:lstStyle/>
          <a:p>
            <a:pPr marL="0" indent="0">
              <a:spcBef>
                <a:spcPts val="600"/>
              </a:spcBef>
              <a:buNone/>
            </a:pPr>
            <a:r>
              <a:rPr lang="en-US" altLang="en-US" sz="2000" noProof="0" dirty="0"/>
              <a:t>Example: Find </a:t>
            </a:r>
            <a:r>
              <a:rPr lang="en-US" altLang="en-US" sz="2000" i="1" noProof="0" dirty="0"/>
              <a:t>v</a:t>
            </a:r>
            <a:r>
              <a:rPr lang="en-US" altLang="en-US" sz="2000" noProof="0" dirty="0"/>
              <a:t>, </a:t>
            </a:r>
            <a:r>
              <a:rPr lang="en-US" altLang="en-US" sz="2000" i="1" noProof="0" dirty="0" err="1"/>
              <a:t>i</a:t>
            </a:r>
            <a:r>
              <a:rPr lang="en-US" altLang="en-US" sz="2000" noProof="0" dirty="0"/>
              <a:t>, and </a:t>
            </a:r>
            <a:endParaRPr lang="en-US" sz="2000" noProof="0" dirty="0"/>
          </a:p>
        </p:txBody>
      </p:sp>
      <p:graphicFrame>
        <p:nvGraphicFramePr>
          <p:cNvPr id="30" name="Object 29" descr="v subscript 10.&#10;">
            <a:extLst>
              <a:ext uri="{FF2B5EF4-FFF2-40B4-BE49-F238E27FC236}">
                <a16:creationId xmlns:a16="http://schemas.microsoft.com/office/drawing/2014/main" id="{2F1CF0E3-94E0-4177-B882-07341C314CB4}"/>
              </a:ext>
            </a:extLst>
          </p:cNvPr>
          <p:cNvGraphicFramePr>
            <a:graphicFrameLocks noChangeAspect="1"/>
          </p:cNvGraphicFramePr>
          <p:nvPr/>
        </p:nvGraphicFramePr>
        <p:xfrm>
          <a:off x="3101340" y="1427163"/>
          <a:ext cx="342900" cy="361950"/>
        </p:xfrm>
        <a:graphic>
          <a:graphicData uri="http://schemas.openxmlformats.org/presentationml/2006/ole">
            <mc:AlternateContent xmlns:mc="http://schemas.openxmlformats.org/markup-compatibility/2006">
              <mc:Choice xmlns:v="urn:schemas-microsoft-com:vml" Requires="v">
                <p:oleObj name="Equation" r:id="rId3" imgW="215640" imgH="228600" progId="Equation.DSMT4">
                  <p:embed/>
                </p:oleObj>
              </mc:Choice>
              <mc:Fallback>
                <p:oleObj name="Equation" r:id="rId3" imgW="215640" imgH="228600" progId="Equation.DSMT4">
                  <p:embed/>
                  <p:pic>
                    <p:nvPicPr>
                      <p:cNvPr id="30" name="Object 29" descr="v subscript 10.&#10;">
                        <a:extLst>
                          <a:ext uri="{FF2B5EF4-FFF2-40B4-BE49-F238E27FC236}">
                            <a16:creationId xmlns:a16="http://schemas.microsoft.com/office/drawing/2014/main" id="{2F1CF0E3-94E0-4177-B882-07341C314CB4}"/>
                          </a:ext>
                        </a:extLst>
                      </p:cNvPr>
                      <p:cNvPicPr>
                        <a:picLocks noChangeAspect="1" noChangeArrowheads="1"/>
                      </p:cNvPicPr>
                      <p:nvPr/>
                    </p:nvPicPr>
                    <p:blipFill>
                      <a:blip r:embed="rId4"/>
                      <a:srcRect/>
                      <a:stretch>
                        <a:fillRect/>
                      </a:stretch>
                    </p:blipFill>
                    <p:spPr bwMode="auto">
                      <a:xfrm>
                        <a:off x="3101340" y="1427163"/>
                        <a:ext cx="342900" cy="361950"/>
                      </a:xfrm>
                      <a:prstGeom prst="rect">
                        <a:avLst/>
                      </a:prstGeom>
                      <a:noFill/>
                      <a:ln>
                        <a:noFill/>
                      </a:ln>
                    </p:spPr>
                  </p:pic>
                </p:oleObj>
              </mc:Fallback>
            </mc:AlternateContent>
          </a:graphicData>
        </a:graphic>
      </p:graphicFrame>
      <p:sp>
        <p:nvSpPr>
          <p:cNvPr id="15" name="Content Placeholder 14">
            <a:extLst>
              <a:ext uri="{FF2B5EF4-FFF2-40B4-BE49-F238E27FC236}">
                <a16:creationId xmlns:a16="http://schemas.microsoft.com/office/drawing/2014/main" id="{65E0E6A7-C919-4DA9-8611-82943A9E80E1}"/>
              </a:ext>
            </a:extLst>
          </p:cNvPr>
          <p:cNvSpPr>
            <a:spLocks noGrp="1"/>
          </p:cNvSpPr>
          <p:nvPr>
            <p:ph sz="quarter" idx="15"/>
          </p:nvPr>
        </p:nvSpPr>
        <p:spPr>
          <a:xfrm>
            <a:off x="3525212" y="1396037"/>
            <a:ext cx="5186987" cy="344128"/>
          </a:xfrm>
        </p:spPr>
        <p:txBody>
          <a:bodyPr wrap="square" lIns="0" tIns="18000" rIns="0" bIns="18000" anchor="ctr" anchorCtr="0">
            <a:spAutoFit/>
          </a:bodyPr>
          <a:lstStyle/>
          <a:p>
            <a:pPr marL="0" indent="0">
              <a:spcBef>
                <a:spcPts val="0"/>
              </a:spcBef>
              <a:buNone/>
            </a:pPr>
            <a:r>
              <a:rPr lang="en-US" sz="2000" noProof="0" dirty="0"/>
              <a:t>using series and parallel simplification, and</a:t>
            </a:r>
          </a:p>
        </p:txBody>
      </p:sp>
      <p:sp>
        <p:nvSpPr>
          <p:cNvPr id="16" name="Content Placeholder 15">
            <a:extLst>
              <a:ext uri="{FF2B5EF4-FFF2-40B4-BE49-F238E27FC236}">
                <a16:creationId xmlns:a16="http://schemas.microsoft.com/office/drawing/2014/main" id="{C75DA342-44C2-4B38-82B7-C5CCB12FF17B}"/>
              </a:ext>
            </a:extLst>
          </p:cNvPr>
          <p:cNvSpPr>
            <a:spLocks noGrp="1"/>
          </p:cNvSpPr>
          <p:nvPr>
            <p:ph sz="quarter" idx="16"/>
          </p:nvPr>
        </p:nvSpPr>
        <p:spPr>
          <a:xfrm>
            <a:off x="440201" y="1856189"/>
            <a:ext cx="3304026" cy="344128"/>
          </a:xfrm>
        </p:spPr>
        <p:txBody>
          <a:bodyPr wrap="square" lIns="0" tIns="18000" rIns="0" bIns="18000" anchor="ctr" anchorCtr="0">
            <a:spAutoFit/>
          </a:bodyPr>
          <a:lstStyle/>
          <a:p>
            <a:pPr marL="0" indent="0">
              <a:spcBef>
                <a:spcPts val="0"/>
              </a:spcBef>
              <a:buNone/>
            </a:pPr>
            <a:r>
              <a:rPr lang="en-US" sz="2000" noProof="0" dirty="0"/>
              <a:t>voltage and current division.</a:t>
            </a:r>
          </a:p>
        </p:txBody>
      </p:sp>
      <p:pic>
        <p:nvPicPr>
          <p:cNvPr id="9" name="Picture 8" descr="A circuit diagram shows two resistors of 50 ohms and 10 ohms connected in series where the voltage V subscript 10 is shown across the resistor of 10 ohms, while resistor of 30 ohms is in parallel with the series combination of 50 ohms and 10 ohms where voltage V subscript 30 is shown across the 30 ohms resistor and a current i is flows in a downward direction through 30 it. Another resistor of 20 ohms is in parallel with the parallel combination of 30 ohms and the series combination of 50 ohms and 10 ohms which is connected in series to a 40 ohms resistor and a 70 ohms resistor. A potential voltage V subscript 0 is placed across 40 ohms resistor and a current i subscript 40 flows in a clockwise direction through it. The entire combination is connected to a power supply of 60 volt. All components are connected between the same set of electrically common points.">
            <a:extLst>
              <a:ext uri="{FF2B5EF4-FFF2-40B4-BE49-F238E27FC236}">
                <a16:creationId xmlns:a16="http://schemas.microsoft.com/office/drawing/2014/main" id="{01F2A4EF-DFAA-41BD-9473-4329198D2E35}"/>
              </a:ext>
            </a:extLst>
          </p:cNvPr>
          <p:cNvPicPr>
            <a:picLocks noChangeAspect="1"/>
          </p:cNvPicPr>
          <p:nvPr/>
        </p:nvPicPr>
        <p:blipFill>
          <a:blip r:embed="rId5"/>
          <a:srcRect/>
          <a:stretch/>
        </p:blipFill>
        <p:spPr>
          <a:xfrm>
            <a:off x="4303985" y="1971713"/>
            <a:ext cx="3360320" cy="1289684"/>
          </a:xfrm>
          <a:prstGeom prst="rect">
            <a:avLst/>
          </a:prstGeom>
        </p:spPr>
      </p:pic>
      <p:graphicFrame>
        <p:nvGraphicFramePr>
          <p:cNvPr id="17" name="Object 16" descr="20 parallel to 30 parallel to 60 equals 10 Ohms.&#10;">
            <a:extLst>
              <a:ext uri="{FF2B5EF4-FFF2-40B4-BE49-F238E27FC236}">
                <a16:creationId xmlns:a16="http://schemas.microsoft.com/office/drawing/2014/main" id="{380F6FB4-AD41-48F8-A9B2-60B6D7AAC40B}"/>
              </a:ext>
            </a:extLst>
          </p:cNvPr>
          <p:cNvGraphicFramePr>
            <a:graphicFrameLocks noChangeAspect="1"/>
          </p:cNvGraphicFramePr>
          <p:nvPr/>
        </p:nvGraphicFramePr>
        <p:xfrm>
          <a:off x="2781300" y="3575050"/>
          <a:ext cx="1687513" cy="268288"/>
        </p:xfrm>
        <a:graphic>
          <a:graphicData uri="http://schemas.openxmlformats.org/presentationml/2006/ole">
            <mc:AlternateContent xmlns:mc="http://schemas.openxmlformats.org/markup-compatibility/2006">
              <mc:Choice xmlns:v="urn:schemas-microsoft-com:vml" Requires="v">
                <p:oleObj name="Equation" r:id="rId6" imgW="1282680" imgH="203040" progId="Equation.DSMT4">
                  <p:embed/>
                </p:oleObj>
              </mc:Choice>
              <mc:Fallback>
                <p:oleObj name="Equation" r:id="rId6" imgW="1282680" imgH="203040" progId="Equation.DSMT4">
                  <p:embed/>
                  <p:pic>
                    <p:nvPicPr>
                      <p:cNvPr id="17" name="Object 16" descr="20 parallel to 30 parallel to 60 equals 10 Ohms.&#10;">
                        <a:extLst>
                          <a:ext uri="{FF2B5EF4-FFF2-40B4-BE49-F238E27FC236}">
                            <a16:creationId xmlns:a16="http://schemas.microsoft.com/office/drawing/2014/main" id="{380F6FB4-AD41-48F8-A9B2-60B6D7AAC40B}"/>
                          </a:ext>
                        </a:extLst>
                      </p:cNvPr>
                      <p:cNvPicPr>
                        <a:picLocks noChangeAspect="1" noChangeArrowheads="1"/>
                      </p:cNvPicPr>
                      <p:nvPr/>
                    </p:nvPicPr>
                    <p:blipFill>
                      <a:blip r:embed="rId7"/>
                      <a:srcRect/>
                      <a:stretch>
                        <a:fillRect/>
                      </a:stretch>
                    </p:blipFill>
                    <p:spPr bwMode="auto">
                      <a:xfrm>
                        <a:off x="2781300" y="3575050"/>
                        <a:ext cx="1687513" cy="268288"/>
                      </a:xfrm>
                      <a:prstGeom prst="rect">
                        <a:avLst/>
                      </a:prstGeom>
                      <a:noFill/>
                      <a:ln w="19050">
                        <a:solidFill>
                          <a:srgbClr val="007FA3"/>
                        </a:solidFill>
                      </a:ln>
                      <a:effectLst/>
                    </p:spPr>
                  </p:pic>
                </p:oleObj>
              </mc:Fallback>
            </mc:AlternateContent>
          </a:graphicData>
        </a:graphic>
      </p:graphicFrame>
      <p:graphicFrame>
        <p:nvGraphicFramePr>
          <p:cNvPr id="18" name="Object 17" descr="50 plus 10 equals 60 Ohms.&#10;">
            <a:extLst>
              <a:ext uri="{FF2B5EF4-FFF2-40B4-BE49-F238E27FC236}">
                <a16:creationId xmlns:a16="http://schemas.microsoft.com/office/drawing/2014/main" id="{DD446AA3-6583-498B-8149-0B5EC473E068}"/>
              </a:ext>
            </a:extLst>
          </p:cNvPr>
          <p:cNvGraphicFramePr>
            <a:graphicFrameLocks noChangeAspect="1"/>
          </p:cNvGraphicFramePr>
          <p:nvPr/>
        </p:nvGraphicFramePr>
        <p:xfrm>
          <a:off x="5011933" y="3566167"/>
          <a:ext cx="1285875" cy="266700"/>
        </p:xfrm>
        <a:graphic>
          <a:graphicData uri="http://schemas.openxmlformats.org/presentationml/2006/ole">
            <mc:AlternateContent xmlns:mc="http://schemas.openxmlformats.org/markup-compatibility/2006">
              <mc:Choice xmlns:v="urn:schemas-microsoft-com:vml" Requires="v">
                <p:oleObj name="Equation" r:id="rId8" imgW="977760" imgH="203040" progId="Equation.DSMT4">
                  <p:embed/>
                </p:oleObj>
              </mc:Choice>
              <mc:Fallback>
                <p:oleObj name="Equation" r:id="rId8" imgW="977760" imgH="203040" progId="Equation.DSMT4">
                  <p:embed/>
                  <p:pic>
                    <p:nvPicPr>
                      <p:cNvPr id="18" name="Object 17" descr="50 plus 10 equals 60 Ohms.&#10;">
                        <a:extLst>
                          <a:ext uri="{FF2B5EF4-FFF2-40B4-BE49-F238E27FC236}">
                            <a16:creationId xmlns:a16="http://schemas.microsoft.com/office/drawing/2014/main" id="{DD446AA3-6583-498B-8149-0B5EC473E068}"/>
                          </a:ext>
                        </a:extLst>
                      </p:cNvPr>
                      <p:cNvPicPr>
                        <a:picLocks noChangeAspect="1" noChangeArrowheads="1"/>
                      </p:cNvPicPr>
                      <p:nvPr/>
                    </p:nvPicPr>
                    <p:blipFill>
                      <a:blip r:embed="rId9"/>
                      <a:srcRect/>
                      <a:stretch>
                        <a:fillRect/>
                      </a:stretch>
                    </p:blipFill>
                    <p:spPr bwMode="auto">
                      <a:xfrm>
                        <a:off x="5011933" y="3566167"/>
                        <a:ext cx="1285875" cy="266700"/>
                      </a:xfrm>
                      <a:prstGeom prst="rect">
                        <a:avLst/>
                      </a:prstGeom>
                      <a:noFill/>
                      <a:ln w="19050">
                        <a:solidFill>
                          <a:srgbClr val="007FA3"/>
                        </a:solidFill>
                      </a:ln>
                      <a:effectLst/>
                    </p:spPr>
                  </p:pic>
                </p:oleObj>
              </mc:Fallback>
            </mc:AlternateContent>
          </a:graphicData>
        </a:graphic>
      </p:graphicFrame>
      <p:graphicFrame>
        <p:nvGraphicFramePr>
          <p:cNvPr id="25" name="Object 24" descr="Voltage division: v subscript o Baseline equals StartFraction 40 over 40 plus 10 plus 70 EndFraction multiplied by (60) equals 20 Volts.&#10;">
            <a:extLst>
              <a:ext uri="{FF2B5EF4-FFF2-40B4-BE49-F238E27FC236}">
                <a16:creationId xmlns:a16="http://schemas.microsoft.com/office/drawing/2014/main" id="{9D0F16ED-1136-4E78-9F5A-89A56A403F14}"/>
              </a:ext>
            </a:extLst>
          </p:cNvPr>
          <p:cNvGraphicFramePr>
            <a:graphicFrameLocks noChangeAspect="1"/>
          </p:cNvGraphicFramePr>
          <p:nvPr/>
        </p:nvGraphicFramePr>
        <p:xfrm>
          <a:off x="2784379" y="3920315"/>
          <a:ext cx="3503805" cy="447680"/>
        </p:xfrm>
        <a:graphic>
          <a:graphicData uri="http://schemas.openxmlformats.org/presentationml/2006/ole">
            <mc:AlternateContent xmlns:mc="http://schemas.openxmlformats.org/markup-compatibility/2006">
              <mc:Choice xmlns:v="urn:schemas-microsoft-com:vml" Requires="v">
                <p:oleObj name="Equation" r:id="rId10" imgW="3085920" imgH="393480" progId="Equation.DSMT4">
                  <p:embed/>
                </p:oleObj>
              </mc:Choice>
              <mc:Fallback>
                <p:oleObj name="Equation" r:id="rId10" imgW="3085920" imgH="393480" progId="Equation.DSMT4">
                  <p:embed/>
                  <p:pic>
                    <p:nvPicPr>
                      <p:cNvPr id="25" name="Object 24" descr="Voltage division: v subscript o Baseline equals StartFraction 40 over 40 plus 10 plus 70 EndFraction multiplied by (60) equals 20 Volts.&#10;">
                        <a:extLst>
                          <a:ext uri="{FF2B5EF4-FFF2-40B4-BE49-F238E27FC236}">
                            <a16:creationId xmlns:a16="http://schemas.microsoft.com/office/drawing/2014/main" id="{9D0F16ED-1136-4E78-9F5A-89A56A403F14}"/>
                          </a:ext>
                        </a:extLst>
                      </p:cNvPr>
                      <p:cNvPicPr>
                        <a:picLocks noChangeAspect="1" noChangeArrowheads="1"/>
                      </p:cNvPicPr>
                      <p:nvPr/>
                    </p:nvPicPr>
                    <p:blipFill>
                      <a:blip r:embed="rId11"/>
                      <a:srcRect/>
                      <a:stretch>
                        <a:fillRect/>
                      </a:stretch>
                    </p:blipFill>
                    <p:spPr bwMode="auto">
                      <a:xfrm>
                        <a:off x="2784379" y="3920315"/>
                        <a:ext cx="3503805" cy="4476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25" descr="Ohm's Law: i subscript 40 Baseline equals StartFraction v subscript o Baseline over 40 EndFraction equals StartFraction 20 over 40 EndFraction equals 0.5 Amperes.&#10;">
            <a:extLst>
              <a:ext uri="{FF2B5EF4-FFF2-40B4-BE49-F238E27FC236}">
                <a16:creationId xmlns:a16="http://schemas.microsoft.com/office/drawing/2014/main" id="{30894089-CF15-4DA7-B7AE-4947114C5D6E}"/>
              </a:ext>
            </a:extLst>
          </p:cNvPr>
          <p:cNvGraphicFramePr>
            <a:graphicFrameLocks noChangeAspect="1"/>
          </p:cNvGraphicFramePr>
          <p:nvPr/>
        </p:nvGraphicFramePr>
        <p:xfrm>
          <a:off x="3020944" y="4461733"/>
          <a:ext cx="2558666" cy="453434"/>
        </p:xfrm>
        <a:graphic>
          <a:graphicData uri="http://schemas.openxmlformats.org/presentationml/2006/ole">
            <mc:AlternateContent xmlns:mc="http://schemas.openxmlformats.org/markup-compatibility/2006">
              <mc:Choice xmlns:v="urn:schemas-microsoft-com:vml" Requires="v">
                <p:oleObj name="Equation" r:id="rId12" imgW="2298600" imgH="406080" progId="Equation.DSMT4">
                  <p:embed/>
                </p:oleObj>
              </mc:Choice>
              <mc:Fallback>
                <p:oleObj name="Equation" r:id="rId12" imgW="2298600" imgH="406080" progId="Equation.DSMT4">
                  <p:embed/>
                  <p:pic>
                    <p:nvPicPr>
                      <p:cNvPr id="26" name="Object 25" descr="Ohm's Law: i subscript 40 Baseline equals StartFraction v subscript o Baseline over 40 EndFraction equals StartFraction 20 over 40 EndFraction equals 0.5 Amperes.&#10;">
                        <a:extLst>
                          <a:ext uri="{FF2B5EF4-FFF2-40B4-BE49-F238E27FC236}">
                            <a16:creationId xmlns:a16="http://schemas.microsoft.com/office/drawing/2014/main" id="{30894089-CF15-4DA7-B7AE-4947114C5D6E}"/>
                          </a:ext>
                        </a:extLst>
                      </p:cNvPr>
                      <p:cNvPicPr>
                        <a:picLocks noChangeAspect="1" noChangeArrowheads="1"/>
                      </p:cNvPicPr>
                      <p:nvPr/>
                    </p:nvPicPr>
                    <p:blipFill>
                      <a:blip r:embed="rId13"/>
                      <a:srcRect/>
                      <a:stretch>
                        <a:fillRect/>
                      </a:stretch>
                    </p:blipFill>
                    <p:spPr bwMode="auto">
                      <a:xfrm>
                        <a:off x="3020944" y="4461733"/>
                        <a:ext cx="2558666" cy="4534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28" descr="Current division: i equals StartFraction 20 parallel to 30 parallel to 60 over 30 EndFraction multiplied by i subscript 40 Baseline equals StartFraction 10 over 30 EndFraction multiplied by (0.5) equals 0.167 Amperes.&#10;">
            <a:extLst>
              <a:ext uri="{FF2B5EF4-FFF2-40B4-BE49-F238E27FC236}">
                <a16:creationId xmlns:a16="http://schemas.microsoft.com/office/drawing/2014/main" id="{AB5FB2B8-F11C-47E5-91BE-D213B7B0AF54}"/>
              </a:ext>
            </a:extLst>
          </p:cNvPr>
          <p:cNvGraphicFramePr>
            <a:graphicFrameLocks noChangeAspect="1"/>
          </p:cNvGraphicFramePr>
          <p:nvPr/>
        </p:nvGraphicFramePr>
        <p:xfrm>
          <a:off x="2919609" y="4985031"/>
          <a:ext cx="4196957" cy="443249"/>
        </p:xfrm>
        <a:graphic>
          <a:graphicData uri="http://schemas.openxmlformats.org/presentationml/2006/ole">
            <mc:AlternateContent xmlns:mc="http://schemas.openxmlformats.org/markup-compatibility/2006">
              <mc:Choice xmlns:v="urn:schemas-microsoft-com:vml" Requires="v">
                <p:oleObj name="Equation" r:id="rId14" imgW="3733560" imgH="393480" progId="Equation.DSMT4">
                  <p:embed/>
                </p:oleObj>
              </mc:Choice>
              <mc:Fallback>
                <p:oleObj name="Equation" r:id="rId14" imgW="3733560" imgH="393480" progId="Equation.DSMT4">
                  <p:embed/>
                  <p:pic>
                    <p:nvPicPr>
                      <p:cNvPr id="29" name="Object 28" descr="Current division: i equals StartFraction 20 parallel to 30 parallel to 60 over 30 EndFraction multiplied by i subscript 40 Baseline equals StartFraction 10 over 30 EndFraction multiplied by (0.5) equals 0.167 Amperes.&#10;">
                        <a:extLst>
                          <a:ext uri="{FF2B5EF4-FFF2-40B4-BE49-F238E27FC236}">
                            <a16:creationId xmlns:a16="http://schemas.microsoft.com/office/drawing/2014/main" id="{AB5FB2B8-F11C-47E5-91BE-D213B7B0AF54}"/>
                          </a:ext>
                        </a:extLst>
                      </p:cNvPr>
                      <p:cNvPicPr>
                        <a:picLocks noChangeAspect="1" noChangeArrowheads="1"/>
                      </p:cNvPicPr>
                      <p:nvPr/>
                    </p:nvPicPr>
                    <p:blipFill>
                      <a:blip r:embed="rId15"/>
                      <a:srcRect/>
                      <a:stretch>
                        <a:fillRect/>
                      </a:stretch>
                    </p:blipFill>
                    <p:spPr bwMode="auto">
                      <a:xfrm>
                        <a:off x="2919609" y="4985031"/>
                        <a:ext cx="4196957" cy="4432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Object 27" descr="Ohm's Law: v subscript 30 Baseline equals 30 i equals 30 multiplied by (0.167) equals 5 Volts.&#10;">
            <a:extLst>
              <a:ext uri="{FF2B5EF4-FFF2-40B4-BE49-F238E27FC236}">
                <a16:creationId xmlns:a16="http://schemas.microsoft.com/office/drawing/2014/main" id="{C04491B4-FF21-4289-9054-06D7646B5218}"/>
              </a:ext>
            </a:extLst>
          </p:cNvPr>
          <p:cNvGraphicFramePr>
            <a:graphicFrameLocks noChangeAspect="1"/>
          </p:cNvGraphicFramePr>
          <p:nvPr/>
        </p:nvGraphicFramePr>
        <p:xfrm>
          <a:off x="2961753" y="5456258"/>
          <a:ext cx="3086685" cy="263619"/>
        </p:xfrm>
        <a:graphic>
          <a:graphicData uri="http://schemas.openxmlformats.org/presentationml/2006/ole">
            <mc:AlternateContent xmlns:mc="http://schemas.openxmlformats.org/markup-compatibility/2006">
              <mc:Choice xmlns:v="urn:schemas-microsoft-com:vml" Requires="v">
                <p:oleObj name="Equation" r:id="rId16" imgW="2692080" imgH="228600" progId="Equation.DSMT4">
                  <p:embed/>
                </p:oleObj>
              </mc:Choice>
              <mc:Fallback>
                <p:oleObj name="Equation" r:id="rId16" imgW="2692080" imgH="228600" progId="Equation.DSMT4">
                  <p:embed/>
                  <p:pic>
                    <p:nvPicPr>
                      <p:cNvPr id="28" name="Object 27" descr="Ohm's Law: v subscript 30 Baseline equals 30 i equals 30 multiplied by (0.167) equals 5 Volts.&#10;">
                        <a:extLst>
                          <a:ext uri="{FF2B5EF4-FFF2-40B4-BE49-F238E27FC236}">
                            <a16:creationId xmlns:a16="http://schemas.microsoft.com/office/drawing/2014/main" id="{C04491B4-FF21-4289-9054-06D7646B5218}"/>
                          </a:ext>
                        </a:extLst>
                      </p:cNvPr>
                      <p:cNvPicPr>
                        <a:picLocks noChangeAspect="1" noChangeArrowheads="1"/>
                      </p:cNvPicPr>
                      <p:nvPr/>
                    </p:nvPicPr>
                    <p:blipFill>
                      <a:blip r:embed="rId17"/>
                      <a:srcRect/>
                      <a:stretch>
                        <a:fillRect/>
                      </a:stretch>
                    </p:blipFill>
                    <p:spPr bwMode="auto">
                      <a:xfrm>
                        <a:off x="2961753" y="5456258"/>
                        <a:ext cx="3086685" cy="2636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26" descr="Voltage division: v subscript 10 Baseline equals StartFraction 10 over 10 plus 50 EndFraction v subscript 30 Baseline equals StartFraction 10 over 60 EndFraction multiplied by (5) equals 0.833 Volts.&#10;">
            <a:extLst>
              <a:ext uri="{FF2B5EF4-FFF2-40B4-BE49-F238E27FC236}">
                <a16:creationId xmlns:a16="http://schemas.microsoft.com/office/drawing/2014/main" id="{D1D0FD7B-33DC-4211-B160-C92814E0C633}"/>
              </a:ext>
            </a:extLst>
          </p:cNvPr>
          <p:cNvGraphicFramePr>
            <a:graphicFrameLocks noChangeAspect="1"/>
          </p:cNvGraphicFramePr>
          <p:nvPr/>
        </p:nvGraphicFramePr>
        <p:xfrm>
          <a:off x="2732334" y="5764883"/>
          <a:ext cx="3979570" cy="447681"/>
        </p:xfrm>
        <a:graphic>
          <a:graphicData uri="http://schemas.openxmlformats.org/presentationml/2006/ole">
            <mc:AlternateContent xmlns:mc="http://schemas.openxmlformats.org/markup-compatibility/2006">
              <mc:Choice xmlns:v="urn:schemas-microsoft-com:vml" Requires="v">
                <p:oleObj name="Equation" r:id="rId18" imgW="3504960" imgH="393480" progId="Equation.DSMT4">
                  <p:embed/>
                </p:oleObj>
              </mc:Choice>
              <mc:Fallback>
                <p:oleObj name="Equation" r:id="rId18" imgW="3504960" imgH="393480" progId="Equation.DSMT4">
                  <p:embed/>
                  <p:pic>
                    <p:nvPicPr>
                      <p:cNvPr id="27" name="Object 26" descr="Voltage division: v subscript 10 Baseline equals StartFraction 10 over 10 plus 50 EndFraction v subscript 30 Baseline equals StartFraction 10 over 60 EndFraction multiplied by (5) equals 0.833 Volts.&#10;">
                        <a:extLst>
                          <a:ext uri="{FF2B5EF4-FFF2-40B4-BE49-F238E27FC236}">
                            <a16:creationId xmlns:a16="http://schemas.microsoft.com/office/drawing/2014/main" id="{D1D0FD7B-33DC-4211-B160-C92814E0C633}"/>
                          </a:ext>
                        </a:extLst>
                      </p:cNvPr>
                      <p:cNvPicPr>
                        <a:picLocks noChangeAspect="1" noChangeArrowheads="1"/>
                      </p:cNvPicPr>
                      <p:nvPr/>
                    </p:nvPicPr>
                    <p:blipFill>
                      <a:blip r:embed="rId19"/>
                      <a:srcRect/>
                      <a:stretch>
                        <a:fillRect/>
                      </a:stretch>
                    </p:blipFill>
                    <p:spPr bwMode="auto">
                      <a:xfrm>
                        <a:off x="2732334" y="5764883"/>
                        <a:ext cx="3979570" cy="4476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8030173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6400" y="412556"/>
            <a:ext cx="8273368" cy="590349"/>
          </a:xfrm>
        </p:spPr>
        <p:txBody>
          <a:bodyPr wrap="square" lIns="0" tIns="18000" rIns="0" bIns="18000" anchor="ctr" anchorCtr="0">
            <a:spAutoFit/>
          </a:bodyPr>
          <a:lstStyle/>
          <a:p>
            <a:r>
              <a:rPr lang="en-US" noProof="0" dirty="0"/>
              <a:t>Chapter 3 – Simple resistive circuits</a:t>
            </a:r>
            <a:endParaRPr lang="en-US" sz="2800" noProof="0" dirty="0"/>
          </a:p>
        </p:txBody>
      </p:sp>
      <p:pic>
        <p:nvPicPr>
          <p:cNvPr id="33" name="Picture 32">
            <a:extLst>
              <a:ext uri="{FF2B5EF4-FFF2-40B4-BE49-F238E27FC236}">
                <a16:creationId xmlns:a16="http://schemas.microsoft.com/office/drawing/2014/main" id="{4E07075D-54D0-90E9-FD04-02253DCD20BB}"/>
              </a:ext>
            </a:extLst>
          </p:cNvPr>
          <p:cNvPicPr>
            <a:picLocks noChangeAspect="1"/>
          </p:cNvPicPr>
          <p:nvPr/>
        </p:nvPicPr>
        <p:blipFill>
          <a:blip r:embed="rId3"/>
          <a:stretch>
            <a:fillRect/>
          </a:stretch>
        </p:blipFill>
        <p:spPr>
          <a:xfrm>
            <a:off x="1184366" y="1061688"/>
            <a:ext cx="6461760" cy="2746112"/>
          </a:xfrm>
          <a:prstGeom prst="rect">
            <a:avLst/>
          </a:prstGeom>
        </p:spPr>
      </p:pic>
      <p:sp>
        <p:nvSpPr>
          <p:cNvPr id="34" name="TextBox 33">
            <a:extLst>
              <a:ext uri="{FF2B5EF4-FFF2-40B4-BE49-F238E27FC236}">
                <a16:creationId xmlns:a16="http://schemas.microsoft.com/office/drawing/2014/main" id="{DAAEBD3B-9CBB-714C-0CE5-CAF411B0DE8B}"/>
              </a:ext>
            </a:extLst>
          </p:cNvPr>
          <p:cNvSpPr txBox="1"/>
          <p:nvPr/>
        </p:nvSpPr>
        <p:spPr>
          <a:xfrm>
            <a:off x="1184365" y="3979816"/>
            <a:ext cx="5390605" cy="738664"/>
          </a:xfrm>
          <a:prstGeom prst="rect">
            <a:avLst/>
          </a:prstGeom>
          <a:noFill/>
        </p:spPr>
        <p:txBody>
          <a:bodyPr wrap="square" rtlCol="0">
            <a:spAutoFit/>
          </a:bodyPr>
          <a:lstStyle/>
          <a:p>
            <a:r>
              <a:rPr lang="tr-TR" dirty="0" err="1"/>
              <a:t>Find</a:t>
            </a:r>
            <a:r>
              <a:rPr lang="tr-TR" dirty="0"/>
              <a:t> </a:t>
            </a:r>
            <a:r>
              <a:rPr lang="tr-TR" dirty="0" err="1"/>
              <a:t>the</a:t>
            </a:r>
            <a:r>
              <a:rPr lang="tr-TR" dirty="0"/>
              <a:t> </a:t>
            </a:r>
            <a:r>
              <a:rPr lang="en-GB" dirty="0"/>
              <a:t>equivalent resistance seen by the current source</a:t>
            </a:r>
            <a:r>
              <a:rPr lang="tr-TR" dirty="0"/>
              <a:t> </a:t>
            </a:r>
            <a:endParaRPr lang="en-GB" dirty="0"/>
          </a:p>
          <a:p>
            <a:endParaRPr lang="en-GB" dirty="0"/>
          </a:p>
          <a:p>
            <a:r>
              <a:rPr lang="en-GB" dirty="0"/>
              <a:t>Find the power delivered by the current source</a:t>
            </a:r>
            <a:r>
              <a:rPr lang="tr-TR" dirty="0"/>
              <a:t> </a:t>
            </a:r>
          </a:p>
        </p:txBody>
      </p:sp>
    </p:spTree>
    <p:extLst>
      <p:ext uri="{BB962C8B-B14F-4D97-AF65-F5344CB8AC3E}">
        <p14:creationId xmlns:p14="http://schemas.microsoft.com/office/powerpoint/2010/main" val="10197872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70C19-EF73-3143-E9C8-3E4E7B0E91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1AD24C-087D-B911-050D-4527A609BBEB}"/>
              </a:ext>
            </a:extLst>
          </p:cNvPr>
          <p:cNvSpPr>
            <a:spLocks noGrp="1"/>
          </p:cNvSpPr>
          <p:nvPr>
            <p:ph type="title"/>
          </p:nvPr>
        </p:nvSpPr>
        <p:spPr>
          <a:xfrm>
            <a:off x="446400" y="412556"/>
            <a:ext cx="8273368" cy="590349"/>
          </a:xfrm>
        </p:spPr>
        <p:txBody>
          <a:bodyPr wrap="square" lIns="0" tIns="18000" rIns="0" bIns="18000" anchor="ctr" anchorCtr="0">
            <a:spAutoFit/>
          </a:bodyPr>
          <a:lstStyle/>
          <a:p>
            <a:r>
              <a:rPr lang="en-US" noProof="0" dirty="0"/>
              <a:t>Chapter 3 – Simple resistive circuits</a:t>
            </a:r>
            <a:endParaRPr lang="en-US" sz="2800" noProof="0" dirty="0"/>
          </a:p>
        </p:txBody>
      </p:sp>
      <p:pic>
        <p:nvPicPr>
          <p:cNvPr id="6" name="Picture 5" descr="A diagram of a circuit&#10;&#10;AI-generated content may be incorrect.">
            <a:extLst>
              <a:ext uri="{FF2B5EF4-FFF2-40B4-BE49-F238E27FC236}">
                <a16:creationId xmlns:a16="http://schemas.microsoft.com/office/drawing/2014/main" id="{EFF0CB38-13F2-A5EF-3B53-FDA20B80E7EE}"/>
              </a:ext>
            </a:extLst>
          </p:cNvPr>
          <p:cNvPicPr>
            <a:picLocks noChangeAspect="1"/>
          </p:cNvPicPr>
          <p:nvPr/>
        </p:nvPicPr>
        <p:blipFill>
          <a:blip r:embed="rId3"/>
          <a:stretch>
            <a:fillRect/>
          </a:stretch>
        </p:blipFill>
        <p:spPr>
          <a:xfrm>
            <a:off x="690982" y="1331614"/>
            <a:ext cx="7640116" cy="3620005"/>
          </a:xfrm>
          <a:prstGeom prst="rect">
            <a:avLst/>
          </a:prstGeom>
        </p:spPr>
      </p:pic>
    </p:spTree>
    <p:extLst>
      <p:ext uri="{BB962C8B-B14F-4D97-AF65-F5344CB8AC3E}">
        <p14:creationId xmlns:p14="http://schemas.microsoft.com/office/powerpoint/2010/main" val="31217888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F4CCA-C73D-5A1F-4F28-884AE01F21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394321-E444-2F51-0BC5-35793C3C8CBC}"/>
              </a:ext>
            </a:extLst>
          </p:cNvPr>
          <p:cNvSpPr>
            <a:spLocks noGrp="1"/>
          </p:cNvSpPr>
          <p:nvPr>
            <p:ph type="title"/>
          </p:nvPr>
        </p:nvSpPr>
        <p:spPr>
          <a:xfrm>
            <a:off x="446400" y="412556"/>
            <a:ext cx="8273368" cy="590349"/>
          </a:xfrm>
        </p:spPr>
        <p:txBody>
          <a:bodyPr wrap="square" lIns="0" tIns="18000" rIns="0" bIns="18000" anchor="ctr" anchorCtr="0">
            <a:spAutoFit/>
          </a:bodyPr>
          <a:lstStyle/>
          <a:p>
            <a:r>
              <a:rPr lang="en-US" noProof="0" dirty="0"/>
              <a:t>Chapter 3 – Simple resistive circuits</a:t>
            </a:r>
            <a:endParaRPr lang="en-US" sz="2800" noProof="0" dirty="0"/>
          </a:p>
        </p:txBody>
      </p:sp>
      <p:pic>
        <p:nvPicPr>
          <p:cNvPr id="4" name="Picture 3" descr="A diagram of a power supply&#10;&#10;AI-generated content may be incorrect.">
            <a:extLst>
              <a:ext uri="{FF2B5EF4-FFF2-40B4-BE49-F238E27FC236}">
                <a16:creationId xmlns:a16="http://schemas.microsoft.com/office/drawing/2014/main" id="{CEABA70D-638E-FC0B-B418-F11E83116574}"/>
              </a:ext>
            </a:extLst>
          </p:cNvPr>
          <p:cNvPicPr>
            <a:picLocks noChangeAspect="1"/>
          </p:cNvPicPr>
          <p:nvPr/>
        </p:nvPicPr>
        <p:blipFill>
          <a:blip r:embed="rId3"/>
          <a:stretch>
            <a:fillRect/>
          </a:stretch>
        </p:blipFill>
        <p:spPr>
          <a:xfrm>
            <a:off x="0" y="1948629"/>
            <a:ext cx="9144000" cy="2960742"/>
          </a:xfrm>
          <a:prstGeom prst="rect">
            <a:avLst/>
          </a:prstGeom>
        </p:spPr>
      </p:pic>
    </p:spTree>
    <p:extLst>
      <p:ext uri="{BB962C8B-B14F-4D97-AF65-F5344CB8AC3E}">
        <p14:creationId xmlns:p14="http://schemas.microsoft.com/office/powerpoint/2010/main" val="5624161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49060-1754-40E2-8383-51B0DCD25B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64543A-2178-1B3E-EE72-D9A20F609514}"/>
              </a:ext>
            </a:extLst>
          </p:cNvPr>
          <p:cNvSpPr>
            <a:spLocks noGrp="1"/>
          </p:cNvSpPr>
          <p:nvPr>
            <p:ph type="title"/>
          </p:nvPr>
        </p:nvSpPr>
        <p:spPr>
          <a:xfrm>
            <a:off x="446400" y="412556"/>
            <a:ext cx="8273368" cy="590349"/>
          </a:xfrm>
        </p:spPr>
        <p:txBody>
          <a:bodyPr wrap="square" lIns="0" tIns="18000" rIns="0" bIns="18000" anchor="ctr" anchorCtr="0">
            <a:spAutoFit/>
          </a:bodyPr>
          <a:lstStyle/>
          <a:p>
            <a:r>
              <a:rPr lang="en-US" noProof="0" dirty="0"/>
              <a:t>Chapter 3 – Simple resistive circuits</a:t>
            </a:r>
            <a:endParaRPr lang="en-US" sz="2800" noProof="0" dirty="0"/>
          </a:p>
        </p:txBody>
      </p:sp>
      <p:pic>
        <p:nvPicPr>
          <p:cNvPr id="5" name="Picture 4">
            <a:extLst>
              <a:ext uri="{FF2B5EF4-FFF2-40B4-BE49-F238E27FC236}">
                <a16:creationId xmlns:a16="http://schemas.microsoft.com/office/drawing/2014/main" id="{8884BC35-B91A-BB7D-3053-08D41DB3A111}"/>
              </a:ext>
            </a:extLst>
          </p:cNvPr>
          <p:cNvPicPr>
            <a:picLocks noChangeAspect="1"/>
          </p:cNvPicPr>
          <p:nvPr/>
        </p:nvPicPr>
        <p:blipFill>
          <a:blip r:embed="rId3"/>
          <a:stretch>
            <a:fillRect/>
          </a:stretch>
        </p:blipFill>
        <p:spPr>
          <a:xfrm>
            <a:off x="3136338" y="1204847"/>
            <a:ext cx="2515525" cy="2238466"/>
          </a:xfrm>
          <a:prstGeom prst="rect">
            <a:avLst/>
          </a:prstGeom>
        </p:spPr>
      </p:pic>
      <p:pic>
        <p:nvPicPr>
          <p:cNvPr id="7" name="Picture 6" descr="A black text with black letters&#10;&#10;AI-generated content may be incorrect.">
            <a:extLst>
              <a:ext uri="{FF2B5EF4-FFF2-40B4-BE49-F238E27FC236}">
                <a16:creationId xmlns:a16="http://schemas.microsoft.com/office/drawing/2014/main" id="{37D26B7F-C04A-FC55-453C-0FE49F83EEAC}"/>
              </a:ext>
            </a:extLst>
          </p:cNvPr>
          <p:cNvPicPr>
            <a:picLocks noChangeAspect="1"/>
          </p:cNvPicPr>
          <p:nvPr/>
        </p:nvPicPr>
        <p:blipFill>
          <a:blip r:embed="rId4"/>
          <a:stretch>
            <a:fillRect/>
          </a:stretch>
        </p:blipFill>
        <p:spPr>
          <a:xfrm>
            <a:off x="2988966" y="3924369"/>
            <a:ext cx="2810267" cy="990738"/>
          </a:xfrm>
          <a:prstGeom prst="rect">
            <a:avLst/>
          </a:prstGeom>
        </p:spPr>
      </p:pic>
    </p:spTree>
    <p:extLst>
      <p:ext uri="{BB962C8B-B14F-4D97-AF65-F5344CB8AC3E}">
        <p14:creationId xmlns:p14="http://schemas.microsoft.com/office/powerpoint/2010/main" val="37347419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426F5-99A8-FB10-6812-FB8D85DDB8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75B8B3-5492-11E6-192B-D168CDC1322A}"/>
              </a:ext>
            </a:extLst>
          </p:cNvPr>
          <p:cNvSpPr>
            <a:spLocks noGrp="1"/>
          </p:cNvSpPr>
          <p:nvPr>
            <p:ph type="title"/>
          </p:nvPr>
        </p:nvSpPr>
        <p:spPr>
          <a:xfrm>
            <a:off x="446400" y="412556"/>
            <a:ext cx="8273368" cy="590349"/>
          </a:xfrm>
        </p:spPr>
        <p:txBody>
          <a:bodyPr wrap="square" lIns="0" tIns="18000" rIns="0" bIns="18000" anchor="ctr" anchorCtr="0">
            <a:spAutoFit/>
          </a:bodyPr>
          <a:lstStyle/>
          <a:p>
            <a:r>
              <a:rPr lang="en-US" noProof="0" dirty="0"/>
              <a:t>Chapter 3 – Simple resistive circuits</a:t>
            </a:r>
            <a:endParaRPr lang="en-US" sz="2800" noProof="0" dirty="0"/>
          </a:p>
        </p:txBody>
      </p:sp>
      <p:pic>
        <p:nvPicPr>
          <p:cNvPr id="4" name="Picture 3">
            <a:extLst>
              <a:ext uri="{FF2B5EF4-FFF2-40B4-BE49-F238E27FC236}">
                <a16:creationId xmlns:a16="http://schemas.microsoft.com/office/drawing/2014/main" id="{A45B877C-A43E-A189-8C4D-3B03A0F0BA28}"/>
              </a:ext>
            </a:extLst>
          </p:cNvPr>
          <p:cNvPicPr>
            <a:picLocks noChangeAspect="1"/>
          </p:cNvPicPr>
          <p:nvPr/>
        </p:nvPicPr>
        <p:blipFill>
          <a:blip r:embed="rId3"/>
          <a:stretch>
            <a:fillRect/>
          </a:stretch>
        </p:blipFill>
        <p:spPr>
          <a:xfrm>
            <a:off x="808781" y="1507507"/>
            <a:ext cx="4286848" cy="2362530"/>
          </a:xfrm>
          <a:prstGeom prst="rect">
            <a:avLst/>
          </a:prstGeom>
        </p:spPr>
      </p:pic>
      <p:pic>
        <p:nvPicPr>
          <p:cNvPr id="8" name="Picture 7">
            <a:extLst>
              <a:ext uri="{FF2B5EF4-FFF2-40B4-BE49-F238E27FC236}">
                <a16:creationId xmlns:a16="http://schemas.microsoft.com/office/drawing/2014/main" id="{F2A7ED22-E58C-153E-732F-BFB906EB06D2}"/>
              </a:ext>
            </a:extLst>
          </p:cNvPr>
          <p:cNvPicPr>
            <a:picLocks noChangeAspect="1"/>
          </p:cNvPicPr>
          <p:nvPr/>
        </p:nvPicPr>
        <p:blipFill>
          <a:blip r:embed="rId4"/>
          <a:stretch>
            <a:fillRect/>
          </a:stretch>
        </p:blipFill>
        <p:spPr>
          <a:xfrm>
            <a:off x="5555442" y="1465068"/>
            <a:ext cx="2543530" cy="1066949"/>
          </a:xfrm>
          <a:prstGeom prst="rect">
            <a:avLst/>
          </a:prstGeom>
        </p:spPr>
      </p:pic>
      <p:pic>
        <p:nvPicPr>
          <p:cNvPr id="10" name="Picture 9" descr="A mathematical equation with black text&#10;&#10;AI-generated content may be incorrect.">
            <a:extLst>
              <a:ext uri="{FF2B5EF4-FFF2-40B4-BE49-F238E27FC236}">
                <a16:creationId xmlns:a16="http://schemas.microsoft.com/office/drawing/2014/main" id="{957488AD-8CF7-B3E8-2053-73A2ED334F61}"/>
              </a:ext>
            </a:extLst>
          </p:cNvPr>
          <p:cNvPicPr>
            <a:picLocks noChangeAspect="1"/>
          </p:cNvPicPr>
          <p:nvPr/>
        </p:nvPicPr>
        <p:blipFill>
          <a:blip r:embed="rId5"/>
          <a:stretch>
            <a:fillRect/>
          </a:stretch>
        </p:blipFill>
        <p:spPr>
          <a:xfrm>
            <a:off x="5793600" y="2688772"/>
            <a:ext cx="2305372" cy="1038370"/>
          </a:xfrm>
          <a:prstGeom prst="rect">
            <a:avLst/>
          </a:prstGeom>
        </p:spPr>
      </p:pic>
      <p:pic>
        <p:nvPicPr>
          <p:cNvPr id="12" name="Picture 11">
            <a:extLst>
              <a:ext uri="{FF2B5EF4-FFF2-40B4-BE49-F238E27FC236}">
                <a16:creationId xmlns:a16="http://schemas.microsoft.com/office/drawing/2014/main" id="{B55D32F7-B32C-0EB5-C40B-95CC320A1446}"/>
              </a:ext>
            </a:extLst>
          </p:cNvPr>
          <p:cNvPicPr>
            <a:picLocks noChangeAspect="1"/>
          </p:cNvPicPr>
          <p:nvPr/>
        </p:nvPicPr>
        <p:blipFill>
          <a:blip r:embed="rId6"/>
          <a:stretch>
            <a:fillRect/>
          </a:stretch>
        </p:blipFill>
        <p:spPr>
          <a:xfrm>
            <a:off x="942468" y="4374639"/>
            <a:ext cx="3629532" cy="1152686"/>
          </a:xfrm>
          <a:prstGeom prst="rect">
            <a:avLst/>
          </a:prstGeom>
        </p:spPr>
      </p:pic>
    </p:spTree>
    <p:extLst>
      <p:ext uri="{BB962C8B-B14F-4D97-AF65-F5344CB8AC3E}">
        <p14:creationId xmlns:p14="http://schemas.microsoft.com/office/powerpoint/2010/main" val="5223109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FB0A8-C549-F610-C6A7-116F0DCD30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BF58BB-612A-6EC1-40B5-5B48ED6C70F1}"/>
              </a:ext>
            </a:extLst>
          </p:cNvPr>
          <p:cNvSpPr>
            <a:spLocks noGrp="1"/>
          </p:cNvSpPr>
          <p:nvPr>
            <p:ph type="title"/>
          </p:nvPr>
        </p:nvSpPr>
        <p:spPr>
          <a:xfrm>
            <a:off x="446400" y="412556"/>
            <a:ext cx="8273368" cy="590349"/>
          </a:xfrm>
        </p:spPr>
        <p:txBody>
          <a:bodyPr wrap="square" lIns="0" tIns="18000" rIns="0" bIns="18000" anchor="ctr" anchorCtr="0">
            <a:spAutoFit/>
          </a:bodyPr>
          <a:lstStyle/>
          <a:p>
            <a:r>
              <a:rPr lang="en-US" noProof="0" dirty="0"/>
              <a:t>Chapter 3 – Simple resistive circuits</a:t>
            </a:r>
            <a:endParaRPr lang="en-US" sz="2800" noProof="0" dirty="0"/>
          </a:p>
        </p:txBody>
      </p:sp>
      <p:pic>
        <p:nvPicPr>
          <p:cNvPr id="5" name="Picture 4">
            <a:extLst>
              <a:ext uri="{FF2B5EF4-FFF2-40B4-BE49-F238E27FC236}">
                <a16:creationId xmlns:a16="http://schemas.microsoft.com/office/drawing/2014/main" id="{3FC8DCF8-A575-7352-4BD3-1FB43664FC79}"/>
              </a:ext>
            </a:extLst>
          </p:cNvPr>
          <p:cNvPicPr>
            <a:picLocks noChangeAspect="1"/>
          </p:cNvPicPr>
          <p:nvPr/>
        </p:nvPicPr>
        <p:blipFill>
          <a:blip r:embed="rId3"/>
          <a:stretch>
            <a:fillRect/>
          </a:stretch>
        </p:blipFill>
        <p:spPr>
          <a:xfrm>
            <a:off x="792038" y="1246510"/>
            <a:ext cx="4372585" cy="1600423"/>
          </a:xfrm>
          <a:prstGeom prst="rect">
            <a:avLst/>
          </a:prstGeom>
        </p:spPr>
      </p:pic>
      <p:pic>
        <p:nvPicPr>
          <p:cNvPr id="7" name="Picture 6">
            <a:extLst>
              <a:ext uri="{FF2B5EF4-FFF2-40B4-BE49-F238E27FC236}">
                <a16:creationId xmlns:a16="http://schemas.microsoft.com/office/drawing/2014/main" id="{B8CD23EC-34F7-D7D3-7C5D-38CFC305394E}"/>
              </a:ext>
            </a:extLst>
          </p:cNvPr>
          <p:cNvPicPr>
            <a:picLocks noChangeAspect="1"/>
          </p:cNvPicPr>
          <p:nvPr/>
        </p:nvPicPr>
        <p:blipFill>
          <a:blip r:embed="rId4"/>
          <a:stretch>
            <a:fillRect/>
          </a:stretch>
        </p:blipFill>
        <p:spPr>
          <a:xfrm>
            <a:off x="1015906" y="3090538"/>
            <a:ext cx="3924848" cy="1286054"/>
          </a:xfrm>
          <a:prstGeom prst="rect">
            <a:avLst/>
          </a:prstGeom>
        </p:spPr>
      </p:pic>
      <p:pic>
        <p:nvPicPr>
          <p:cNvPr id="11" name="Picture 10">
            <a:extLst>
              <a:ext uri="{FF2B5EF4-FFF2-40B4-BE49-F238E27FC236}">
                <a16:creationId xmlns:a16="http://schemas.microsoft.com/office/drawing/2014/main" id="{675F371C-8909-BC16-E436-D4A5C233874D}"/>
              </a:ext>
            </a:extLst>
          </p:cNvPr>
          <p:cNvPicPr>
            <a:picLocks noChangeAspect="1"/>
          </p:cNvPicPr>
          <p:nvPr/>
        </p:nvPicPr>
        <p:blipFill>
          <a:blip r:embed="rId5"/>
          <a:stretch>
            <a:fillRect/>
          </a:stretch>
        </p:blipFill>
        <p:spPr>
          <a:xfrm>
            <a:off x="5988055" y="1418844"/>
            <a:ext cx="2514951" cy="3515216"/>
          </a:xfrm>
          <a:prstGeom prst="rect">
            <a:avLst/>
          </a:prstGeom>
        </p:spPr>
      </p:pic>
    </p:spTree>
    <p:extLst>
      <p:ext uri="{BB962C8B-B14F-4D97-AF65-F5344CB8AC3E}">
        <p14:creationId xmlns:p14="http://schemas.microsoft.com/office/powerpoint/2010/main" val="16653337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3316C-8F8D-B797-CECD-20DEBFC0A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C7F40F-5E3F-9BE4-EF1F-809E33A80605}"/>
              </a:ext>
            </a:extLst>
          </p:cNvPr>
          <p:cNvSpPr>
            <a:spLocks noGrp="1"/>
          </p:cNvSpPr>
          <p:nvPr>
            <p:ph type="title"/>
          </p:nvPr>
        </p:nvSpPr>
        <p:spPr>
          <a:xfrm>
            <a:off x="446400" y="412556"/>
            <a:ext cx="8273368" cy="590349"/>
          </a:xfrm>
        </p:spPr>
        <p:txBody>
          <a:bodyPr wrap="square" lIns="0" tIns="18000" rIns="0" bIns="18000" anchor="ctr" anchorCtr="0">
            <a:spAutoFit/>
          </a:bodyPr>
          <a:lstStyle/>
          <a:p>
            <a:r>
              <a:rPr lang="en-US" noProof="0" dirty="0"/>
              <a:t>Chapter 3 – Simple resistive circuits</a:t>
            </a:r>
            <a:endParaRPr lang="en-US" sz="2800" noProof="0" dirty="0"/>
          </a:p>
        </p:txBody>
      </p:sp>
      <p:pic>
        <p:nvPicPr>
          <p:cNvPr id="6" name="Picture 5">
            <a:extLst>
              <a:ext uri="{FF2B5EF4-FFF2-40B4-BE49-F238E27FC236}">
                <a16:creationId xmlns:a16="http://schemas.microsoft.com/office/drawing/2014/main" id="{341B965E-ED0E-B8E6-D04F-A24B4E89C7E7}"/>
              </a:ext>
            </a:extLst>
          </p:cNvPr>
          <p:cNvPicPr>
            <a:picLocks noChangeAspect="1"/>
          </p:cNvPicPr>
          <p:nvPr/>
        </p:nvPicPr>
        <p:blipFill>
          <a:blip r:embed="rId3"/>
          <a:stretch>
            <a:fillRect/>
          </a:stretch>
        </p:blipFill>
        <p:spPr>
          <a:xfrm>
            <a:off x="446400" y="1148634"/>
            <a:ext cx="4334480" cy="3115110"/>
          </a:xfrm>
          <a:prstGeom prst="rect">
            <a:avLst/>
          </a:prstGeom>
        </p:spPr>
      </p:pic>
      <p:pic>
        <p:nvPicPr>
          <p:cNvPr id="9" name="Picture 8">
            <a:extLst>
              <a:ext uri="{FF2B5EF4-FFF2-40B4-BE49-F238E27FC236}">
                <a16:creationId xmlns:a16="http://schemas.microsoft.com/office/drawing/2014/main" id="{37226C4A-5CB9-4BB7-48CF-0622D27900DA}"/>
              </a:ext>
            </a:extLst>
          </p:cNvPr>
          <p:cNvPicPr>
            <a:picLocks noChangeAspect="1"/>
          </p:cNvPicPr>
          <p:nvPr/>
        </p:nvPicPr>
        <p:blipFill>
          <a:blip r:embed="rId4"/>
          <a:stretch>
            <a:fillRect/>
          </a:stretch>
        </p:blipFill>
        <p:spPr>
          <a:xfrm>
            <a:off x="11084" y="4142400"/>
            <a:ext cx="9144000" cy="1760535"/>
          </a:xfrm>
          <a:prstGeom prst="rect">
            <a:avLst/>
          </a:prstGeom>
        </p:spPr>
      </p:pic>
    </p:spTree>
    <p:extLst>
      <p:ext uri="{BB962C8B-B14F-4D97-AF65-F5344CB8AC3E}">
        <p14:creationId xmlns:p14="http://schemas.microsoft.com/office/powerpoint/2010/main" val="25125466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2649F-BF22-55D2-1BE8-F56A6ED483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EAA038-7A7E-DA00-E5E8-E17D7CC22A20}"/>
              </a:ext>
            </a:extLst>
          </p:cNvPr>
          <p:cNvSpPr>
            <a:spLocks noGrp="1"/>
          </p:cNvSpPr>
          <p:nvPr>
            <p:ph type="title"/>
          </p:nvPr>
        </p:nvSpPr>
        <p:spPr>
          <a:xfrm>
            <a:off x="446400" y="412556"/>
            <a:ext cx="8273368" cy="590349"/>
          </a:xfrm>
        </p:spPr>
        <p:txBody>
          <a:bodyPr wrap="square" lIns="0" tIns="18000" rIns="0" bIns="18000" anchor="ctr" anchorCtr="0">
            <a:spAutoFit/>
          </a:bodyPr>
          <a:lstStyle/>
          <a:p>
            <a:r>
              <a:rPr lang="en-US" noProof="0" dirty="0"/>
              <a:t>Chapter 3 – Simple resistive circuits</a:t>
            </a:r>
            <a:endParaRPr lang="en-US" sz="2800" noProof="0" dirty="0"/>
          </a:p>
        </p:txBody>
      </p:sp>
      <p:pic>
        <p:nvPicPr>
          <p:cNvPr id="4" name="Picture 3">
            <a:extLst>
              <a:ext uri="{FF2B5EF4-FFF2-40B4-BE49-F238E27FC236}">
                <a16:creationId xmlns:a16="http://schemas.microsoft.com/office/drawing/2014/main" id="{70A2840D-376C-84E4-1085-E96B080F9E99}"/>
              </a:ext>
            </a:extLst>
          </p:cNvPr>
          <p:cNvPicPr>
            <a:picLocks noChangeAspect="1"/>
          </p:cNvPicPr>
          <p:nvPr/>
        </p:nvPicPr>
        <p:blipFill>
          <a:blip r:embed="rId3"/>
          <a:stretch>
            <a:fillRect/>
          </a:stretch>
        </p:blipFill>
        <p:spPr>
          <a:xfrm>
            <a:off x="0" y="1663141"/>
            <a:ext cx="9144000" cy="3531717"/>
          </a:xfrm>
          <a:prstGeom prst="rect">
            <a:avLst/>
          </a:prstGeom>
        </p:spPr>
      </p:pic>
    </p:spTree>
    <p:extLst>
      <p:ext uri="{BB962C8B-B14F-4D97-AF65-F5344CB8AC3E}">
        <p14:creationId xmlns:p14="http://schemas.microsoft.com/office/powerpoint/2010/main" val="37656130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A1301-BD71-7A38-AF7B-8585B1A93A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A2B637-A762-4B3A-437D-4FB887DFD2CF}"/>
              </a:ext>
            </a:extLst>
          </p:cNvPr>
          <p:cNvSpPr>
            <a:spLocks noGrp="1"/>
          </p:cNvSpPr>
          <p:nvPr>
            <p:ph type="title"/>
          </p:nvPr>
        </p:nvSpPr>
        <p:spPr>
          <a:xfrm>
            <a:off x="446400" y="412556"/>
            <a:ext cx="8273368" cy="590349"/>
          </a:xfrm>
        </p:spPr>
        <p:txBody>
          <a:bodyPr wrap="square" lIns="0" tIns="18000" rIns="0" bIns="18000" anchor="ctr" anchorCtr="0">
            <a:spAutoFit/>
          </a:bodyPr>
          <a:lstStyle/>
          <a:p>
            <a:r>
              <a:rPr lang="en-US" noProof="0" dirty="0"/>
              <a:t>Chapter 3 – Simple resistive circuits</a:t>
            </a:r>
            <a:endParaRPr lang="en-US" sz="2800" noProof="0" dirty="0"/>
          </a:p>
        </p:txBody>
      </p:sp>
      <p:pic>
        <p:nvPicPr>
          <p:cNvPr id="5" name="Picture 4">
            <a:extLst>
              <a:ext uri="{FF2B5EF4-FFF2-40B4-BE49-F238E27FC236}">
                <a16:creationId xmlns:a16="http://schemas.microsoft.com/office/drawing/2014/main" id="{BB6C12D0-5F38-F5C4-181F-7D07B557D89E}"/>
              </a:ext>
            </a:extLst>
          </p:cNvPr>
          <p:cNvPicPr>
            <a:picLocks noChangeAspect="1"/>
          </p:cNvPicPr>
          <p:nvPr/>
        </p:nvPicPr>
        <p:blipFill>
          <a:blip r:embed="rId3"/>
          <a:stretch>
            <a:fillRect/>
          </a:stretch>
        </p:blipFill>
        <p:spPr>
          <a:xfrm>
            <a:off x="705155" y="1095049"/>
            <a:ext cx="5382376" cy="2333951"/>
          </a:xfrm>
          <a:prstGeom prst="rect">
            <a:avLst/>
          </a:prstGeom>
        </p:spPr>
      </p:pic>
      <p:pic>
        <p:nvPicPr>
          <p:cNvPr id="7" name="Picture 6">
            <a:extLst>
              <a:ext uri="{FF2B5EF4-FFF2-40B4-BE49-F238E27FC236}">
                <a16:creationId xmlns:a16="http://schemas.microsoft.com/office/drawing/2014/main" id="{13D0FEA4-0A8E-1386-F167-FB28CB4B5DB0}"/>
              </a:ext>
            </a:extLst>
          </p:cNvPr>
          <p:cNvPicPr>
            <a:picLocks noChangeAspect="1"/>
          </p:cNvPicPr>
          <p:nvPr/>
        </p:nvPicPr>
        <p:blipFill>
          <a:blip r:embed="rId4"/>
          <a:stretch>
            <a:fillRect/>
          </a:stretch>
        </p:blipFill>
        <p:spPr>
          <a:xfrm>
            <a:off x="446400" y="3359358"/>
            <a:ext cx="7059010" cy="2943636"/>
          </a:xfrm>
          <a:prstGeom prst="rect">
            <a:avLst/>
          </a:prstGeom>
        </p:spPr>
      </p:pic>
    </p:spTree>
    <p:extLst>
      <p:ext uri="{BB962C8B-B14F-4D97-AF65-F5344CB8AC3E}">
        <p14:creationId xmlns:p14="http://schemas.microsoft.com/office/powerpoint/2010/main" val="9852278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01539-36C8-06D3-54CB-AB27B5FA45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6104BF-7C85-9604-EE29-3434FFCDF6F2}"/>
              </a:ext>
            </a:extLst>
          </p:cNvPr>
          <p:cNvSpPr>
            <a:spLocks noGrp="1"/>
          </p:cNvSpPr>
          <p:nvPr>
            <p:ph type="title"/>
          </p:nvPr>
        </p:nvSpPr>
        <p:spPr>
          <a:xfrm>
            <a:off x="446400" y="412556"/>
            <a:ext cx="8273368" cy="590349"/>
          </a:xfrm>
        </p:spPr>
        <p:txBody>
          <a:bodyPr wrap="square" lIns="0" tIns="18000" rIns="0" bIns="18000" anchor="ctr" anchorCtr="0">
            <a:spAutoFit/>
          </a:bodyPr>
          <a:lstStyle/>
          <a:p>
            <a:r>
              <a:rPr lang="en-US" noProof="0" dirty="0"/>
              <a:t>Chapter 3 – Simple resistive circuits</a:t>
            </a:r>
            <a:endParaRPr lang="en-US" sz="2800" noProof="0" dirty="0"/>
          </a:p>
        </p:txBody>
      </p:sp>
      <p:pic>
        <p:nvPicPr>
          <p:cNvPr id="4" name="Picture 3">
            <a:extLst>
              <a:ext uri="{FF2B5EF4-FFF2-40B4-BE49-F238E27FC236}">
                <a16:creationId xmlns:a16="http://schemas.microsoft.com/office/drawing/2014/main" id="{ED276051-CF4A-4490-FBE6-1BB7FFA9D295}"/>
              </a:ext>
            </a:extLst>
          </p:cNvPr>
          <p:cNvPicPr>
            <a:picLocks noChangeAspect="1"/>
          </p:cNvPicPr>
          <p:nvPr/>
        </p:nvPicPr>
        <p:blipFill>
          <a:blip r:embed="rId3"/>
          <a:stretch>
            <a:fillRect/>
          </a:stretch>
        </p:blipFill>
        <p:spPr>
          <a:xfrm>
            <a:off x="1484077" y="915754"/>
            <a:ext cx="6611273" cy="2048161"/>
          </a:xfrm>
          <a:prstGeom prst="rect">
            <a:avLst/>
          </a:prstGeom>
        </p:spPr>
      </p:pic>
      <p:pic>
        <p:nvPicPr>
          <p:cNvPr id="8" name="Picture 7">
            <a:extLst>
              <a:ext uri="{FF2B5EF4-FFF2-40B4-BE49-F238E27FC236}">
                <a16:creationId xmlns:a16="http://schemas.microsoft.com/office/drawing/2014/main" id="{1EA90FEB-29E6-A163-D514-BDC817ED6392}"/>
              </a:ext>
            </a:extLst>
          </p:cNvPr>
          <p:cNvPicPr>
            <a:picLocks noChangeAspect="1"/>
          </p:cNvPicPr>
          <p:nvPr/>
        </p:nvPicPr>
        <p:blipFill>
          <a:blip r:embed="rId4"/>
          <a:stretch>
            <a:fillRect/>
          </a:stretch>
        </p:blipFill>
        <p:spPr>
          <a:xfrm>
            <a:off x="1269734" y="3088335"/>
            <a:ext cx="7039957" cy="3067478"/>
          </a:xfrm>
          <a:prstGeom prst="rect">
            <a:avLst/>
          </a:prstGeom>
        </p:spPr>
      </p:pic>
    </p:spTree>
    <p:extLst>
      <p:ext uri="{BB962C8B-B14F-4D97-AF65-F5344CB8AC3E}">
        <p14:creationId xmlns:p14="http://schemas.microsoft.com/office/powerpoint/2010/main" val="11143490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A6BFF-5CC4-EF4C-1872-76E4F622FC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28BBD4-2091-7F0C-CAEA-439B1D89C4B9}"/>
              </a:ext>
            </a:extLst>
          </p:cNvPr>
          <p:cNvSpPr>
            <a:spLocks noGrp="1"/>
          </p:cNvSpPr>
          <p:nvPr>
            <p:ph type="title"/>
          </p:nvPr>
        </p:nvSpPr>
        <p:spPr>
          <a:xfrm>
            <a:off x="446400" y="412556"/>
            <a:ext cx="8273368" cy="590349"/>
          </a:xfrm>
        </p:spPr>
        <p:txBody>
          <a:bodyPr wrap="square" lIns="0" tIns="18000" rIns="0" bIns="18000" anchor="ctr" anchorCtr="0">
            <a:spAutoFit/>
          </a:bodyPr>
          <a:lstStyle/>
          <a:p>
            <a:r>
              <a:rPr lang="en-US" noProof="0" dirty="0"/>
              <a:t>Chapter 3 – Simple resistive circuits</a:t>
            </a:r>
            <a:endParaRPr lang="en-US" sz="2800" noProof="0" dirty="0"/>
          </a:p>
        </p:txBody>
      </p:sp>
      <p:pic>
        <p:nvPicPr>
          <p:cNvPr id="5" name="Picture 4">
            <a:extLst>
              <a:ext uri="{FF2B5EF4-FFF2-40B4-BE49-F238E27FC236}">
                <a16:creationId xmlns:a16="http://schemas.microsoft.com/office/drawing/2014/main" id="{A9BA8A8A-65AE-8890-9913-498A8629EB1E}"/>
              </a:ext>
            </a:extLst>
          </p:cNvPr>
          <p:cNvPicPr>
            <a:picLocks noChangeAspect="1"/>
          </p:cNvPicPr>
          <p:nvPr/>
        </p:nvPicPr>
        <p:blipFill>
          <a:blip r:embed="rId3"/>
          <a:stretch>
            <a:fillRect/>
          </a:stretch>
        </p:blipFill>
        <p:spPr>
          <a:xfrm>
            <a:off x="11084" y="1221602"/>
            <a:ext cx="9144000" cy="4850223"/>
          </a:xfrm>
          <a:prstGeom prst="rect">
            <a:avLst/>
          </a:prstGeom>
        </p:spPr>
      </p:pic>
    </p:spTree>
    <p:extLst>
      <p:ext uri="{BB962C8B-B14F-4D97-AF65-F5344CB8AC3E}">
        <p14:creationId xmlns:p14="http://schemas.microsoft.com/office/powerpoint/2010/main" val="31863084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E177A-6DE2-BC50-2EEA-897D54DD4D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DD119D-F8A5-F37F-1C92-A758AB0BF590}"/>
              </a:ext>
            </a:extLst>
          </p:cNvPr>
          <p:cNvSpPr>
            <a:spLocks noGrp="1"/>
          </p:cNvSpPr>
          <p:nvPr>
            <p:ph type="title"/>
          </p:nvPr>
        </p:nvSpPr>
        <p:spPr>
          <a:xfrm>
            <a:off x="446400" y="412556"/>
            <a:ext cx="8273368" cy="590349"/>
          </a:xfrm>
        </p:spPr>
        <p:txBody>
          <a:bodyPr wrap="square" lIns="0" tIns="18000" rIns="0" bIns="18000" anchor="ctr" anchorCtr="0">
            <a:spAutoFit/>
          </a:bodyPr>
          <a:lstStyle/>
          <a:p>
            <a:r>
              <a:rPr lang="en-US" noProof="0" dirty="0"/>
              <a:t>Chapter 3 – Simple resistive circuits</a:t>
            </a:r>
            <a:endParaRPr lang="en-US" sz="2800" noProof="0" dirty="0"/>
          </a:p>
        </p:txBody>
      </p:sp>
      <p:pic>
        <p:nvPicPr>
          <p:cNvPr id="4" name="Picture 3">
            <a:extLst>
              <a:ext uri="{FF2B5EF4-FFF2-40B4-BE49-F238E27FC236}">
                <a16:creationId xmlns:a16="http://schemas.microsoft.com/office/drawing/2014/main" id="{0FD21E9E-4524-BBC5-5ECA-ADE8455A572F}"/>
              </a:ext>
            </a:extLst>
          </p:cNvPr>
          <p:cNvPicPr>
            <a:picLocks noChangeAspect="1"/>
          </p:cNvPicPr>
          <p:nvPr/>
        </p:nvPicPr>
        <p:blipFill>
          <a:blip r:embed="rId3"/>
          <a:stretch>
            <a:fillRect/>
          </a:stretch>
        </p:blipFill>
        <p:spPr>
          <a:xfrm>
            <a:off x="287384" y="1139279"/>
            <a:ext cx="8203474" cy="4835275"/>
          </a:xfrm>
          <a:prstGeom prst="rect">
            <a:avLst/>
          </a:prstGeom>
        </p:spPr>
      </p:pic>
    </p:spTree>
    <p:extLst>
      <p:ext uri="{BB962C8B-B14F-4D97-AF65-F5344CB8AC3E}">
        <p14:creationId xmlns:p14="http://schemas.microsoft.com/office/powerpoint/2010/main" val="571971602"/>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996</TotalTime>
  <Words>1168</Words>
  <Application>Microsoft Office PowerPoint</Application>
  <PresentationFormat>On-screen Show (4:3)</PresentationFormat>
  <Paragraphs>209</Paragraphs>
  <Slides>40</Slides>
  <Notes>36</Notes>
  <HiddenSlides>0</HiddenSlides>
  <MMClips>0</MMClips>
  <ScaleCrop>false</ScaleCrop>
  <HeadingPairs>
    <vt:vector size="8"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40</vt:i4>
      </vt:variant>
    </vt:vector>
  </HeadingPairs>
  <TitlesOfParts>
    <vt:vector size="46" baseType="lpstr">
      <vt:lpstr>Verdana</vt:lpstr>
      <vt:lpstr>Arial</vt:lpstr>
      <vt:lpstr>Times New Roman</vt:lpstr>
      <vt:lpstr>USHE</vt:lpstr>
      <vt:lpstr>USHE_slide options</vt:lpstr>
      <vt:lpstr>Equation</vt:lpstr>
      <vt:lpstr>Electric Circuits</vt:lpstr>
      <vt:lpstr>Chapter 3 – Simple resistive circuits (1 of 20)</vt:lpstr>
      <vt:lpstr>PowerPoint Presentation</vt:lpstr>
      <vt:lpstr>Chapter 3 – Simple resistive circuits (2 of 20)</vt:lpstr>
      <vt:lpstr>Chapter 3 – Simple resistive circuits (3 of 20)</vt:lpstr>
      <vt:lpstr>Chapter 3 – Simple resistive circuits (4 of 20)</vt:lpstr>
      <vt:lpstr>Chapter 3 – Simple resistive circuits (4 of 20)</vt:lpstr>
      <vt:lpstr>Chapter 3 – Simple resistive circuits (5 of 20)</vt:lpstr>
      <vt:lpstr>Chapter 3 – Simple resistive circuits (5 of 20)</vt:lpstr>
      <vt:lpstr>Chapter 3 – Simple resistive circuits (6 of 20)</vt:lpstr>
      <vt:lpstr>Chapter 3 – Simple resistive circuits (8 of 20)</vt:lpstr>
      <vt:lpstr>PowerPoint Presentation</vt:lpstr>
      <vt:lpstr>PowerPoint Presentation</vt:lpstr>
      <vt:lpstr>Chapter 3 – Simple resistive circuits (9 of 20)</vt:lpstr>
      <vt:lpstr>Chapter 3 – Simple resistive circuits</vt:lpstr>
      <vt:lpstr>Chapter 3 – Simple resistive circuits (10 of 20)</vt:lpstr>
      <vt:lpstr>Chapter 3 – Simple resistive circuits (10 of 20)</vt:lpstr>
      <vt:lpstr>Chapter 3 – Simple resistive circuits (11 of 20)</vt:lpstr>
      <vt:lpstr>Chapter 3 – Simple resistive circuits (11 of 20)</vt:lpstr>
      <vt:lpstr>Chapter 3 – Simple resistive circuits (12 of 20)</vt:lpstr>
      <vt:lpstr>Chapter 3 – Simple resistive circuits (14 of 20)</vt:lpstr>
      <vt:lpstr>Chapter 3 – Simple resistive circuits (15 of 20)</vt:lpstr>
      <vt:lpstr>Chapter 3 – Simple resistive circuits (16 of 20)</vt:lpstr>
      <vt:lpstr>Chapter 3 – Simple resistive circuits (17 of 20)</vt:lpstr>
      <vt:lpstr>Chapter 3 – Simple resistive circuits (17 of 20)</vt:lpstr>
      <vt:lpstr>Chapter 3 – Simple resistive circuits (17 of 20)</vt:lpstr>
      <vt:lpstr>Chapter 3 – Simple resistive circuits (20 of 20)</vt:lpstr>
      <vt:lpstr>Chapter 3 – Simple resistive circuits (20 of 20)</vt:lpstr>
      <vt:lpstr>Chapter 3 – Simple resistive circuits</vt:lpstr>
      <vt:lpstr>Chapter 3 – Simple resistive circuits</vt:lpstr>
      <vt:lpstr>Chapter 3 – Simple resistive circuits</vt:lpstr>
      <vt:lpstr>Chapter 3 – Simple resistive circuits</vt:lpstr>
      <vt:lpstr>Chapter 3 – Simple resistive circuits</vt:lpstr>
      <vt:lpstr>Chapter 3 – Simple resistive circuits</vt:lpstr>
      <vt:lpstr>Chapter 3 – Simple resistive circuits</vt:lpstr>
      <vt:lpstr>Chapter 3 – Simple resistive circuits</vt:lpstr>
      <vt:lpstr>Chapter 3 – Simple resistive circuits</vt:lpstr>
      <vt:lpstr>Chapter 3 – Simple resistive circuits</vt:lpstr>
      <vt:lpstr>Chapter 3 – Simple resistive circuits</vt:lpstr>
      <vt:lpstr>Chapter 3 – Simple resistive circuits</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Twelfth Edition, Chapter 3 – Part 1</dc:title>
  <dc:subject>Engineering</dc:subject>
  <dc:creator>Nilsson and Riedel</dc:creator>
  <cp:keywords/>
  <dc:description/>
  <cp:lastModifiedBy>kml erd</cp:lastModifiedBy>
  <cp:revision>279</cp:revision>
  <dcterms:modified xsi:type="dcterms:W3CDTF">2025-10-02T11:26:04Z</dcterms:modified>
</cp:coreProperties>
</file>