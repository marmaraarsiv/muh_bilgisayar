
<file path=[Content_Types].xml><?xml version="1.0" encoding="utf-8"?>
<Types xmlns="http://schemas.openxmlformats.org/package/2006/content-types">
  <Default Extension="bin" ContentType="application/vnd.openxmlformats-officedocument.oleObject"/>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autoCompressPictures="0">
  <p:sldMasterIdLst>
    <p:sldMasterId id="2147483663" r:id="rId1"/>
    <p:sldMasterId id="2147483659" r:id="rId2"/>
  </p:sldMasterIdLst>
  <p:notesMasterIdLst>
    <p:notesMasterId r:id="rId9"/>
  </p:notesMasterIdLst>
  <p:handoutMasterIdLst>
    <p:handoutMasterId r:id="rId10"/>
  </p:handoutMasterIdLst>
  <p:sldIdLst>
    <p:sldId id="330" r:id="rId3"/>
    <p:sldId id="746" r:id="rId4"/>
    <p:sldId id="747" r:id="rId5"/>
    <p:sldId id="745" r:id="rId6"/>
    <p:sldId id="748" r:id="rId7"/>
    <p:sldId id="717" r:id="rId8"/>
  </p:sldIdLst>
  <p:sldSz cx="9144000" cy="6858000" type="screen4x3"/>
  <p:notesSz cx="6858000" cy="9144000"/>
  <p:embeddedFontLst>
    <p:embeddedFont>
      <p:font typeface="Verdana" panose="020B0604030504040204" pitchFamily="34" charset="0"/>
      <p:regular r:id="rId11"/>
      <p:bold r:id="rId12"/>
      <p:italic r:id="rId13"/>
      <p:boldItalic r:id="rId1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27" userDrawn="1">
          <p15:clr>
            <a:srgbClr val="A4A3A4"/>
          </p15:clr>
        </p15:guide>
        <p15:guide id="2" pos="264" userDrawn="1">
          <p15:clr>
            <a:srgbClr val="A4A3A4"/>
          </p15:clr>
        </p15:guide>
        <p15:guide id="3" orient="horz" pos="1139" userDrawn="1">
          <p15:clr>
            <a:srgbClr val="A4A3A4"/>
          </p15:clr>
        </p15:guide>
        <p15:guide id="4" pos="2880" userDrawn="1">
          <p15:clr>
            <a:srgbClr val="A4A3A4"/>
          </p15:clr>
        </p15:guide>
        <p15:guide id="5" pos="5465" userDrawn="1">
          <p15:clr>
            <a:srgbClr val="A4A3A4"/>
          </p15:clr>
        </p15:guide>
        <p15:guide id="6" orient="horz" pos="4042" userDrawn="1">
          <p15:clr>
            <a:srgbClr val="A4A3A4"/>
          </p15:clr>
        </p15:guide>
        <p15:guide id="7" orient="horz" pos="2160" userDrawn="1">
          <p15:clr>
            <a:srgbClr val="A4A3A4"/>
          </p15:clr>
        </p15:guide>
        <p15:guide id="8" orient="horz" pos="82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Author" initials="A" lastIdx="0" clrIdx="7"/>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412" autoAdjust="0"/>
    <p:restoredTop sz="79015" autoAdjust="0"/>
  </p:normalViewPr>
  <p:slideViewPr>
    <p:cSldViewPr snapToGrid="0" snapToObjects="1">
      <p:cViewPr varScale="1">
        <p:scale>
          <a:sx n="110" d="100"/>
          <a:sy n="110" d="100"/>
        </p:scale>
        <p:origin x="1842" y="96"/>
      </p:cViewPr>
      <p:guideLst>
        <p:guide orient="horz" pos="427"/>
        <p:guide pos="264"/>
        <p:guide orient="horz" pos="1139"/>
        <p:guide pos="2880"/>
        <p:guide pos="5465"/>
        <p:guide orient="horz" pos="4042"/>
        <p:guide orient="horz" pos="2160"/>
        <p:guide orient="horz" pos="822"/>
      </p:guideLst>
    </p:cSldViewPr>
  </p:slideViewPr>
  <p:outlineViewPr>
    <p:cViewPr>
      <p:scale>
        <a:sx n="25" d="100"/>
        <a:sy n="25" d="100"/>
      </p:scale>
      <p:origin x="0" y="-32477"/>
    </p:cViewPr>
  </p:outlineViewPr>
  <p:notesTextViewPr>
    <p:cViewPr>
      <p:scale>
        <a:sx n="3" d="2"/>
        <a:sy n="3" d="2"/>
      </p:scale>
      <p:origin x="0" y="0"/>
    </p:cViewPr>
  </p:notesTextViewPr>
  <p:sorterViewPr>
    <p:cViewPr>
      <p:scale>
        <a:sx n="100" d="100"/>
        <a:sy n="100" d="100"/>
      </p:scale>
      <p:origin x="0" y="-3346"/>
    </p:cViewPr>
  </p:sorterViewPr>
  <p:notesViewPr>
    <p:cSldViewPr snapToGrid="0" snapToObjects="1">
      <p:cViewPr varScale="1">
        <p:scale>
          <a:sx n="84" d="100"/>
          <a:sy n="84" d="100"/>
        </p:scale>
        <p:origin x="2226"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font" Target="fonts/font3.fntdata"/><Relationship Id="rId1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font" Target="fonts/font2.fntdata"/><Relationship Id="rId17"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font" Target="fonts/font1.fntdata"/><Relationship Id="rId5" Type="http://schemas.openxmlformats.org/officeDocument/2006/relationships/slide" Target="slides/slide3.xml"/><Relationship Id="rId15" Type="http://schemas.openxmlformats.org/officeDocument/2006/relationships/commentAuthors" Target="commentAuthors.xml"/><Relationship Id="rId10" Type="http://schemas.openxmlformats.org/officeDocument/2006/relationships/handoutMaster" Target="handoutMasters/handoutMaster1.xml"/><Relationship Id="rId19"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notesMaster" Target="notesMasters/notesMaster1.xml"/><Relationship Id="rId14" Type="http://schemas.openxmlformats.org/officeDocument/2006/relationships/font" Target="fonts/font4.fntdata"/></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11/17/2025</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dirty="0"/>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this PowerPoint presentation contains mathematical equations, you may need to check that your computer has the following installed:</a:t>
            </a:r>
          </a:p>
          <a:p>
            <a:r>
              <a:rPr lang="en-US" dirty="0"/>
              <a:t>1</a:t>
            </a:r>
            <a:r>
              <a:rPr lang="en-US"/>
              <a:t>) Math Type </a:t>
            </a:r>
            <a:r>
              <a:rPr lang="en-US" dirty="0"/>
              <a:t>Plugin</a:t>
            </a:r>
          </a:p>
          <a:p>
            <a:r>
              <a:rPr lang="en-US" dirty="0"/>
              <a:t>2) Math Player (free versions available)</a:t>
            </a:r>
          </a:p>
          <a:p>
            <a:r>
              <a:rPr lang="en-US" dirty="0"/>
              <a:t>3) NVDA Reader (free versions available)</a:t>
            </a:r>
          </a:p>
        </p:txBody>
      </p:sp>
      <p:sp>
        <p:nvSpPr>
          <p:cNvPr id="4" name="Slide Number Placeholder 3"/>
          <p:cNvSpPr>
            <a:spLocks noGrp="1"/>
          </p:cNvSpPr>
          <p:nvPr>
            <p:ph type="sldNum" idx="12"/>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3541993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a:extLst>
              <a:ext uri="{FF2B5EF4-FFF2-40B4-BE49-F238E27FC236}">
                <a16:creationId xmlns:a16="http://schemas.microsoft.com/office/drawing/2014/main" id="{F9CAA192-07C2-4912-B6C5-CA306F17FBDD}"/>
              </a:ext>
            </a:extLst>
          </p:cNvPr>
          <p:cNvSpPr>
            <a:spLocks noGrp="1" noRot="1" noChangeAspect="1" noTextEdit="1"/>
          </p:cNvSpPr>
          <p:nvPr>
            <p:ph type="sldImg"/>
          </p:nvPr>
        </p:nvSpPr>
        <p:spPr>
          <a:ln>
            <a:headEnd/>
            <a:tailEnd/>
          </a:ln>
        </p:spPr>
      </p:sp>
      <p:sp>
        <p:nvSpPr>
          <p:cNvPr id="48131" name="Notes Placeholder 2">
            <a:extLst>
              <a:ext uri="{FF2B5EF4-FFF2-40B4-BE49-F238E27FC236}">
                <a16:creationId xmlns:a16="http://schemas.microsoft.com/office/drawing/2014/main" id="{D9D7DF65-6D37-4A7E-9EC7-2261A13D3C4B}"/>
              </a:ext>
            </a:extLst>
          </p:cNvPr>
          <p:cNvSpPr txBox="1">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numCol="1" compatLnSpc="1">
            <a:prstTxWarp prst="textNoShape">
              <a:avLst/>
            </a:prstTxWarp>
          </a:bodyPr>
          <a:lstStyle/>
          <a:p>
            <a:pPr>
              <a:spcBef>
                <a:spcPct val="0"/>
              </a:spcBef>
            </a:pPr>
            <a:endParaRPr lang="de-DE" altLang="en-US">
              <a:solidFill>
                <a:srgbClr val="000000"/>
              </a:solidFill>
              <a:latin typeface="Arial" panose="020B0604020202020204" pitchFamily="34" charset="0"/>
              <a:cs typeface="Arial" panose="020B0604020202020204" pitchFamily="34" charset="0"/>
              <a:sym typeface="Arial" panose="020B0604020202020204" pitchFamily="34" charset="0"/>
            </a:endParaRPr>
          </a:p>
        </p:txBody>
      </p:sp>
      <p:sp>
        <p:nvSpPr>
          <p:cNvPr id="48132" name="Slide Number Placeholder 3">
            <a:extLst>
              <a:ext uri="{FF2B5EF4-FFF2-40B4-BE49-F238E27FC236}">
                <a16:creationId xmlns:a16="http://schemas.microsoft.com/office/drawing/2014/main" id="{2998DBAB-D818-4DFB-A086-C98B5573E01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400">
                <a:solidFill>
                  <a:srgbClr val="000000"/>
                </a:solidFill>
                <a:latin typeface="Arial" panose="020B0604020202020204" pitchFamily="34" charset="0"/>
                <a:cs typeface="Arial" panose="020B0604020202020204" pitchFamily="34" charset="0"/>
                <a:sym typeface="Arial" panose="020B0604020202020204" pitchFamily="34" charset="0"/>
              </a:defRPr>
            </a:lvl1pPr>
            <a:lvl2pPr marL="742950" indent="-285750">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marL="11430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marL="16002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marL="2057400" indent="-228600">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25146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29718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34290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3886200" indent="-22860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a:lstStyle>
          <a:p>
            <a:fld id="{62E8CF15-2268-4E7C-A993-40BF9E4643D2}" type="slidenum">
              <a:rPr lang="en-US" altLang="en-US" sz="1200" smtClean="0"/>
              <a:pPr/>
              <a:t>6</a:t>
            </a:fld>
            <a:endParaRPr lang="en-US" altLang="en-US" sz="1200"/>
          </a:p>
        </p:txBody>
      </p:sp>
    </p:spTree>
    <p:extLst>
      <p:ext uri="{BB962C8B-B14F-4D97-AF65-F5344CB8AC3E}">
        <p14:creationId xmlns:p14="http://schemas.microsoft.com/office/powerpoint/2010/main" val="5145252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hapter Opener-add copyright">
    <p:spTree>
      <p:nvGrpSpPr>
        <p:cNvPr id="1" name="Shape 37"/>
        <p:cNvGrpSpPr/>
        <p:nvPr/>
      </p:nvGrpSpPr>
      <p:grpSpPr>
        <a:xfrm>
          <a:off x="0" y="0"/>
          <a:ext cx="0" cy="0"/>
          <a:chOff x="0" y="0"/>
          <a:chExt cx="0" cy="0"/>
        </a:xfrm>
      </p:grpSpPr>
      <p:sp>
        <p:nvSpPr>
          <p:cNvPr id="38" name="Title Placeholder"/>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9" name="Content Placeholder"/>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dirty="0"/>
          </a:p>
        </p:txBody>
      </p:sp>
      <p:sp>
        <p:nvSpPr>
          <p:cNvPr id="4" name="Content Placeholder 3">
            <a:extLst>
              <a:ext uri="{FF2B5EF4-FFF2-40B4-BE49-F238E27FC236}">
                <a16:creationId xmlns:a16="http://schemas.microsoft.com/office/drawing/2014/main" id="{6EE677B9-EC76-47FA-B8D6-49D033518C61}"/>
              </a:ext>
            </a:extLst>
          </p:cNvPr>
          <p:cNvSpPr>
            <a:spLocks noGrp="1"/>
          </p:cNvSpPr>
          <p:nvPr>
            <p:ph sz="quarter" idx="13" hasCustomPrompt="1"/>
          </p:nvPr>
        </p:nvSpPr>
        <p:spPr>
          <a:xfrm>
            <a:off x="457200" y="1600200"/>
            <a:ext cx="4397375" cy="4525963"/>
          </a:xfrm>
        </p:spPr>
        <p:txBody>
          <a:bodyPr/>
          <a:lstStyle>
            <a:lvl1pPr marL="101600" indent="0">
              <a:buNone/>
              <a:defRPr/>
            </a:lvl1pPr>
          </a:lstStyle>
          <a:p>
            <a:pPr lvl="0"/>
            <a:r>
              <a:rPr lang="en-US" dirty="0"/>
              <a:t>Image of front cover</a:t>
            </a:r>
          </a:p>
        </p:txBody>
      </p:sp>
      <p:sp>
        <p:nvSpPr>
          <p:cNvPr id="6" name="Content Placeholder 5">
            <a:extLst>
              <a:ext uri="{FF2B5EF4-FFF2-40B4-BE49-F238E27FC236}">
                <a16:creationId xmlns:a16="http://schemas.microsoft.com/office/drawing/2014/main" id="{F4ED3915-2147-4382-A599-2376CC8854D1}"/>
              </a:ext>
            </a:extLst>
          </p:cNvPr>
          <p:cNvSpPr>
            <a:spLocks noGrp="1"/>
          </p:cNvSpPr>
          <p:nvPr>
            <p:ph sz="quarter" idx="14" hasCustomPrompt="1"/>
          </p:nvPr>
        </p:nvSpPr>
        <p:spPr>
          <a:xfrm>
            <a:off x="5029200" y="1600200"/>
            <a:ext cx="3657600" cy="1492250"/>
          </a:xfrm>
        </p:spPr>
        <p:txBody>
          <a:bodyPr anchor="b"/>
          <a:lstStyle>
            <a:lvl1pPr marL="101600" indent="0">
              <a:buNone/>
              <a:defRPr sz="3000"/>
            </a:lvl1pPr>
            <a:lvl2pPr marL="558800" indent="0">
              <a:buNone/>
              <a:defRPr/>
            </a:lvl2pPr>
          </a:lstStyle>
          <a:p>
            <a:pPr lvl="0"/>
            <a:r>
              <a:rPr lang="en-US" dirty="0"/>
              <a:t>Chapter #</a:t>
            </a:r>
          </a:p>
        </p:txBody>
      </p:sp>
      <p:sp>
        <p:nvSpPr>
          <p:cNvPr id="8" name="Content Placeholder 7">
            <a:extLst>
              <a:ext uri="{FF2B5EF4-FFF2-40B4-BE49-F238E27FC236}">
                <a16:creationId xmlns:a16="http://schemas.microsoft.com/office/drawing/2014/main" id="{3B38FD8D-0DB0-4A1A-A3F1-E26B606AC837}"/>
              </a:ext>
            </a:extLst>
          </p:cNvPr>
          <p:cNvSpPr>
            <a:spLocks noGrp="1"/>
          </p:cNvSpPr>
          <p:nvPr>
            <p:ph sz="quarter" idx="15" hasCustomPrompt="1"/>
          </p:nvPr>
        </p:nvSpPr>
        <p:spPr>
          <a:xfrm>
            <a:off x="5029200" y="3252788"/>
            <a:ext cx="3657600" cy="2873375"/>
          </a:xfrm>
        </p:spPr>
        <p:txBody>
          <a:bodyPr/>
          <a:lstStyle>
            <a:lvl1pPr marL="101600" indent="0">
              <a:buNone/>
              <a:defRPr sz="2200"/>
            </a:lvl1pPr>
          </a:lstStyle>
          <a:p>
            <a:pPr lvl="0"/>
            <a:r>
              <a:rPr lang="en-US" dirty="0"/>
              <a:t>Chapter name</a:t>
            </a:r>
          </a:p>
        </p:txBody>
      </p:sp>
      <p:sp>
        <p:nvSpPr>
          <p:cNvPr id="12" name="Shape 13">
            <a:extLst>
              <a:ext uri="{FF2B5EF4-FFF2-40B4-BE49-F238E27FC236}">
                <a16:creationId xmlns:a16="http://schemas.microsoft.com/office/drawing/2014/main" id="{C5328E6C-2B17-49B8-8712-6C0E107A1D99}"/>
              </a:ext>
            </a:extLst>
          </p:cNvPr>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3" name="Shape 14">
            <a:extLst>
              <a:ext uri="{FF2B5EF4-FFF2-40B4-BE49-F238E27FC236}">
                <a16:creationId xmlns:a16="http://schemas.microsoft.com/office/drawing/2014/main" id="{CE0B5B1C-8858-43DC-BD75-C546F4738779}"/>
              </a:ext>
            </a:extLst>
          </p:cNvPr>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
        <p:nvSpPr>
          <p:cNvPr id="9" name="Picture Placeholder 8">
            <a:extLst>
              <a:ext uri="{FF2B5EF4-FFF2-40B4-BE49-F238E27FC236}">
                <a16:creationId xmlns:a16="http://schemas.microsoft.com/office/drawing/2014/main" id="{51B8939D-A957-42F9-A1B5-556D29D235AB}"/>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18" name="Content Placeholder 17">
            <a:extLst>
              <a:ext uri="{FF2B5EF4-FFF2-40B4-BE49-F238E27FC236}">
                <a16:creationId xmlns:a16="http://schemas.microsoft.com/office/drawing/2014/main" id="{0CF87F15-2C58-4DFC-BACB-0E2C6507BCDE}"/>
              </a:ext>
            </a:extLst>
          </p:cNvPr>
          <p:cNvSpPr>
            <a:spLocks noGrp="1"/>
          </p:cNvSpPr>
          <p:nvPr>
            <p:ph sz="quarter" idx="17" hasCustomPrompt="1"/>
          </p:nvPr>
        </p:nvSpPr>
        <p:spPr>
          <a:xfrm>
            <a:off x="2097088" y="6400800"/>
            <a:ext cx="6589712" cy="228600"/>
          </a:xfrm>
        </p:spPr>
        <p:txBody>
          <a:bodyPr anchor="ctr"/>
          <a:lstStyle>
            <a:lvl1pPr algn="r">
              <a:buNone/>
              <a:defRPr sz="1200">
                <a:latin typeface="Verdana" panose="020B0604030504040204" pitchFamily="34" charset="0"/>
                <a:ea typeface="Verdana" panose="020B0604030504040204" pitchFamily="34" charset="0"/>
              </a:defRPr>
            </a:lvl1pPr>
          </a:lstStyle>
          <a:p>
            <a:pPr lvl="0"/>
            <a:r>
              <a:rPr lang="en-US" dirty="0"/>
              <a:t>Copyright Information</a:t>
            </a:r>
          </a:p>
        </p:txBody>
      </p:sp>
    </p:spTree>
    <p:extLst>
      <p:ext uri="{BB962C8B-B14F-4D97-AF65-F5344CB8AC3E}">
        <p14:creationId xmlns:p14="http://schemas.microsoft.com/office/powerpoint/2010/main" val="839355990"/>
      </p:ext>
    </p:extLst>
  </p:cSld>
  <p:clrMapOvr>
    <a:masterClrMapping/>
  </p:clrMapOvr>
  <p:extLst>
    <p:ext uri="{DCECCB84-F9BA-43D5-87BE-67443E8EF086}">
      <p15:sldGuideLst xmlns:p15="http://schemas.microsoft.com/office/powerpoint/2012/main">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add copyright">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9" name="Title Placeholder"/>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0" name="Content Placeholder"/>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4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900" b="0" i="0" u="none" strike="noStrike" kern="0" cap="none" spc="0" normalizeH="0" baseline="0" noProof="0">
              <a:ln>
                <a:noFill/>
              </a:ln>
              <a:solidFill>
                <a:srgbClr val="FFFFFF"/>
              </a:solidFill>
              <a:effectLst/>
              <a:uLnTx/>
              <a:uFillTx/>
              <a:latin typeface="Arial"/>
              <a:cs typeface="Arial"/>
              <a:sym typeface="Arial"/>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defTabSz="914400" rtl="0" eaLnBrk="1" fontAlgn="auto" latinLnBrk="0" hangingPunct="1">
              <a:lnSpc>
                <a:spcPct val="100000"/>
              </a:lnSpc>
              <a:spcBef>
                <a:spcPts val="0"/>
              </a:spcBef>
              <a:spcAft>
                <a:spcPts val="0"/>
              </a:spcAft>
              <a:buClrTx/>
              <a:buSzPct val="25000"/>
              <a:buFontTx/>
              <a:buNone/>
              <a:tabLst/>
              <a:defRPr/>
            </a:pPr>
            <a:fld id="{00000000-1234-1234-1234-123412341234}" type="slidenum">
              <a:rPr kumimoji="0" lang="en-US" sz="900" b="0" i="0" u="none" strike="noStrike" kern="0" cap="none" spc="0" normalizeH="0" baseline="0" noProof="0">
                <a:ln>
                  <a:noFill/>
                </a:ln>
                <a:solidFill>
                  <a:srgbClr val="FFFFFF"/>
                </a:solidFill>
                <a:effectLst/>
                <a:uLnTx/>
                <a:uFillTx/>
                <a:latin typeface="Arial"/>
                <a:ea typeface="Arial"/>
                <a:cs typeface="Arial"/>
                <a:sym typeface="Arial"/>
              </a:rPr>
              <a:pPr marL="0" marR="0" lvl="0" indent="0" algn="r" defTabSz="914400" rtl="0" eaLnBrk="1" fontAlgn="auto" latinLnBrk="0" hangingPunct="1">
                <a:lnSpc>
                  <a:spcPct val="100000"/>
                </a:lnSpc>
                <a:spcBef>
                  <a:spcPts val="0"/>
                </a:spcBef>
                <a:spcAft>
                  <a:spcPts val="0"/>
                </a:spcAft>
                <a:buClrTx/>
                <a:buSzPct val="25000"/>
                <a:buFontTx/>
                <a:buNone/>
                <a:tabLst/>
                <a:defRPr/>
              </a:pPr>
              <a:t>‹#›</a:t>
            </a:fld>
            <a:endParaRPr kumimoji="0" lang="en-US" sz="9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13" name="Picture Placeholder 8">
            <a:extLst>
              <a:ext uri="{FF2B5EF4-FFF2-40B4-BE49-F238E27FC236}">
                <a16:creationId xmlns:a16="http://schemas.microsoft.com/office/drawing/2014/main" id="{C6122C06-0248-45C8-9890-FDA2C7B0CDBA}"/>
              </a:ext>
            </a:extLst>
          </p:cNvPr>
          <p:cNvSpPr>
            <a:spLocks noGrp="1"/>
          </p:cNvSpPr>
          <p:nvPr>
            <p:ph type="pic" sz="quarter" idx="16" hasCustomPrompt="1"/>
          </p:nvPr>
        </p:nvSpPr>
        <p:spPr>
          <a:xfrm>
            <a:off x="457200" y="6400801"/>
            <a:ext cx="1001713" cy="228600"/>
          </a:xfrm>
        </p:spPr>
        <p:txBody>
          <a:bodyPr anchor="ctr"/>
          <a:lstStyle>
            <a:lvl1pPr>
              <a:buNone/>
              <a:defRPr sz="1200">
                <a:latin typeface="Verdana" panose="020B0604030504040204" pitchFamily="34" charset="0"/>
                <a:ea typeface="Verdana" panose="020B0604030504040204" pitchFamily="34" charset="0"/>
              </a:defRPr>
            </a:lvl1pPr>
          </a:lstStyle>
          <a:p>
            <a:r>
              <a:rPr lang="en-US" dirty="0"/>
              <a:t>Logo</a:t>
            </a:r>
          </a:p>
        </p:txBody>
      </p:sp>
      <p:sp>
        <p:nvSpPr>
          <p:cNvPr id="2" name="Content Placeholder 7">
            <a:extLst>
              <a:ext uri="{FF2B5EF4-FFF2-40B4-BE49-F238E27FC236}">
                <a16:creationId xmlns:a16="http://schemas.microsoft.com/office/drawing/2014/main" id="{8ED74FB4-2E30-E6C1-70D5-18552BFD555A}"/>
              </a:ext>
            </a:extLst>
          </p:cNvPr>
          <p:cNvSpPr txBox="1">
            <a:spLocks/>
          </p:cNvSpPr>
          <p:nvPr userDrawn="1"/>
        </p:nvSpPr>
        <p:spPr>
          <a:xfrm>
            <a:off x="2492189" y="6455210"/>
            <a:ext cx="6177700"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extLst>
      <p:ext uri="{BB962C8B-B14F-4D97-AF65-F5344CB8AC3E}">
        <p14:creationId xmlns:p14="http://schemas.microsoft.com/office/powerpoint/2010/main" val="4215940993"/>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Shape 24"/>
        <p:cNvGrpSpPr/>
        <p:nvPr/>
      </p:nvGrpSpPr>
      <p:grpSpPr>
        <a:xfrm>
          <a:off x="0" y="0"/>
          <a:ext cx="0" cy="0"/>
          <a:chOff x="0" y="0"/>
          <a:chExt cx="0" cy="0"/>
        </a:xfrm>
      </p:grpSpPr>
      <p:sp>
        <p:nvSpPr>
          <p:cNvPr id="25"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4" name="Content Placeholder 3">
            <a:extLst>
              <a:ext uri="{FF2B5EF4-FFF2-40B4-BE49-F238E27FC236}">
                <a16:creationId xmlns:a16="http://schemas.microsoft.com/office/drawing/2014/main" id="{00F45AE3-EB76-41DE-97B2-CFE79B73D3C6}"/>
              </a:ext>
            </a:extLst>
          </p:cNvPr>
          <p:cNvSpPr>
            <a:spLocks noGrp="1"/>
          </p:cNvSpPr>
          <p:nvPr>
            <p:ph sz="quarter" idx="13"/>
          </p:nvPr>
        </p:nvSpPr>
        <p:spPr>
          <a:xfrm>
            <a:off x="457200" y="1441450"/>
            <a:ext cx="8232775" cy="4709968"/>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8" name="Shape 28"/>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9" name="Shape 29"/>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hree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3" name="Content Placeholder 2">
            <a:extLst>
              <a:ext uri="{FF2B5EF4-FFF2-40B4-BE49-F238E27FC236}">
                <a16:creationId xmlns:a16="http://schemas.microsoft.com/office/drawing/2014/main" id="{6F503D41-401A-43DB-9BC0-38F51965B892}"/>
              </a:ext>
            </a:extLst>
          </p:cNvPr>
          <p:cNvSpPr>
            <a:spLocks noGrp="1"/>
          </p:cNvSpPr>
          <p:nvPr>
            <p:ph sz="quarter" idx="15"/>
          </p:nvPr>
        </p:nvSpPr>
        <p:spPr>
          <a:xfrm>
            <a:off x="457200" y="1556327"/>
            <a:ext cx="3635375" cy="4520623"/>
          </a:xfrm>
        </p:spPr>
        <p:txBody>
          <a:bodyPr/>
          <a:lstStyle/>
          <a:p>
            <a:pPr lvl="0"/>
            <a:r>
              <a:rPr lang="en-US" dirty="0"/>
              <a:t>Edit Master text styles</a:t>
            </a:r>
          </a:p>
        </p:txBody>
      </p:sp>
      <p:sp>
        <p:nvSpPr>
          <p:cNvPr id="4" name="Content Placeholder 3">
            <a:extLst>
              <a:ext uri="{FF2B5EF4-FFF2-40B4-BE49-F238E27FC236}">
                <a16:creationId xmlns:a16="http://schemas.microsoft.com/office/drawing/2014/main" id="{211BB07C-705F-4113-A2C5-779D6EA64D97}"/>
              </a:ext>
            </a:extLst>
          </p:cNvPr>
          <p:cNvSpPr>
            <a:spLocks noGrp="1"/>
          </p:cNvSpPr>
          <p:nvPr>
            <p:ph sz="quarter" idx="13"/>
          </p:nvPr>
        </p:nvSpPr>
        <p:spPr>
          <a:xfrm>
            <a:off x="4234542" y="1556327"/>
            <a:ext cx="4452257" cy="2267528"/>
          </a:xfrm>
        </p:spPr>
        <p:txBody>
          <a:bodyPr/>
          <a:lstStyle/>
          <a:p>
            <a:pPr lvl="0"/>
            <a:r>
              <a:rPr lang="en-US" dirty="0"/>
              <a:t>Edit Master text styles</a:t>
            </a:r>
          </a:p>
        </p:txBody>
      </p:sp>
      <p:sp>
        <p:nvSpPr>
          <p:cNvPr id="7" name="Content Placeholder 6">
            <a:extLst>
              <a:ext uri="{FF2B5EF4-FFF2-40B4-BE49-F238E27FC236}">
                <a16:creationId xmlns:a16="http://schemas.microsoft.com/office/drawing/2014/main" id="{820D01C0-4FD2-4065-9EC3-96A308398288}"/>
              </a:ext>
            </a:extLst>
          </p:cNvPr>
          <p:cNvSpPr>
            <a:spLocks noGrp="1"/>
          </p:cNvSpPr>
          <p:nvPr>
            <p:ph sz="quarter" idx="14"/>
          </p:nvPr>
        </p:nvSpPr>
        <p:spPr>
          <a:xfrm>
            <a:off x="4234542" y="3971925"/>
            <a:ext cx="4452258" cy="2105025"/>
          </a:xfrm>
        </p:spPr>
        <p:txBody>
          <a:bodyPr/>
          <a:lstStyle/>
          <a:p>
            <a:pPr lvl="0"/>
            <a:r>
              <a:rPr lang="en-US" dirty="0"/>
              <a:t>Edit Master text styles</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769062533"/>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Two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399197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694830" y="1552575"/>
            <a:ext cx="3991970"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2611016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Three Columns">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457201" y="1552575"/>
            <a:ext cx="2595603" cy="4438650"/>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3274199" y="1552575"/>
            <a:ext cx="2595602" cy="4438650"/>
          </a:xfrm>
        </p:spPr>
        <p:txBody>
          <a:bodyPr/>
          <a:lstStyle>
            <a:lvl1pPr>
              <a:defRPr/>
            </a:lvl1p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6091197" y="1552575"/>
            <a:ext cx="2595603" cy="4438650"/>
          </a:xfrm>
        </p:spPr>
        <p:txBody>
          <a:bodyPr/>
          <a:lstStyle/>
          <a:p>
            <a:pPr lvl="0"/>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416443381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Four Content">
    <p:spTree>
      <p:nvGrpSpPr>
        <p:cNvPr id="1" name="Shape 30"/>
        <p:cNvGrpSpPr/>
        <p:nvPr/>
      </p:nvGrpSpPr>
      <p:grpSpPr>
        <a:xfrm>
          <a:off x="0" y="0"/>
          <a:ext cx="0" cy="0"/>
          <a:chOff x="0" y="0"/>
          <a:chExt cx="0" cy="0"/>
        </a:xfrm>
      </p:grpSpPr>
      <p:sp>
        <p:nvSpPr>
          <p:cNvPr id="31"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8" name="Content Placeholder 7">
            <a:extLst>
              <a:ext uri="{FF2B5EF4-FFF2-40B4-BE49-F238E27FC236}">
                <a16:creationId xmlns:a16="http://schemas.microsoft.com/office/drawing/2014/main" id="{82CB7AFE-9851-46A0-B2FB-0A5EE6AEFCA6}"/>
              </a:ext>
            </a:extLst>
          </p:cNvPr>
          <p:cNvSpPr>
            <a:spLocks noGrp="1"/>
          </p:cNvSpPr>
          <p:nvPr>
            <p:ph sz="quarter" idx="13" hasCustomPrompt="1"/>
          </p:nvPr>
        </p:nvSpPr>
        <p:spPr>
          <a:xfrm>
            <a:off x="457200" y="1552575"/>
            <a:ext cx="1885950" cy="4438650"/>
          </a:xfrm>
        </p:spPr>
        <p:txBody>
          <a:bodyPr/>
          <a:lstStyle>
            <a:lvl1pPr>
              <a:defRPr/>
            </a:lvl1pPr>
          </a:lstStyle>
          <a:p>
            <a:pPr lvl="0"/>
            <a:r>
              <a:rPr lang="en-US" dirty="0"/>
              <a:t>Click to add text</a:t>
            </a:r>
          </a:p>
        </p:txBody>
      </p:sp>
      <p:sp>
        <p:nvSpPr>
          <p:cNvPr id="16" name="Content Placeholder 7">
            <a:extLst>
              <a:ext uri="{FF2B5EF4-FFF2-40B4-BE49-F238E27FC236}">
                <a16:creationId xmlns:a16="http://schemas.microsoft.com/office/drawing/2014/main" id="{75D3A394-A5AF-478E-AC3D-2714CFF806D2}"/>
              </a:ext>
            </a:extLst>
          </p:cNvPr>
          <p:cNvSpPr>
            <a:spLocks noGrp="1"/>
          </p:cNvSpPr>
          <p:nvPr>
            <p:ph sz="quarter" idx="14" hasCustomPrompt="1"/>
          </p:nvPr>
        </p:nvSpPr>
        <p:spPr>
          <a:xfrm>
            <a:off x="2572593" y="1552575"/>
            <a:ext cx="1885950" cy="4438650"/>
          </a:xfrm>
        </p:spPr>
        <p:txBody>
          <a:bodyPr/>
          <a:lstStyle/>
          <a:p>
            <a:pPr lvl="0"/>
            <a:r>
              <a:rPr lang="en-US" dirty="0"/>
              <a:t>Click to add text</a:t>
            </a:r>
          </a:p>
        </p:txBody>
      </p:sp>
      <p:sp>
        <p:nvSpPr>
          <p:cNvPr id="17" name="Content Placeholder 7">
            <a:extLst>
              <a:ext uri="{FF2B5EF4-FFF2-40B4-BE49-F238E27FC236}">
                <a16:creationId xmlns:a16="http://schemas.microsoft.com/office/drawing/2014/main" id="{5D721EFE-2C28-4C54-8BB9-3FCF3DECD16D}"/>
              </a:ext>
            </a:extLst>
          </p:cNvPr>
          <p:cNvSpPr>
            <a:spLocks noGrp="1"/>
          </p:cNvSpPr>
          <p:nvPr>
            <p:ph sz="quarter" idx="15" hasCustomPrompt="1"/>
          </p:nvPr>
        </p:nvSpPr>
        <p:spPr>
          <a:xfrm>
            <a:off x="4687986" y="1552575"/>
            <a:ext cx="1885950" cy="4438650"/>
          </a:xfrm>
        </p:spPr>
        <p:txBody>
          <a:bodyPr/>
          <a:lstStyle/>
          <a:p>
            <a:pPr lvl="0"/>
            <a:r>
              <a:rPr lang="en-US" dirty="0"/>
              <a:t>Click to add text</a:t>
            </a:r>
          </a:p>
        </p:txBody>
      </p:sp>
      <p:sp>
        <p:nvSpPr>
          <p:cNvPr id="18" name="Content Placeholder 7">
            <a:extLst>
              <a:ext uri="{FF2B5EF4-FFF2-40B4-BE49-F238E27FC236}">
                <a16:creationId xmlns:a16="http://schemas.microsoft.com/office/drawing/2014/main" id="{99D20A0E-9225-48FB-91AF-C7D8DE4D66F4}"/>
              </a:ext>
            </a:extLst>
          </p:cNvPr>
          <p:cNvSpPr>
            <a:spLocks noGrp="1"/>
          </p:cNvSpPr>
          <p:nvPr>
            <p:ph sz="quarter" idx="16" hasCustomPrompt="1"/>
          </p:nvPr>
        </p:nvSpPr>
        <p:spPr>
          <a:xfrm>
            <a:off x="6803378" y="1552575"/>
            <a:ext cx="1885950" cy="4438650"/>
          </a:xfrm>
        </p:spPr>
        <p:txBody>
          <a:bodyPr/>
          <a:lstStyle/>
          <a:p>
            <a:pPr marL="256032" marR="0" lvl="0" indent="-154432" algn="l" defTabSz="914400" rtl="0" eaLnBrk="1" fontAlgn="auto" latinLnBrk="0" hangingPunct="1">
              <a:lnSpc>
                <a:spcPct val="100000"/>
              </a:lnSpc>
              <a:spcBef>
                <a:spcPts val="1500"/>
              </a:spcBef>
              <a:spcAft>
                <a:spcPts val="0"/>
              </a:spcAft>
              <a:buClr>
                <a:srgbClr val="007FA3"/>
              </a:buClr>
              <a:buSzPct val="100000"/>
              <a:buFont typeface="Arial"/>
              <a:buChar char="•"/>
              <a:tabLst/>
              <a:defRPr/>
            </a:pPr>
            <a:r>
              <a:rPr lang="en-US" dirty="0"/>
              <a:t>Click to add text</a:t>
            </a: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0112147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Fiv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647C1B-C047-7B02-4D88-804B90233896}"/>
              </a:ext>
            </a:extLst>
          </p:cNvPr>
          <p:cNvSpPr>
            <a:spLocks noGrp="1"/>
          </p:cNvSpPr>
          <p:nvPr>
            <p:ph type="title"/>
          </p:nvPr>
        </p:nvSpPr>
        <p:spPr>
          <a:xfrm>
            <a:off x="457200" y="349194"/>
            <a:ext cx="8229600" cy="590349"/>
          </a:xfrm>
        </p:spPr>
        <p:txBody>
          <a:bodyPr lIns="0" tIns="18000" rIns="0" bIns="18000" anchor="ctr" anchorCtr="0">
            <a:spAutoFit/>
          </a:bodyPr>
          <a:lstStyle>
            <a:lvl1pPr>
              <a:defRPr sz="3600">
                <a:latin typeface="+mj-lt"/>
              </a:defRPr>
            </a:lvl1pPr>
          </a:lstStyle>
          <a:p>
            <a:r>
              <a:rPr lang="en-US"/>
              <a:t>Click to edit Master title style</a:t>
            </a:r>
          </a:p>
        </p:txBody>
      </p:sp>
      <p:sp>
        <p:nvSpPr>
          <p:cNvPr id="3" name="Date Placeholder 2">
            <a:extLst>
              <a:ext uri="{FF2B5EF4-FFF2-40B4-BE49-F238E27FC236}">
                <a16:creationId xmlns:a16="http://schemas.microsoft.com/office/drawing/2014/main" id="{74FD910A-3690-45F8-A412-24DF80B21CB5}"/>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83B3019D-CCCC-2B72-EE55-406C5B5A635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6" name="Content Placeholder 5">
            <a:extLst>
              <a:ext uri="{FF2B5EF4-FFF2-40B4-BE49-F238E27FC236}">
                <a16:creationId xmlns:a16="http://schemas.microsoft.com/office/drawing/2014/main" id="{209443E3-365E-BA1E-8B2A-10A135AD2092}"/>
              </a:ext>
            </a:extLst>
          </p:cNvPr>
          <p:cNvSpPr>
            <a:spLocks noGrp="1"/>
          </p:cNvSpPr>
          <p:nvPr>
            <p:ph sz="quarter" idx="12" hasCustomPrompt="1"/>
          </p:nvPr>
        </p:nvSpPr>
        <p:spPr>
          <a:xfrm>
            <a:off x="-1179320" y="3691"/>
            <a:ext cx="683664" cy="401637"/>
          </a:xfrm>
        </p:spPr>
        <p:txBody>
          <a:bodyPr/>
          <a:lstStyle>
            <a:lvl1pPr>
              <a:defRPr/>
            </a:lvl1pPr>
          </a:lstStyle>
          <a:p>
            <a:pPr lvl="0"/>
            <a:r>
              <a:rPr lang="en-US" dirty="0"/>
              <a:t>1</a:t>
            </a:r>
          </a:p>
        </p:txBody>
      </p:sp>
      <p:sp>
        <p:nvSpPr>
          <p:cNvPr id="8" name="Content Placeholder 7">
            <a:extLst>
              <a:ext uri="{FF2B5EF4-FFF2-40B4-BE49-F238E27FC236}">
                <a16:creationId xmlns:a16="http://schemas.microsoft.com/office/drawing/2014/main" id="{9044276D-146B-04ED-2584-1F73C8038773}"/>
              </a:ext>
            </a:extLst>
          </p:cNvPr>
          <p:cNvSpPr>
            <a:spLocks noGrp="1"/>
          </p:cNvSpPr>
          <p:nvPr>
            <p:ph sz="quarter" idx="13" hasCustomPrompt="1"/>
          </p:nvPr>
        </p:nvSpPr>
        <p:spPr>
          <a:xfrm>
            <a:off x="-1345963" y="654457"/>
            <a:ext cx="679391" cy="401637"/>
          </a:xfrm>
        </p:spPr>
        <p:txBody>
          <a:bodyPr/>
          <a:lstStyle>
            <a:lvl1pPr>
              <a:defRPr/>
            </a:lvl1pPr>
          </a:lstStyle>
          <a:p>
            <a:pPr lvl="0"/>
            <a:r>
              <a:rPr lang="en-US" dirty="0"/>
              <a:t>2</a:t>
            </a:r>
          </a:p>
        </p:txBody>
      </p:sp>
      <p:sp>
        <p:nvSpPr>
          <p:cNvPr id="10" name="Content Placeholder 9">
            <a:extLst>
              <a:ext uri="{FF2B5EF4-FFF2-40B4-BE49-F238E27FC236}">
                <a16:creationId xmlns:a16="http://schemas.microsoft.com/office/drawing/2014/main" id="{F891326B-7E5C-52F7-0192-B341BB04E38C}"/>
              </a:ext>
            </a:extLst>
          </p:cNvPr>
          <p:cNvSpPr>
            <a:spLocks noGrp="1"/>
          </p:cNvSpPr>
          <p:nvPr>
            <p:ph sz="quarter" idx="14" hasCustomPrompt="1"/>
          </p:nvPr>
        </p:nvSpPr>
        <p:spPr>
          <a:xfrm>
            <a:off x="-1345963" y="1273473"/>
            <a:ext cx="713574" cy="401637"/>
          </a:xfrm>
        </p:spPr>
        <p:txBody>
          <a:bodyPr/>
          <a:lstStyle>
            <a:lvl1pPr>
              <a:defRPr/>
            </a:lvl1pPr>
          </a:lstStyle>
          <a:p>
            <a:pPr lvl="0"/>
            <a:r>
              <a:rPr lang="en-US" dirty="0"/>
              <a:t>3</a:t>
            </a:r>
          </a:p>
        </p:txBody>
      </p:sp>
      <p:sp>
        <p:nvSpPr>
          <p:cNvPr id="12" name="Content Placeholder 11">
            <a:extLst>
              <a:ext uri="{FF2B5EF4-FFF2-40B4-BE49-F238E27FC236}">
                <a16:creationId xmlns:a16="http://schemas.microsoft.com/office/drawing/2014/main" id="{09284C2C-13D5-AC31-6F9E-7C535AD9B9A7}"/>
              </a:ext>
            </a:extLst>
          </p:cNvPr>
          <p:cNvSpPr>
            <a:spLocks noGrp="1"/>
          </p:cNvSpPr>
          <p:nvPr>
            <p:ph sz="quarter" idx="15" hasCustomPrompt="1"/>
          </p:nvPr>
        </p:nvSpPr>
        <p:spPr>
          <a:xfrm>
            <a:off x="-1286142" y="1908176"/>
            <a:ext cx="653753" cy="401637"/>
          </a:xfrm>
        </p:spPr>
        <p:txBody>
          <a:bodyPr/>
          <a:lstStyle>
            <a:lvl1pPr>
              <a:defRPr/>
            </a:lvl1pPr>
          </a:lstStyle>
          <a:p>
            <a:pPr lvl="0"/>
            <a:r>
              <a:rPr lang="en-US" dirty="0"/>
              <a:t>4</a:t>
            </a:r>
          </a:p>
        </p:txBody>
      </p:sp>
      <p:sp>
        <p:nvSpPr>
          <p:cNvPr id="14" name="Content Placeholder 13">
            <a:extLst>
              <a:ext uri="{FF2B5EF4-FFF2-40B4-BE49-F238E27FC236}">
                <a16:creationId xmlns:a16="http://schemas.microsoft.com/office/drawing/2014/main" id="{8DDCA9F7-C6FB-1AC7-C5ED-58EF2A043F48}"/>
              </a:ext>
            </a:extLst>
          </p:cNvPr>
          <p:cNvSpPr>
            <a:spLocks noGrp="1"/>
          </p:cNvSpPr>
          <p:nvPr>
            <p:ph sz="quarter" idx="16" hasCustomPrompt="1"/>
          </p:nvPr>
        </p:nvSpPr>
        <p:spPr>
          <a:xfrm>
            <a:off x="-1260506" y="2530610"/>
            <a:ext cx="508475" cy="401637"/>
          </a:xfrm>
        </p:spPr>
        <p:txBody>
          <a:bodyPr/>
          <a:lstStyle>
            <a:lvl1pPr>
              <a:defRPr/>
            </a:lvl1pPr>
          </a:lstStyle>
          <a:p>
            <a:pPr lvl="0"/>
            <a:r>
              <a:rPr lang="en-US" dirty="0"/>
              <a:t>5</a:t>
            </a:r>
          </a:p>
        </p:txBody>
      </p:sp>
      <p:sp>
        <p:nvSpPr>
          <p:cNvPr id="16" name="Content Placeholder 15">
            <a:extLst>
              <a:ext uri="{FF2B5EF4-FFF2-40B4-BE49-F238E27FC236}">
                <a16:creationId xmlns:a16="http://schemas.microsoft.com/office/drawing/2014/main" id="{0C135434-5DEA-7BC0-61C9-0B301DBFF87E}"/>
              </a:ext>
            </a:extLst>
          </p:cNvPr>
          <p:cNvSpPr>
            <a:spLocks noGrp="1"/>
          </p:cNvSpPr>
          <p:nvPr>
            <p:ph sz="quarter" idx="17" hasCustomPrompt="1"/>
          </p:nvPr>
        </p:nvSpPr>
        <p:spPr>
          <a:xfrm>
            <a:off x="-1388693" y="3228181"/>
            <a:ext cx="636662" cy="401638"/>
          </a:xfrm>
        </p:spPr>
        <p:txBody>
          <a:bodyPr/>
          <a:lstStyle>
            <a:lvl1pPr>
              <a:defRPr/>
            </a:lvl1pPr>
          </a:lstStyle>
          <a:p>
            <a:pPr lvl="0"/>
            <a:r>
              <a:rPr lang="en-US" dirty="0"/>
              <a:t>6</a:t>
            </a:r>
          </a:p>
        </p:txBody>
      </p:sp>
      <p:sp>
        <p:nvSpPr>
          <p:cNvPr id="18" name="Content Placeholder 17">
            <a:extLst>
              <a:ext uri="{FF2B5EF4-FFF2-40B4-BE49-F238E27FC236}">
                <a16:creationId xmlns:a16="http://schemas.microsoft.com/office/drawing/2014/main" id="{59A0236E-3561-F887-304D-CFB6EA8D1A6E}"/>
              </a:ext>
            </a:extLst>
          </p:cNvPr>
          <p:cNvSpPr>
            <a:spLocks noGrp="1"/>
          </p:cNvSpPr>
          <p:nvPr>
            <p:ph sz="quarter" idx="18" hasCustomPrompt="1"/>
          </p:nvPr>
        </p:nvSpPr>
        <p:spPr>
          <a:xfrm>
            <a:off x="-1388693" y="3724934"/>
            <a:ext cx="611024" cy="401637"/>
          </a:xfrm>
        </p:spPr>
        <p:txBody>
          <a:bodyPr/>
          <a:lstStyle>
            <a:lvl1pPr>
              <a:defRPr/>
            </a:lvl1pPr>
          </a:lstStyle>
          <a:p>
            <a:pPr lvl="0"/>
            <a:r>
              <a:rPr lang="en-US" dirty="0"/>
              <a:t>7</a:t>
            </a:r>
          </a:p>
        </p:txBody>
      </p:sp>
      <p:sp>
        <p:nvSpPr>
          <p:cNvPr id="20" name="Content Placeholder 19">
            <a:extLst>
              <a:ext uri="{FF2B5EF4-FFF2-40B4-BE49-F238E27FC236}">
                <a16:creationId xmlns:a16="http://schemas.microsoft.com/office/drawing/2014/main" id="{144A09B1-2F29-7C12-1DAC-0B0FFC979105}"/>
              </a:ext>
            </a:extLst>
          </p:cNvPr>
          <p:cNvSpPr>
            <a:spLocks noGrp="1"/>
          </p:cNvSpPr>
          <p:nvPr>
            <p:ph sz="quarter" idx="19" hasCustomPrompt="1"/>
          </p:nvPr>
        </p:nvSpPr>
        <p:spPr>
          <a:xfrm>
            <a:off x="-1388693" y="4281081"/>
            <a:ext cx="602479" cy="401637"/>
          </a:xfrm>
        </p:spPr>
        <p:txBody>
          <a:bodyPr/>
          <a:lstStyle>
            <a:lvl1pPr>
              <a:defRPr/>
            </a:lvl1pPr>
          </a:lstStyle>
          <a:p>
            <a:pPr lvl="0"/>
            <a:r>
              <a:rPr lang="en-US" dirty="0"/>
              <a:t>8</a:t>
            </a:r>
          </a:p>
        </p:txBody>
      </p:sp>
      <p:sp>
        <p:nvSpPr>
          <p:cNvPr id="22" name="Content Placeholder 21">
            <a:extLst>
              <a:ext uri="{FF2B5EF4-FFF2-40B4-BE49-F238E27FC236}">
                <a16:creationId xmlns:a16="http://schemas.microsoft.com/office/drawing/2014/main" id="{39013FA0-5A0E-D6E7-CEC3-F8E4CF88BD53}"/>
              </a:ext>
            </a:extLst>
          </p:cNvPr>
          <p:cNvSpPr>
            <a:spLocks noGrp="1"/>
          </p:cNvSpPr>
          <p:nvPr>
            <p:ph sz="quarter" idx="20" hasCustomPrompt="1"/>
          </p:nvPr>
        </p:nvSpPr>
        <p:spPr>
          <a:xfrm>
            <a:off x="-1388692" y="4903515"/>
            <a:ext cx="551204" cy="401637"/>
          </a:xfrm>
        </p:spPr>
        <p:txBody>
          <a:bodyPr/>
          <a:lstStyle>
            <a:lvl1pPr>
              <a:defRPr/>
            </a:lvl1pPr>
          </a:lstStyle>
          <a:p>
            <a:pPr lvl="0"/>
            <a:r>
              <a:rPr lang="en-US" dirty="0"/>
              <a:t>9</a:t>
            </a:r>
          </a:p>
        </p:txBody>
      </p:sp>
      <p:sp>
        <p:nvSpPr>
          <p:cNvPr id="24" name="Content Placeholder 23">
            <a:extLst>
              <a:ext uri="{FF2B5EF4-FFF2-40B4-BE49-F238E27FC236}">
                <a16:creationId xmlns:a16="http://schemas.microsoft.com/office/drawing/2014/main" id="{ABA72FC3-F32D-8062-B6B4-D907293E4A12}"/>
              </a:ext>
            </a:extLst>
          </p:cNvPr>
          <p:cNvSpPr>
            <a:spLocks noGrp="1"/>
          </p:cNvSpPr>
          <p:nvPr>
            <p:ph sz="quarter" idx="21" hasCustomPrompt="1"/>
          </p:nvPr>
        </p:nvSpPr>
        <p:spPr>
          <a:xfrm>
            <a:off x="-1491243" y="5503484"/>
            <a:ext cx="713574" cy="401637"/>
          </a:xfrm>
        </p:spPr>
        <p:txBody>
          <a:bodyPr/>
          <a:lstStyle>
            <a:lvl1pPr>
              <a:defRPr/>
            </a:lvl1pPr>
          </a:lstStyle>
          <a:p>
            <a:pPr lvl="0"/>
            <a:r>
              <a:rPr lang="en-US" dirty="0"/>
              <a:t>10</a:t>
            </a:r>
          </a:p>
        </p:txBody>
      </p:sp>
      <p:sp>
        <p:nvSpPr>
          <p:cNvPr id="26" name="Content Placeholder 25">
            <a:extLst>
              <a:ext uri="{FF2B5EF4-FFF2-40B4-BE49-F238E27FC236}">
                <a16:creationId xmlns:a16="http://schemas.microsoft.com/office/drawing/2014/main" id="{A809BE10-F6F6-3D2E-28DC-F34EAFA105FA}"/>
              </a:ext>
            </a:extLst>
          </p:cNvPr>
          <p:cNvSpPr>
            <a:spLocks noGrp="1"/>
          </p:cNvSpPr>
          <p:nvPr>
            <p:ph sz="quarter" idx="22" hasCustomPrompt="1"/>
          </p:nvPr>
        </p:nvSpPr>
        <p:spPr>
          <a:xfrm>
            <a:off x="-1544088" y="6059631"/>
            <a:ext cx="838274" cy="401637"/>
          </a:xfrm>
        </p:spPr>
        <p:txBody>
          <a:bodyPr/>
          <a:lstStyle>
            <a:lvl1pPr>
              <a:defRPr/>
            </a:lvl1pPr>
          </a:lstStyle>
          <a:p>
            <a:pPr lvl="0"/>
            <a:r>
              <a:rPr lang="en-US" dirty="0"/>
              <a:t>11</a:t>
            </a:r>
          </a:p>
        </p:txBody>
      </p:sp>
      <p:sp>
        <p:nvSpPr>
          <p:cNvPr id="28" name="Content Placeholder 27">
            <a:extLst>
              <a:ext uri="{FF2B5EF4-FFF2-40B4-BE49-F238E27FC236}">
                <a16:creationId xmlns:a16="http://schemas.microsoft.com/office/drawing/2014/main" id="{9EAD1F78-8B9D-A751-47AF-C3B21F4ADFEB}"/>
              </a:ext>
            </a:extLst>
          </p:cNvPr>
          <p:cNvSpPr>
            <a:spLocks noGrp="1"/>
          </p:cNvSpPr>
          <p:nvPr>
            <p:ph sz="quarter" idx="23" hasCustomPrompt="1"/>
          </p:nvPr>
        </p:nvSpPr>
        <p:spPr>
          <a:xfrm>
            <a:off x="-1645460" y="6667407"/>
            <a:ext cx="769907" cy="401637"/>
          </a:xfrm>
        </p:spPr>
        <p:txBody>
          <a:bodyPr/>
          <a:lstStyle>
            <a:lvl1pPr>
              <a:defRPr/>
            </a:lvl1pPr>
          </a:lstStyle>
          <a:p>
            <a:pPr lvl="0"/>
            <a:r>
              <a:rPr lang="en-US" dirty="0"/>
              <a:t>12</a:t>
            </a:r>
          </a:p>
        </p:txBody>
      </p:sp>
      <p:sp>
        <p:nvSpPr>
          <p:cNvPr id="30" name="Content Placeholder 29">
            <a:extLst>
              <a:ext uri="{FF2B5EF4-FFF2-40B4-BE49-F238E27FC236}">
                <a16:creationId xmlns:a16="http://schemas.microsoft.com/office/drawing/2014/main" id="{CB89E724-2231-FC7C-A540-D7989558712C}"/>
              </a:ext>
            </a:extLst>
          </p:cNvPr>
          <p:cNvSpPr>
            <a:spLocks noGrp="1"/>
          </p:cNvSpPr>
          <p:nvPr>
            <p:ph sz="quarter" idx="24" hasCustomPrompt="1"/>
          </p:nvPr>
        </p:nvSpPr>
        <p:spPr>
          <a:xfrm>
            <a:off x="-778453" y="2404928"/>
            <a:ext cx="778453" cy="401637"/>
          </a:xfrm>
        </p:spPr>
        <p:txBody>
          <a:bodyPr/>
          <a:lstStyle>
            <a:lvl1pPr>
              <a:defRPr/>
            </a:lvl1pPr>
          </a:lstStyle>
          <a:p>
            <a:pPr lvl="0"/>
            <a:r>
              <a:rPr lang="en-US" dirty="0"/>
              <a:t>13</a:t>
            </a:r>
          </a:p>
        </p:txBody>
      </p:sp>
    </p:spTree>
    <p:extLst>
      <p:ext uri="{BB962C8B-B14F-4D97-AF65-F5344CB8AC3E}">
        <p14:creationId xmlns:p14="http://schemas.microsoft.com/office/powerpoint/2010/main" val="3801476277"/>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Figure + Caption">
    <p:spTree>
      <p:nvGrpSpPr>
        <p:cNvPr id="1" name="Shape 53"/>
        <p:cNvGrpSpPr/>
        <p:nvPr/>
      </p:nvGrpSpPr>
      <p:grpSpPr>
        <a:xfrm>
          <a:off x="0" y="0"/>
          <a:ext cx="0" cy="0"/>
          <a:chOff x="0" y="0"/>
          <a:chExt cx="0" cy="0"/>
        </a:xfrm>
      </p:grpSpPr>
      <p:sp>
        <p:nvSpPr>
          <p:cNvPr id="54" name="Tile Placeholder"/>
          <p:cNvSpPr txBox="1">
            <a:spLocks noGrp="1"/>
          </p:cNvSpPr>
          <p:nvPr>
            <p:ph type="title" hasCustomPrompt="1"/>
          </p:nvPr>
        </p:nvSpPr>
        <p:spPr>
          <a:xfrm>
            <a:off x="457200" y="228600"/>
            <a:ext cx="8229600" cy="106679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dirty="0"/>
              <a:t>Click to add figure number and title</a:t>
            </a:r>
            <a:endParaRPr dirty="0"/>
          </a:p>
        </p:txBody>
      </p:sp>
      <p:sp>
        <p:nvSpPr>
          <p:cNvPr id="3" name="Picture Placeholder 2">
            <a:extLst>
              <a:ext uri="{FF2B5EF4-FFF2-40B4-BE49-F238E27FC236}">
                <a16:creationId xmlns:a16="http://schemas.microsoft.com/office/drawing/2014/main" id="{AD3CB993-AC2C-41C5-BFB7-F2499EC1A14C}"/>
              </a:ext>
            </a:extLst>
          </p:cNvPr>
          <p:cNvSpPr>
            <a:spLocks noGrp="1"/>
          </p:cNvSpPr>
          <p:nvPr>
            <p:ph type="pic" sz="quarter" idx="13"/>
          </p:nvPr>
        </p:nvSpPr>
        <p:spPr>
          <a:xfrm>
            <a:off x="457200" y="1512888"/>
            <a:ext cx="8232775" cy="3417887"/>
          </a:xfrm>
        </p:spPr>
        <p:txBody>
          <a:bodyPr/>
          <a:lstStyle/>
          <a:p>
            <a:endParaRPr lang="en-US" dirty="0"/>
          </a:p>
        </p:txBody>
      </p:sp>
      <p:sp>
        <p:nvSpPr>
          <p:cNvPr id="55" name="Content Placeholder"/>
          <p:cNvSpPr txBox="1">
            <a:spLocks noGrp="1"/>
          </p:cNvSpPr>
          <p:nvPr>
            <p:ph type="body" idx="1" hasCustomPrompt="1"/>
          </p:nvPr>
        </p:nvSpPr>
        <p:spPr>
          <a:xfrm>
            <a:off x="457200" y="5050971"/>
            <a:ext cx="8229600" cy="1018367"/>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1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r>
              <a:rPr lang="en-US" dirty="0"/>
              <a:t>Click to add caption</a:t>
            </a:r>
            <a:endParaRPr dirty="0"/>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85097558"/>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Figure + Caption">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14F033AD-BE5C-406D-991C-6AC56003E70C}"/>
              </a:ext>
            </a:extLst>
          </p:cNvPr>
          <p:cNvSpPr>
            <a:spLocks noGrp="1"/>
          </p:cNvSpPr>
          <p:nvPr>
            <p:ph type="title" hasCustomPrompt="1"/>
          </p:nvPr>
        </p:nvSpPr>
        <p:spPr/>
        <p:txBody>
          <a:bodyPr/>
          <a:lstStyle>
            <a:lvl1pPr>
              <a:defRPr sz="3600">
                <a:latin typeface="+mj-lt"/>
              </a:defRPr>
            </a:lvl1pPr>
          </a:lstStyle>
          <a:p>
            <a:r>
              <a:rPr lang="en-US" dirty="0"/>
              <a:t>Click to add figure number and title</a:t>
            </a:r>
          </a:p>
        </p:txBody>
      </p:sp>
      <p:sp>
        <p:nvSpPr>
          <p:cNvPr id="7" name="Content Placeholder 6">
            <a:extLst>
              <a:ext uri="{FF2B5EF4-FFF2-40B4-BE49-F238E27FC236}">
                <a16:creationId xmlns:a16="http://schemas.microsoft.com/office/drawing/2014/main" id="{9E6B7D3D-89C9-4133-8D8A-D779EB3D311D}"/>
              </a:ext>
            </a:extLst>
          </p:cNvPr>
          <p:cNvSpPr>
            <a:spLocks noGrp="1"/>
          </p:cNvSpPr>
          <p:nvPr>
            <p:ph sz="quarter" idx="13" hasCustomPrompt="1"/>
          </p:nvPr>
        </p:nvSpPr>
        <p:spPr>
          <a:xfrm>
            <a:off x="457200" y="1481138"/>
            <a:ext cx="4484688" cy="3754437"/>
          </a:xfrm>
        </p:spPr>
        <p:txBody>
          <a:bodyPr/>
          <a:lstStyle>
            <a:lvl1pPr>
              <a:defRPr/>
            </a:lvl1pPr>
          </a:lstStyle>
          <a:p>
            <a:pPr lvl="0"/>
            <a:r>
              <a:rPr lang="en-US" dirty="0"/>
              <a:t>Figure</a:t>
            </a:r>
          </a:p>
        </p:txBody>
      </p:sp>
      <p:sp>
        <p:nvSpPr>
          <p:cNvPr id="12" name="Content Placeholder 11">
            <a:extLst>
              <a:ext uri="{FF2B5EF4-FFF2-40B4-BE49-F238E27FC236}">
                <a16:creationId xmlns:a16="http://schemas.microsoft.com/office/drawing/2014/main" id="{5CAF3FDC-1BE7-4A19-A3D7-02B55407B90B}"/>
              </a:ext>
            </a:extLst>
          </p:cNvPr>
          <p:cNvSpPr>
            <a:spLocks noGrp="1"/>
          </p:cNvSpPr>
          <p:nvPr>
            <p:ph sz="quarter" idx="15" hasCustomPrompt="1"/>
          </p:nvPr>
        </p:nvSpPr>
        <p:spPr>
          <a:xfrm>
            <a:off x="5048250" y="1481138"/>
            <a:ext cx="3638550" cy="3754437"/>
          </a:xfrm>
        </p:spPr>
        <p:txBody>
          <a:bodyPr/>
          <a:lstStyle/>
          <a:p>
            <a:pPr lvl="0"/>
            <a:r>
              <a:rPr lang="en-US" dirty="0"/>
              <a:t>Click to add text</a:t>
            </a:r>
          </a:p>
        </p:txBody>
      </p:sp>
      <p:sp>
        <p:nvSpPr>
          <p:cNvPr id="8" name="Content Placeholder 7">
            <a:extLst>
              <a:ext uri="{FF2B5EF4-FFF2-40B4-BE49-F238E27FC236}">
                <a16:creationId xmlns:a16="http://schemas.microsoft.com/office/drawing/2014/main" id="{BF40E849-7663-4A75-9BC8-012C23AC44DF}"/>
              </a:ext>
            </a:extLst>
          </p:cNvPr>
          <p:cNvSpPr>
            <a:spLocks noGrp="1"/>
          </p:cNvSpPr>
          <p:nvPr>
            <p:ph sz="quarter" idx="14" hasCustomPrompt="1"/>
          </p:nvPr>
        </p:nvSpPr>
        <p:spPr>
          <a:xfrm>
            <a:off x="457200" y="5343525"/>
            <a:ext cx="8229600" cy="533400"/>
          </a:xfrm>
        </p:spPr>
        <p:txBody>
          <a:bodyPr/>
          <a:lstStyle>
            <a:lvl1pPr>
              <a:defRPr/>
            </a:lvl1pPr>
          </a:lstStyle>
          <a:p>
            <a:pPr lvl="0"/>
            <a:r>
              <a:rPr lang="en-US" dirty="0"/>
              <a:t>Caption</a:t>
            </a:r>
          </a:p>
        </p:txBody>
      </p:sp>
      <p:sp>
        <p:nvSpPr>
          <p:cNvPr id="3" name="Date Placeholder 2">
            <a:extLst>
              <a:ext uri="{FF2B5EF4-FFF2-40B4-BE49-F238E27FC236}">
                <a16:creationId xmlns:a16="http://schemas.microsoft.com/office/drawing/2014/main" id="{A50D4E5D-00F7-4DC6-9BB0-713B8A0DA354}"/>
              </a:ext>
            </a:extLst>
          </p:cNvPr>
          <p:cNvSpPr>
            <a:spLocks noGrp="1"/>
          </p:cNvSpPr>
          <p:nvPr>
            <p:ph type="dt" idx="10"/>
          </p:nvPr>
        </p:nvSpPr>
        <p:spPr/>
        <p:txBody>
          <a:bodyPr/>
          <a:lstStyle/>
          <a:p>
            <a:endParaRPr lang="en-US" dirty="0"/>
          </a:p>
        </p:txBody>
      </p:sp>
      <p:sp>
        <p:nvSpPr>
          <p:cNvPr id="4" name="Slide Number Placeholder 3">
            <a:extLst>
              <a:ext uri="{FF2B5EF4-FFF2-40B4-BE49-F238E27FC236}">
                <a16:creationId xmlns:a16="http://schemas.microsoft.com/office/drawing/2014/main" id="{18AF4094-2296-458C-908A-D778D0DF5AFA}"/>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660428200"/>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Label Layout 1">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065091D3-E16C-46AB-9A90-0F52CA812534}"/>
              </a:ext>
            </a:extLst>
          </p:cNvPr>
          <p:cNvSpPr>
            <a:spLocks noGrp="1"/>
          </p:cNvSpPr>
          <p:nvPr>
            <p:ph type="title" hasCustomPrompt="1"/>
          </p:nvPr>
        </p:nvSpPr>
        <p:spPr/>
        <p:txBody>
          <a:bodyPr/>
          <a:lstStyle>
            <a:lvl1pPr>
              <a:defRPr sz="3600">
                <a:latin typeface="+mj-lt"/>
              </a:defRPr>
            </a:lvl1pPr>
          </a:lstStyle>
          <a:p>
            <a:r>
              <a:rPr lang="en-US" dirty="0"/>
              <a:t>Click to add title</a:t>
            </a:r>
          </a:p>
        </p:txBody>
      </p:sp>
      <p:sp>
        <p:nvSpPr>
          <p:cNvPr id="7" name="Image title">
            <a:extLst>
              <a:ext uri="{FF2B5EF4-FFF2-40B4-BE49-F238E27FC236}">
                <a16:creationId xmlns:a16="http://schemas.microsoft.com/office/drawing/2014/main" id="{CB345607-C53C-44AF-8929-3BDC4C617AB6}"/>
              </a:ext>
            </a:extLst>
          </p:cNvPr>
          <p:cNvSpPr>
            <a:spLocks noGrp="1"/>
          </p:cNvSpPr>
          <p:nvPr>
            <p:ph type="body" sz="quarter" idx="13" hasCustomPrompt="1"/>
          </p:nvPr>
        </p:nvSpPr>
        <p:spPr>
          <a:xfrm>
            <a:off x="2982913" y="4359275"/>
            <a:ext cx="3482975" cy="600075"/>
          </a:xfrm>
        </p:spPr>
        <p:txBody>
          <a:bodyPr/>
          <a:lstStyle>
            <a:lvl1pPr marL="101600" indent="0">
              <a:buNone/>
              <a:defRPr/>
            </a:lvl1pPr>
          </a:lstStyle>
          <a:p>
            <a:pPr lvl="0"/>
            <a:r>
              <a:rPr lang="en-US" dirty="0"/>
              <a:t>Image title</a:t>
            </a:r>
          </a:p>
        </p:txBody>
      </p:sp>
      <p:sp>
        <p:nvSpPr>
          <p:cNvPr id="9" name="Image">
            <a:extLst>
              <a:ext uri="{FF2B5EF4-FFF2-40B4-BE49-F238E27FC236}">
                <a16:creationId xmlns:a16="http://schemas.microsoft.com/office/drawing/2014/main" id="{C2661E64-2E71-47E6-A5A0-AC5348C08F51}"/>
              </a:ext>
            </a:extLst>
          </p:cNvPr>
          <p:cNvSpPr>
            <a:spLocks noGrp="1"/>
          </p:cNvSpPr>
          <p:nvPr>
            <p:ph type="pic" sz="quarter" idx="14" hasCustomPrompt="1"/>
          </p:nvPr>
        </p:nvSpPr>
        <p:spPr>
          <a:xfrm>
            <a:off x="2982912" y="1681163"/>
            <a:ext cx="3482975" cy="2559050"/>
          </a:xfrm>
        </p:spPr>
        <p:txBody>
          <a:bodyPr/>
          <a:lstStyle>
            <a:lvl1pPr marL="101600" indent="0">
              <a:buNone/>
              <a:defRPr/>
            </a:lvl1pPr>
          </a:lstStyle>
          <a:p>
            <a:r>
              <a:rPr lang="en-US" dirty="0"/>
              <a:t>Image</a:t>
            </a:r>
          </a:p>
        </p:txBody>
      </p:sp>
      <p:sp>
        <p:nvSpPr>
          <p:cNvPr id="11" name="Label 1">
            <a:extLst>
              <a:ext uri="{FF2B5EF4-FFF2-40B4-BE49-F238E27FC236}">
                <a16:creationId xmlns:a16="http://schemas.microsoft.com/office/drawing/2014/main" id="{3D0F2ED9-E212-40DC-A528-BE4A28DE88FD}"/>
              </a:ext>
            </a:extLst>
          </p:cNvPr>
          <p:cNvSpPr>
            <a:spLocks noGrp="1"/>
          </p:cNvSpPr>
          <p:nvPr>
            <p:ph type="body" sz="quarter" idx="15" hasCustomPrompt="1"/>
          </p:nvPr>
        </p:nvSpPr>
        <p:spPr>
          <a:xfrm>
            <a:off x="808109" y="1681163"/>
            <a:ext cx="1220716" cy="627062"/>
          </a:xfrm>
        </p:spPr>
        <p:txBody>
          <a:bodyPr/>
          <a:lstStyle>
            <a:lvl1pPr marL="101600" indent="0">
              <a:buNone/>
              <a:defRPr/>
            </a:lvl1pPr>
          </a:lstStyle>
          <a:p>
            <a:pPr lvl="0"/>
            <a:r>
              <a:rPr lang="en-US" dirty="0"/>
              <a:t>Label 1</a:t>
            </a:r>
          </a:p>
        </p:txBody>
      </p:sp>
      <p:sp>
        <p:nvSpPr>
          <p:cNvPr id="13" name="Label 2">
            <a:extLst>
              <a:ext uri="{FF2B5EF4-FFF2-40B4-BE49-F238E27FC236}">
                <a16:creationId xmlns:a16="http://schemas.microsoft.com/office/drawing/2014/main" id="{E8D9AEEF-5E99-48D4-B8C3-C5A995764DCA}"/>
              </a:ext>
            </a:extLst>
          </p:cNvPr>
          <p:cNvSpPr>
            <a:spLocks noGrp="1"/>
          </p:cNvSpPr>
          <p:nvPr>
            <p:ph type="body" sz="quarter" idx="16" hasCustomPrompt="1"/>
          </p:nvPr>
        </p:nvSpPr>
        <p:spPr>
          <a:xfrm>
            <a:off x="808109" y="2647157"/>
            <a:ext cx="1206500" cy="627062"/>
          </a:xfrm>
        </p:spPr>
        <p:txBody>
          <a:bodyPr/>
          <a:lstStyle>
            <a:lvl1pPr marL="101600" indent="0">
              <a:buNone/>
              <a:defRPr/>
            </a:lvl1pPr>
          </a:lstStyle>
          <a:p>
            <a:pPr lvl="0"/>
            <a:r>
              <a:rPr lang="en-US" dirty="0"/>
              <a:t>Label 2</a:t>
            </a:r>
          </a:p>
        </p:txBody>
      </p:sp>
      <p:sp>
        <p:nvSpPr>
          <p:cNvPr id="15" name="Label 3">
            <a:extLst>
              <a:ext uri="{FF2B5EF4-FFF2-40B4-BE49-F238E27FC236}">
                <a16:creationId xmlns:a16="http://schemas.microsoft.com/office/drawing/2014/main" id="{99D329CE-18C4-40A9-A508-1684979AC205}"/>
              </a:ext>
            </a:extLst>
          </p:cNvPr>
          <p:cNvSpPr>
            <a:spLocks noGrp="1"/>
          </p:cNvSpPr>
          <p:nvPr>
            <p:ph type="body" sz="quarter" idx="17" hasCustomPrompt="1"/>
          </p:nvPr>
        </p:nvSpPr>
        <p:spPr>
          <a:xfrm>
            <a:off x="808109" y="3613151"/>
            <a:ext cx="1206500" cy="627062"/>
          </a:xfrm>
        </p:spPr>
        <p:txBody>
          <a:bodyPr/>
          <a:lstStyle>
            <a:lvl1pPr marL="101600" indent="0">
              <a:buNone/>
              <a:defRPr/>
            </a:lvl1pPr>
          </a:lstStyle>
          <a:p>
            <a:pPr lvl="0"/>
            <a:r>
              <a:rPr lang="en-US" dirty="0"/>
              <a:t>Label 3</a:t>
            </a:r>
          </a:p>
        </p:txBody>
      </p:sp>
      <p:sp>
        <p:nvSpPr>
          <p:cNvPr id="17" name="Label 4">
            <a:extLst>
              <a:ext uri="{FF2B5EF4-FFF2-40B4-BE49-F238E27FC236}">
                <a16:creationId xmlns:a16="http://schemas.microsoft.com/office/drawing/2014/main" id="{AAE735D1-F9F4-4525-9ED5-F10A99DECCB8}"/>
              </a:ext>
            </a:extLst>
          </p:cNvPr>
          <p:cNvSpPr>
            <a:spLocks noGrp="1"/>
          </p:cNvSpPr>
          <p:nvPr>
            <p:ph type="body" sz="quarter" idx="18" hasCustomPrompt="1"/>
          </p:nvPr>
        </p:nvSpPr>
        <p:spPr>
          <a:xfrm>
            <a:off x="7381874" y="1681163"/>
            <a:ext cx="1304925" cy="627062"/>
          </a:xfrm>
        </p:spPr>
        <p:txBody>
          <a:bodyPr/>
          <a:lstStyle>
            <a:lvl1pPr marL="101600" indent="0">
              <a:buNone/>
              <a:defRPr/>
            </a:lvl1pPr>
          </a:lstStyle>
          <a:p>
            <a:pPr lvl="0"/>
            <a:r>
              <a:rPr lang="en-US" dirty="0"/>
              <a:t>Label 4</a:t>
            </a:r>
          </a:p>
        </p:txBody>
      </p:sp>
      <p:sp>
        <p:nvSpPr>
          <p:cNvPr id="19" name="Label 5">
            <a:extLst>
              <a:ext uri="{FF2B5EF4-FFF2-40B4-BE49-F238E27FC236}">
                <a16:creationId xmlns:a16="http://schemas.microsoft.com/office/drawing/2014/main" id="{43259E0C-9247-446E-9183-FBF70F8FD41C}"/>
              </a:ext>
            </a:extLst>
          </p:cNvPr>
          <p:cNvSpPr>
            <a:spLocks noGrp="1"/>
          </p:cNvSpPr>
          <p:nvPr>
            <p:ph type="body" sz="quarter" idx="19" hasCustomPrompt="1"/>
          </p:nvPr>
        </p:nvSpPr>
        <p:spPr>
          <a:xfrm>
            <a:off x="7381874" y="2651590"/>
            <a:ext cx="1304925" cy="618196"/>
          </a:xfrm>
        </p:spPr>
        <p:txBody>
          <a:bodyPr/>
          <a:lstStyle>
            <a:lvl1pPr marL="101600" indent="0">
              <a:buNone/>
              <a:defRPr/>
            </a:lvl1pPr>
          </a:lstStyle>
          <a:p>
            <a:pPr lvl="0"/>
            <a:r>
              <a:rPr lang="en-US" dirty="0"/>
              <a:t>Label 5</a:t>
            </a:r>
          </a:p>
        </p:txBody>
      </p:sp>
      <p:sp>
        <p:nvSpPr>
          <p:cNvPr id="21" name="Label 6">
            <a:extLst>
              <a:ext uri="{FF2B5EF4-FFF2-40B4-BE49-F238E27FC236}">
                <a16:creationId xmlns:a16="http://schemas.microsoft.com/office/drawing/2014/main" id="{111F58DF-A1C1-4DD6-ADE5-FC54A39F6757}"/>
              </a:ext>
            </a:extLst>
          </p:cNvPr>
          <p:cNvSpPr>
            <a:spLocks noGrp="1"/>
          </p:cNvSpPr>
          <p:nvPr>
            <p:ph type="body" sz="quarter" idx="20" hasCustomPrompt="1"/>
          </p:nvPr>
        </p:nvSpPr>
        <p:spPr>
          <a:xfrm>
            <a:off x="7381874" y="3613151"/>
            <a:ext cx="1304925" cy="627063"/>
          </a:xfrm>
        </p:spPr>
        <p:txBody>
          <a:bodyPr/>
          <a:lstStyle>
            <a:lvl1pPr marL="101600" indent="0">
              <a:buNone/>
              <a:defRPr/>
            </a:lvl1pPr>
          </a:lstStyle>
          <a:p>
            <a:pPr lvl="0"/>
            <a:r>
              <a:rPr lang="en-US" dirty="0"/>
              <a:t>Label 6</a:t>
            </a:r>
          </a:p>
        </p:txBody>
      </p:sp>
      <p:sp>
        <p:nvSpPr>
          <p:cNvPr id="3" name="Date Placeholder 2">
            <a:extLst>
              <a:ext uri="{FF2B5EF4-FFF2-40B4-BE49-F238E27FC236}">
                <a16:creationId xmlns:a16="http://schemas.microsoft.com/office/drawing/2014/main" id="{D0CEC9E9-2CDA-42DF-A6E1-55B455A7E67B}"/>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5429F10E-ACBA-4EA4-B23A-AC32FC5A681B}"/>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2027899165"/>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abel Layout 2">
    <p:spTree>
      <p:nvGrpSpPr>
        <p:cNvPr id="1" name=""/>
        <p:cNvGrpSpPr/>
        <p:nvPr/>
      </p:nvGrpSpPr>
      <p:grpSpPr>
        <a:xfrm>
          <a:off x="0" y="0"/>
          <a:ext cx="0" cy="0"/>
          <a:chOff x="0" y="0"/>
          <a:chExt cx="0" cy="0"/>
        </a:xfrm>
      </p:grpSpPr>
      <p:sp>
        <p:nvSpPr>
          <p:cNvPr id="2" name="Title Placeholder">
            <a:extLst>
              <a:ext uri="{FF2B5EF4-FFF2-40B4-BE49-F238E27FC236}">
                <a16:creationId xmlns:a16="http://schemas.microsoft.com/office/drawing/2014/main" id="{5AF36A59-5DE4-46F3-8035-460E546D5673}"/>
              </a:ext>
            </a:extLst>
          </p:cNvPr>
          <p:cNvSpPr>
            <a:spLocks noGrp="1"/>
          </p:cNvSpPr>
          <p:nvPr>
            <p:ph type="title"/>
          </p:nvPr>
        </p:nvSpPr>
        <p:spPr/>
        <p:txBody>
          <a:bodyPr/>
          <a:lstStyle>
            <a:lvl1pPr>
              <a:defRPr sz="3600">
                <a:latin typeface="+mj-lt"/>
              </a:defRPr>
            </a:lvl1pPr>
          </a:lstStyle>
          <a:p>
            <a:r>
              <a:rPr lang="en-US" dirty="0"/>
              <a:t>Click to edit Master title style</a:t>
            </a:r>
          </a:p>
        </p:txBody>
      </p:sp>
      <p:sp>
        <p:nvSpPr>
          <p:cNvPr id="7" name="Image 1 title">
            <a:extLst>
              <a:ext uri="{FF2B5EF4-FFF2-40B4-BE49-F238E27FC236}">
                <a16:creationId xmlns:a16="http://schemas.microsoft.com/office/drawing/2014/main" id="{2BEC12FB-EC67-436F-875F-0A306862EF78}"/>
              </a:ext>
            </a:extLst>
          </p:cNvPr>
          <p:cNvSpPr>
            <a:spLocks noGrp="1"/>
          </p:cNvSpPr>
          <p:nvPr>
            <p:ph type="body" sz="quarter" idx="13" hasCustomPrompt="1"/>
          </p:nvPr>
        </p:nvSpPr>
        <p:spPr>
          <a:xfrm>
            <a:off x="457201" y="4392613"/>
            <a:ext cx="2107323" cy="504825"/>
          </a:xfrm>
        </p:spPr>
        <p:txBody>
          <a:bodyPr/>
          <a:lstStyle>
            <a:lvl1pPr marL="101600" indent="0">
              <a:buNone/>
              <a:defRPr/>
            </a:lvl1pPr>
          </a:lstStyle>
          <a:p>
            <a:pPr lvl="0"/>
            <a:r>
              <a:rPr lang="en-US" dirty="0"/>
              <a:t>Image 1 title</a:t>
            </a:r>
          </a:p>
        </p:txBody>
      </p:sp>
      <p:sp>
        <p:nvSpPr>
          <p:cNvPr id="9" name="Image 1">
            <a:extLst>
              <a:ext uri="{FF2B5EF4-FFF2-40B4-BE49-F238E27FC236}">
                <a16:creationId xmlns:a16="http://schemas.microsoft.com/office/drawing/2014/main" id="{1E9C9C32-F8ED-4AA8-AA00-26A2357E73E9}"/>
              </a:ext>
            </a:extLst>
          </p:cNvPr>
          <p:cNvSpPr>
            <a:spLocks noGrp="1"/>
          </p:cNvSpPr>
          <p:nvPr>
            <p:ph type="pic" sz="quarter" idx="14" hasCustomPrompt="1"/>
          </p:nvPr>
        </p:nvSpPr>
        <p:spPr>
          <a:xfrm>
            <a:off x="457200" y="1817688"/>
            <a:ext cx="2107324" cy="2386012"/>
          </a:xfrm>
        </p:spPr>
        <p:txBody>
          <a:bodyPr/>
          <a:lstStyle>
            <a:lvl1pPr marL="101600" indent="0">
              <a:buNone/>
              <a:defRPr/>
            </a:lvl1pPr>
          </a:lstStyle>
          <a:p>
            <a:r>
              <a:rPr lang="en-US" dirty="0"/>
              <a:t>Image 1</a:t>
            </a:r>
          </a:p>
        </p:txBody>
      </p:sp>
      <p:sp>
        <p:nvSpPr>
          <p:cNvPr id="11" name="Label 1.1">
            <a:extLst>
              <a:ext uri="{FF2B5EF4-FFF2-40B4-BE49-F238E27FC236}">
                <a16:creationId xmlns:a16="http://schemas.microsoft.com/office/drawing/2014/main" id="{BD50A136-2F5A-4764-ADDC-D48D703981CC}"/>
              </a:ext>
            </a:extLst>
          </p:cNvPr>
          <p:cNvSpPr>
            <a:spLocks noGrp="1"/>
          </p:cNvSpPr>
          <p:nvPr>
            <p:ph type="body" sz="quarter" idx="15" hasCustomPrompt="1"/>
          </p:nvPr>
        </p:nvSpPr>
        <p:spPr>
          <a:xfrm>
            <a:off x="2774622" y="1794947"/>
            <a:ext cx="1534619" cy="591855"/>
          </a:xfrm>
        </p:spPr>
        <p:txBody>
          <a:bodyPr/>
          <a:lstStyle>
            <a:lvl1pPr marL="101600" indent="0">
              <a:buNone/>
              <a:defRPr/>
            </a:lvl1pPr>
          </a:lstStyle>
          <a:p>
            <a:pPr lvl="0"/>
            <a:r>
              <a:rPr lang="en-US" dirty="0"/>
              <a:t>Label 1.1</a:t>
            </a:r>
          </a:p>
        </p:txBody>
      </p:sp>
      <p:sp>
        <p:nvSpPr>
          <p:cNvPr id="13" name="Label 1.2">
            <a:extLst>
              <a:ext uri="{FF2B5EF4-FFF2-40B4-BE49-F238E27FC236}">
                <a16:creationId xmlns:a16="http://schemas.microsoft.com/office/drawing/2014/main" id="{16926224-3F90-4884-9AC1-A5381D78801B}"/>
              </a:ext>
            </a:extLst>
          </p:cNvPr>
          <p:cNvSpPr>
            <a:spLocks noGrp="1"/>
          </p:cNvSpPr>
          <p:nvPr>
            <p:ph type="body" sz="quarter" idx="16" hasCustomPrompt="1"/>
          </p:nvPr>
        </p:nvSpPr>
        <p:spPr>
          <a:xfrm>
            <a:off x="2774622" y="2707481"/>
            <a:ext cx="1534619" cy="606425"/>
          </a:xfrm>
        </p:spPr>
        <p:txBody>
          <a:bodyPr/>
          <a:lstStyle>
            <a:lvl1pPr marL="101600" indent="0">
              <a:buNone/>
              <a:defRPr/>
            </a:lvl1pPr>
          </a:lstStyle>
          <a:p>
            <a:pPr lvl="0"/>
            <a:r>
              <a:rPr lang="en-US" dirty="0"/>
              <a:t>Label 1.2</a:t>
            </a:r>
          </a:p>
        </p:txBody>
      </p:sp>
      <p:sp>
        <p:nvSpPr>
          <p:cNvPr id="15" name="Label 1.3">
            <a:extLst>
              <a:ext uri="{FF2B5EF4-FFF2-40B4-BE49-F238E27FC236}">
                <a16:creationId xmlns:a16="http://schemas.microsoft.com/office/drawing/2014/main" id="{D4719473-9C3F-493C-B20E-27CDBBA38B68}"/>
              </a:ext>
            </a:extLst>
          </p:cNvPr>
          <p:cNvSpPr>
            <a:spLocks noGrp="1"/>
          </p:cNvSpPr>
          <p:nvPr>
            <p:ph type="body" sz="quarter" idx="17" hasCustomPrompt="1"/>
          </p:nvPr>
        </p:nvSpPr>
        <p:spPr>
          <a:xfrm>
            <a:off x="2774622" y="3597275"/>
            <a:ext cx="1534619" cy="606425"/>
          </a:xfrm>
        </p:spPr>
        <p:txBody>
          <a:bodyPr/>
          <a:lstStyle>
            <a:lvl1pPr marL="101600" indent="0">
              <a:buNone/>
              <a:defRPr/>
            </a:lvl1pPr>
          </a:lstStyle>
          <a:p>
            <a:pPr lvl="0"/>
            <a:r>
              <a:rPr lang="en-US" dirty="0"/>
              <a:t>Label 1.3</a:t>
            </a:r>
          </a:p>
        </p:txBody>
      </p:sp>
      <p:sp>
        <p:nvSpPr>
          <p:cNvPr id="17" name="Image 2 title">
            <a:extLst>
              <a:ext uri="{FF2B5EF4-FFF2-40B4-BE49-F238E27FC236}">
                <a16:creationId xmlns:a16="http://schemas.microsoft.com/office/drawing/2014/main" id="{DC526974-AF8C-4228-AAAA-33D0B8AB71C7}"/>
              </a:ext>
            </a:extLst>
          </p:cNvPr>
          <p:cNvSpPr>
            <a:spLocks noGrp="1"/>
          </p:cNvSpPr>
          <p:nvPr>
            <p:ph type="body" sz="quarter" idx="18" hasCustomPrompt="1"/>
          </p:nvPr>
        </p:nvSpPr>
        <p:spPr>
          <a:xfrm>
            <a:off x="4931596" y="4347439"/>
            <a:ext cx="2107323" cy="504825"/>
          </a:xfrm>
        </p:spPr>
        <p:txBody>
          <a:bodyPr/>
          <a:lstStyle>
            <a:lvl1pPr marL="101600" indent="0">
              <a:buNone/>
              <a:defRPr/>
            </a:lvl1pPr>
          </a:lstStyle>
          <a:p>
            <a:pPr lvl="0"/>
            <a:r>
              <a:rPr lang="en-US" dirty="0"/>
              <a:t>Image 2 title</a:t>
            </a:r>
          </a:p>
        </p:txBody>
      </p:sp>
      <p:sp>
        <p:nvSpPr>
          <p:cNvPr id="19" name="Image 2">
            <a:extLst>
              <a:ext uri="{FF2B5EF4-FFF2-40B4-BE49-F238E27FC236}">
                <a16:creationId xmlns:a16="http://schemas.microsoft.com/office/drawing/2014/main" id="{812D2BB4-4991-47F8-9E82-9C9B41B052FB}"/>
              </a:ext>
            </a:extLst>
          </p:cNvPr>
          <p:cNvSpPr>
            <a:spLocks noGrp="1"/>
          </p:cNvSpPr>
          <p:nvPr>
            <p:ph type="pic" sz="quarter" idx="19" hasCustomPrompt="1"/>
          </p:nvPr>
        </p:nvSpPr>
        <p:spPr>
          <a:xfrm>
            <a:off x="4931596" y="1806537"/>
            <a:ext cx="2107323" cy="2397164"/>
          </a:xfrm>
        </p:spPr>
        <p:txBody>
          <a:bodyPr/>
          <a:lstStyle>
            <a:lvl1pPr marL="101600" indent="0">
              <a:buNone/>
              <a:defRPr/>
            </a:lvl1pPr>
          </a:lstStyle>
          <a:p>
            <a:r>
              <a:rPr lang="en-US" dirty="0"/>
              <a:t>Image 2</a:t>
            </a:r>
          </a:p>
        </p:txBody>
      </p:sp>
      <p:sp>
        <p:nvSpPr>
          <p:cNvPr id="21" name="Label 2.1">
            <a:extLst>
              <a:ext uri="{FF2B5EF4-FFF2-40B4-BE49-F238E27FC236}">
                <a16:creationId xmlns:a16="http://schemas.microsoft.com/office/drawing/2014/main" id="{15D9E78D-62D4-4D7C-8E37-E1A000DA23A2}"/>
              </a:ext>
            </a:extLst>
          </p:cNvPr>
          <p:cNvSpPr>
            <a:spLocks noGrp="1"/>
          </p:cNvSpPr>
          <p:nvPr>
            <p:ph type="body" sz="quarter" idx="20" hasCustomPrompt="1"/>
          </p:nvPr>
        </p:nvSpPr>
        <p:spPr>
          <a:xfrm>
            <a:off x="7304580" y="1794947"/>
            <a:ext cx="1534619" cy="608524"/>
          </a:xfrm>
        </p:spPr>
        <p:txBody>
          <a:bodyPr/>
          <a:lstStyle>
            <a:lvl1pPr marL="101600" indent="0">
              <a:buNone/>
              <a:defRPr/>
            </a:lvl1pPr>
          </a:lstStyle>
          <a:p>
            <a:pPr lvl="0"/>
            <a:r>
              <a:rPr lang="en-US" dirty="0"/>
              <a:t>Label 2.1</a:t>
            </a:r>
          </a:p>
        </p:txBody>
      </p:sp>
      <p:sp>
        <p:nvSpPr>
          <p:cNvPr id="23" name="Label 2.2">
            <a:extLst>
              <a:ext uri="{FF2B5EF4-FFF2-40B4-BE49-F238E27FC236}">
                <a16:creationId xmlns:a16="http://schemas.microsoft.com/office/drawing/2014/main" id="{0ECEA5DA-0702-46DA-A4DD-66B7E7FF424B}"/>
              </a:ext>
            </a:extLst>
          </p:cNvPr>
          <p:cNvSpPr>
            <a:spLocks noGrp="1"/>
          </p:cNvSpPr>
          <p:nvPr>
            <p:ph type="body" sz="quarter" idx="21" hasCustomPrompt="1"/>
          </p:nvPr>
        </p:nvSpPr>
        <p:spPr>
          <a:xfrm>
            <a:off x="7304579" y="2707481"/>
            <a:ext cx="1534619" cy="608524"/>
          </a:xfrm>
        </p:spPr>
        <p:txBody>
          <a:bodyPr/>
          <a:lstStyle>
            <a:lvl1pPr marL="101600" indent="0">
              <a:buNone/>
              <a:defRPr/>
            </a:lvl1pPr>
          </a:lstStyle>
          <a:p>
            <a:pPr lvl="0"/>
            <a:r>
              <a:rPr lang="en-US" dirty="0"/>
              <a:t>Label 2.2</a:t>
            </a:r>
          </a:p>
        </p:txBody>
      </p:sp>
      <p:sp>
        <p:nvSpPr>
          <p:cNvPr id="25" name="Label 2.3">
            <a:extLst>
              <a:ext uri="{FF2B5EF4-FFF2-40B4-BE49-F238E27FC236}">
                <a16:creationId xmlns:a16="http://schemas.microsoft.com/office/drawing/2014/main" id="{64C63D68-E200-46DF-8E34-92DC66FE879B}"/>
              </a:ext>
            </a:extLst>
          </p:cNvPr>
          <p:cNvSpPr>
            <a:spLocks noGrp="1"/>
          </p:cNvSpPr>
          <p:nvPr>
            <p:ph type="body" sz="quarter" idx="22" hasCustomPrompt="1"/>
          </p:nvPr>
        </p:nvSpPr>
        <p:spPr>
          <a:xfrm>
            <a:off x="7304579" y="3579818"/>
            <a:ext cx="1534620" cy="608524"/>
          </a:xfrm>
        </p:spPr>
        <p:txBody>
          <a:bodyPr/>
          <a:lstStyle>
            <a:lvl1pPr marL="101600" indent="0">
              <a:buNone/>
              <a:defRPr/>
            </a:lvl1pPr>
          </a:lstStyle>
          <a:p>
            <a:pPr lvl="0"/>
            <a:r>
              <a:rPr lang="en-US" dirty="0"/>
              <a:t>Label 2.3</a:t>
            </a:r>
          </a:p>
        </p:txBody>
      </p:sp>
      <p:sp>
        <p:nvSpPr>
          <p:cNvPr id="3" name="Date Placeholder 2">
            <a:extLst>
              <a:ext uri="{FF2B5EF4-FFF2-40B4-BE49-F238E27FC236}">
                <a16:creationId xmlns:a16="http://schemas.microsoft.com/office/drawing/2014/main" id="{D8A4DA0A-BA94-4C4E-A521-FB23D113A856}"/>
              </a:ext>
            </a:extLst>
          </p:cNvPr>
          <p:cNvSpPr>
            <a:spLocks noGrp="1"/>
          </p:cNvSpPr>
          <p:nvPr>
            <p:ph type="dt" idx="10"/>
          </p:nvPr>
        </p:nvSpPr>
        <p:spPr/>
        <p:txBody>
          <a:bodyPr/>
          <a:lstStyle/>
          <a:p>
            <a:endParaRPr lang="en-US"/>
          </a:p>
        </p:txBody>
      </p:sp>
      <p:sp>
        <p:nvSpPr>
          <p:cNvPr id="4" name="Slide Number Placeholder 3">
            <a:extLst>
              <a:ext uri="{FF2B5EF4-FFF2-40B4-BE49-F238E27FC236}">
                <a16:creationId xmlns:a16="http://schemas.microsoft.com/office/drawing/2014/main" id="{44569933-5FC5-4C73-96ED-E1AC0FC867FE}"/>
              </a:ext>
            </a:extLst>
          </p:cNvPr>
          <p:cNvSpPr>
            <a:spLocks noGrp="1"/>
          </p:cNvSpPr>
          <p:nvPr>
            <p:ph type="sldNum" idx="11"/>
          </p:nvPr>
        </p:nvSpPr>
        <p:spPr/>
        <p:txBody>
          <a:bodyPr/>
          <a:lstStyle/>
          <a:p>
            <a:pPr marL="0" marR="0" lvl="0" indent="0" algn="r" rtl="0">
              <a:spcBef>
                <a:spcPts val="0"/>
              </a:spcBef>
              <a:buSzPct val="25000"/>
              <a:buNone/>
            </a:pPr>
            <a:fld id="{00000000-1234-1234-1234-123412341234}" type="slidenum">
              <a:rPr lang="en-US" sz="900" b="0" i="0" u="none" strike="noStrike" cap="none" smtClean="0">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64872148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Title Placeholder"/>
          <p:cNvSpPr txBox="1">
            <a:spLocks noGrp="1"/>
          </p:cNvSpPr>
          <p:nvPr>
            <p:ph type="title" hasCustomPrompt="1"/>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600" b="1" i="0" u="none" strike="noStrike" cap="none">
                <a:solidFill>
                  <a:srgbClr val="007FA3"/>
                </a:solidFill>
                <a:latin typeface="+mj-lt"/>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	</a:t>
            </a:r>
            <a:endParaRPr dirty="0"/>
          </a:p>
        </p:txBody>
      </p:sp>
      <p:sp>
        <p:nvSpPr>
          <p:cNvPr id="70" name="Content Placeholder"/>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Arial"/>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dirty="0"/>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5_Title and 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2"/>
          <p:cNvSpPr>
            <a:spLocks noGrp="1"/>
          </p:cNvSpPr>
          <p:nvPr>
            <p:ph idx="13"/>
          </p:nvPr>
        </p:nvSpPr>
        <p:spPr>
          <a:xfrm>
            <a:off x="457200" y="3962400"/>
            <a:ext cx="8229600" cy="2163763"/>
          </a:xfrm>
        </p:spPr>
        <p:txBody>
          <a:bodyPr/>
          <a:lstStyle>
            <a:lvl1pPr>
              <a:defRPr sz="1600"/>
            </a:lvl1pPr>
            <a:lvl2pPr>
              <a:defRPr sz="1600"/>
            </a:lvl2pPr>
            <a:lvl3pPr>
              <a:defRPr sz="1600"/>
            </a:lvl3pPr>
            <a:lvl4pPr>
              <a:defRPr sz="1600"/>
            </a:lvl4pPr>
            <a:lvl5pPr>
              <a:defRPr sz="1600"/>
            </a:lvl5pPr>
            <a:lvl6pPr>
              <a:defRPr sz="1400"/>
            </a:lvl6pPr>
            <a:lvl7pPr>
              <a:defRPr sz="1400"/>
            </a:lvl7pPr>
            <a:lvl8pPr>
              <a:defRPr sz="1400"/>
            </a:lvl8pPr>
            <a:lvl9pPr>
              <a:defRPr sz="14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Picture Placeholder 4"/>
          <p:cNvSpPr>
            <a:spLocks noGrp="1"/>
          </p:cNvSpPr>
          <p:nvPr>
            <p:ph type="pic" sz="quarter" idx="14"/>
          </p:nvPr>
        </p:nvSpPr>
        <p:spPr>
          <a:xfrm>
            <a:off x="457200" y="5181600"/>
            <a:ext cx="8229600" cy="1066800"/>
          </a:xfrm>
        </p:spPr>
        <p:txBody>
          <a:bodyPr/>
          <a:lstStyle/>
          <a:p>
            <a:pPr lvl="0"/>
            <a:endParaRPr lang="en-IN" noProof="0"/>
          </a:p>
        </p:txBody>
      </p:sp>
      <p:sp>
        <p:nvSpPr>
          <p:cNvPr id="6" name="Date Placeholder 3">
            <a:extLst>
              <a:ext uri="{FF2B5EF4-FFF2-40B4-BE49-F238E27FC236}">
                <a16:creationId xmlns:a16="http://schemas.microsoft.com/office/drawing/2014/main" id="{6E921DB6-163E-4185-89B1-CFDC8DF69B49}"/>
              </a:ext>
            </a:extLst>
          </p:cNvPr>
          <p:cNvSpPr>
            <a:spLocks noGrp="1"/>
          </p:cNvSpPr>
          <p:nvPr>
            <p:ph type="dt" sz="half" idx="15"/>
          </p:nvPr>
        </p:nvSpPr>
        <p:spPr/>
        <p:txBody>
          <a:bodyPr/>
          <a:lstStyle>
            <a:lvl1pPr>
              <a:defRPr/>
            </a:lvl1pPr>
          </a:lstStyle>
          <a:p>
            <a:pPr>
              <a:defRPr/>
            </a:pPr>
            <a:fld id="{D828DFCB-A486-4246-B896-85E345F87AD0}" type="datetimeFigureOut">
              <a:rPr lang="en-US"/>
              <a:pPr>
                <a:defRPr/>
              </a:pPr>
              <a:t>11/17/2025</a:t>
            </a:fld>
            <a:endParaRPr lang="en-US" dirty="0"/>
          </a:p>
        </p:txBody>
      </p:sp>
      <p:sp>
        <p:nvSpPr>
          <p:cNvPr id="9" name="Slide Number Placeholder 5">
            <a:extLst>
              <a:ext uri="{FF2B5EF4-FFF2-40B4-BE49-F238E27FC236}">
                <a16:creationId xmlns:a16="http://schemas.microsoft.com/office/drawing/2014/main" id="{892865F2-AEF2-4B58-8B49-1C3744D6BDAE}"/>
              </a:ext>
            </a:extLst>
          </p:cNvPr>
          <p:cNvSpPr>
            <a:spLocks noGrp="1"/>
          </p:cNvSpPr>
          <p:nvPr>
            <p:ph type="sldNum" sz="quarter" idx="16"/>
          </p:nvPr>
        </p:nvSpPr>
        <p:spPr/>
        <p:txBody>
          <a:bodyPr/>
          <a:lstStyle>
            <a:lvl1pPr>
              <a:defRPr/>
            </a:lvl1pPr>
          </a:lstStyle>
          <a:p>
            <a:pPr>
              <a:defRPr/>
            </a:pPr>
            <a:fld id="{FD8F1D26-3C1C-4360-9318-83CB049CF007}" type="slidenum">
              <a:rPr lang="en-US"/>
              <a:pPr>
                <a:defRPr/>
              </a:pPr>
              <a:t>‹#›</a:t>
            </a:fld>
            <a:endParaRPr lang="en-US" dirty="0"/>
          </a:p>
        </p:txBody>
      </p:sp>
    </p:spTree>
    <p:extLst>
      <p:ext uri="{BB962C8B-B14F-4D97-AF65-F5344CB8AC3E}">
        <p14:creationId xmlns:p14="http://schemas.microsoft.com/office/powerpoint/2010/main" val="4286738373"/>
      </p:ext>
    </p:extLst>
  </p:cSld>
  <p:clrMapOvr>
    <a:masterClrMapping/>
  </p:clrMapOvr>
  <p:extLst>
    <p:ext uri="{DCECCB84-F9BA-43D5-87BE-67443E8EF086}">
      <p15:sldGuideLst xmlns:p15="http://schemas.microsoft.com/office/powerpoint/2012/main">
        <p15:guide id="1" orient="horz" pos="2160">
          <p15:clr>
            <a:srgbClr val="FBAE40"/>
          </p15:clr>
        </p15:guide>
        <p15:guide id="2" pos="2880">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theme" Target="../theme/theme2.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Shape 11"/>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tx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a:defRPr/>
            </a:pPr>
            <a:endParaRPr lang="en-US" dirty="0">
              <a:solidFill>
                <a:schemeClr val="tx1"/>
              </a:solidFill>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lvl1pPr>
              <a:defRPr>
                <a:solidFill>
                  <a:schemeClr val="tx1"/>
                </a:solidFill>
              </a:defRPr>
            </a:lvl1pPr>
          </a:lstStyle>
          <a:p>
            <a:pPr algn="r">
              <a:buSzPct val="25000"/>
              <a:defRPr/>
            </a:pPr>
            <a:fld id="{00000000-1234-1234-1234-123412341234}" type="slidenum">
              <a:rPr lang="en-US" sz="900" smtClean="0"/>
              <a:pPr algn="r">
                <a:buSzPct val="25000"/>
                <a:defRPr/>
              </a:pPr>
              <a:t>‹#›</a:t>
            </a:fld>
            <a:endParaRPr lang="en-US" sz="900" dirty="0"/>
          </a:p>
        </p:txBody>
      </p:sp>
    </p:spTree>
    <p:extLst>
      <p:ext uri="{BB962C8B-B14F-4D97-AF65-F5344CB8AC3E}">
        <p14:creationId xmlns:p14="http://schemas.microsoft.com/office/powerpoint/2010/main" val="3246644562"/>
      </p:ext>
    </p:extLst>
  </p:cSld>
  <p:clrMap bg1="lt1" tx1="dk1" bg2="dk2" tx2="lt2" accent1="accent1" accent2="accent2" accent3="accent3" accent4="accent4" accent5="accent5" accent6="accent6" hlink="hlink" folHlink="folHlink"/>
  <p:sldLayoutIdLst>
    <p:sldLayoutId id="2147483675" r:id="rId1"/>
    <p:sldLayoutId id="2147483664" r:id="rId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6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Title Placeholder"/>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r>
              <a:rPr lang="en-US" sz="3600" dirty="0">
                <a:latin typeface="+mj-lt"/>
              </a:rPr>
              <a:t>Click to add title</a:t>
            </a:r>
            <a:endParaRPr dirty="0"/>
          </a:p>
        </p:txBody>
      </p:sp>
      <p:sp>
        <p:nvSpPr>
          <p:cNvPr id="11" name="Content Placeholder"/>
          <p:cNvSpPr txBox="1">
            <a:spLocks noGrp="1"/>
          </p:cNvSpPr>
          <p:nvPr>
            <p:ph type="body" idx="1"/>
          </p:nvPr>
        </p:nvSpPr>
        <p:spPr>
          <a:xfrm>
            <a:off x="457200" y="1600200"/>
            <a:ext cx="8229600" cy="4428411"/>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8" name="Picture 7" descr="Pearson Logo">
            <a:extLst>
              <a:ext uri="{FF2B5EF4-FFF2-40B4-BE49-F238E27FC236}">
                <a16:creationId xmlns:a16="http://schemas.microsoft.com/office/drawing/2014/main" id="{FF48BABE-32F2-41CF-B06A-17C26C4ECD27}"/>
              </a:ext>
            </a:extLst>
          </p:cNvPr>
          <p:cNvPicPr>
            <a:picLocks noChangeAspect="1"/>
          </p:cNvPicPr>
          <p:nvPr userDrawn="1"/>
        </p:nvPicPr>
        <p:blipFill>
          <a:blip r:embed="rId14"/>
          <a:stretch>
            <a:fillRect/>
          </a:stretch>
        </p:blipFill>
        <p:spPr>
          <a:xfrm>
            <a:off x="430085" y="6404072"/>
            <a:ext cx="986560" cy="310866"/>
          </a:xfrm>
          <a:prstGeom prst="rect">
            <a:avLst/>
          </a:prstGeom>
        </p:spPr>
      </p:pic>
      <p:sp>
        <p:nvSpPr>
          <p:cNvPr id="9" name="Content Placeholder 7">
            <a:extLst>
              <a:ext uri="{FF2B5EF4-FFF2-40B4-BE49-F238E27FC236}">
                <a16:creationId xmlns:a16="http://schemas.microsoft.com/office/drawing/2014/main" id="{C838A386-0074-44FE-AD57-11F728F3DCA4}"/>
              </a:ext>
            </a:extLst>
          </p:cNvPr>
          <p:cNvSpPr txBox="1">
            <a:spLocks/>
          </p:cNvSpPr>
          <p:nvPr userDrawn="1"/>
        </p:nvSpPr>
        <p:spPr>
          <a:xfrm>
            <a:off x="2492189" y="6455210"/>
            <a:ext cx="6177700" cy="221018"/>
          </a:xfrm>
          <a:prstGeom prst="rect">
            <a:avLst/>
          </a:prstGeom>
          <a:noFill/>
          <a:ln>
            <a:noFill/>
          </a:ln>
        </p:spPr>
        <p:txBody>
          <a:bodyPr wrap="square" lIns="0" tIns="18000" rIns="0" bIns="18000" anchor="ctr" anchorCtr="0">
            <a:spAutoFit/>
          </a:bodyPr>
          <a:lstStyle>
            <a:defPPr marR="0" lvl="0" algn="l" rtl="0">
              <a:lnSpc>
                <a:spcPct val="100000"/>
              </a:lnSpc>
              <a:spcBef>
                <a:spcPts val="0"/>
              </a:spcBef>
              <a:spcAft>
                <a:spcPts val="0"/>
              </a:spcAft>
            </a:defPPr>
            <a:lvl1pPr marL="256032" indent="-154432" algn="r">
              <a:spcBef>
                <a:spcPts val="1500"/>
              </a:spcBef>
              <a:buClr>
                <a:srgbClr val="007FA3"/>
              </a:buClr>
              <a:buSzPct val="100000"/>
              <a:buFont typeface="Arial"/>
              <a:defRPr sz="1200">
                <a:solidFill>
                  <a:schemeClr val="dk1"/>
                </a:solidFill>
                <a:latin typeface="Verdana" panose="020B0604030504040204" pitchFamily="34" charset="0"/>
                <a:ea typeface="Verdana" panose="020B0604030504040204" pitchFamily="34" charset="0"/>
                <a:cs typeface="Verdana" panose="020B0604030504040204" pitchFamily="34" charset="0"/>
              </a:defRPr>
            </a:lvl1pPr>
            <a:lvl2pPr marL="742950" indent="-184150">
              <a:spcBef>
                <a:spcPts val="600"/>
              </a:spcBef>
              <a:buClr>
                <a:srgbClr val="007FA3"/>
              </a:buClr>
              <a:buSzPct val="100000"/>
              <a:buFont typeface="Arial"/>
              <a:buChar char="–"/>
              <a:defRPr sz="1600">
                <a:solidFill>
                  <a:schemeClr val="dk1"/>
                </a:solidFill>
              </a:defRPr>
            </a:lvl2pPr>
            <a:lvl3pPr marL="1143000" indent="-127000">
              <a:spcBef>
                <a:spcPts val="600"/>
              </a:spcBef>
              <a:buClr>
                <a:srgbClr val="007FA3"/>
              </a:buClr>
              <a:buSzPct val="100000"/>
              <a:buFont typeface="Arial"/>
              <a:buChar char="▪"/>
              <a:defRPr sz="1600">
                <a:solidFill>
                  <a:schemeClr val="dk1"/>
                </a:solidFill>
              </a:defRPr>
            </a:lvl3pPr>
            <a:lvl4pPr marL="1600200" indent="-127000">
              <a:spcBef>
                <a:spcPts val="600"/>
              </a:spcBef>
              <a:buClr>
                <a:srgbClr val="007FA3"/>
              </a:buClr>
              <a:buSzPct val="100000"/>
              <a:buFont typeface="Arial"/>
              <a:buChar char="–"/>
              <a:defRPr sz="1600">
                <a:solidFill>
                  <a:schemeClr val="dk1"/>
                </a:solidFill>
              </a:defRPr>
            </a:lvl4pPr>
            <a:lvl5pPr marL="2057400" indent="-127000">
              <a:spcBef>
                <a:spcPts val="600"/>
              </a:spcBef>
              <a:buClr>
                <a:srgbClr val="007FA3"/>
              </a:buClr>
              <a:buSzPct val="100000"/>
              <a:buFont typeface="Arial"/>
              <a:buChar char="•"/>
              <a:defRPr sz="1600">
                <a:solidFill>
                  <a:schemeClr val="dk1"/>
                </a:solidFill>
              </a:defRPr>
            </a:lvl5pPr>
            <a:lvl6pPr marL="2514600" indent="-127000">
              <a:spcBef>
                <a:spcPts val="300"/>
              </a:spcBef>
              <a:buClr>
                <a:srgbClr val="007FA3"/>
              </a:buClr>
              <a:buSzPct val="100000"/>
              <a:buFont typeface="Arial"/>
              <a:buChar char="•"/>
              <a:defRPr sz="1600">
                <a:solidFill>
                  <a:schemeClr val="dk1"/>
                </a:solidFill>
              </a:defRPr>
            </a:lvl6pPr>
            <a:lvl7pPr marL="2971800" indent="-127000">
              <a:spcBef>
                <a:spcPts val="300"/>
              </a:spcBef>
              <a:buClr>
                <a:srgbClr val="007FA3"/>
              </a:buClr>
              <a:buSzPct val="100000"/>
              <a:buFont typeface="Arial"/>
              <a:buChar char="•"/>
              <a:defRPr sz="1600">
                <a:solidFill>
                  <a:schemeClr val="dk1"/>
                </a:solidFill>
              </a:defRPr>
            </a:lvl7pPr>
            <a:lvl8pPr marL="3429000" indent="-127000">
              <a:spcBef>
                <a:spcPts val="300"/>
              </a:spcBef>
              <a:buClr>
                <a:srgbClr val="007FA3"/>
              </a:buClr>
              <a:buSzPct val="100000"/>
              <a:buFont typeface="Arial"/>
              <a:buChar char="•"/>
              <a:defRPr sz="1600">
                <a:solidFill>
                  <a:schemeClr val="dk1"/>
                </a:solidFill>
              </a:defRPr>
            </a:lvl8pPr>
            <a:lvl9pPr marL="3886200" indent="-127000">
              <a:spcBef>
                <a:spcPts val="300"/>
              </a:spcBef>
              <a:buClr>
                <a:srgbClr val="007FA3"/>
              </a:buClr>
              <a:buSzPct val="100000"/>
              <a:buFont typeface="Arial"/>
              <a:buChar char="•"/>
              <a:defRPr sz="1600">
                <a:solidFill>
                  <a:schemeClr val="dk1"/>
                </a:solidFill>
              </a:defRPr>
            </a:lvl9pPr>
          </a:lstStyle>
          <a:p>
            <a:pPr lvl="0"/>
            <a:r>
              <a:rPr lang="en-US" dirty="0"/>
              <a:t>© 2024 Pearson Education Ltd. All Rights Reserved.</a:t>
            </a:r>
          </a:p>
        </p:txBody>
      </p:sp>
    </p:spTree>
  </p:cSld>
  <p:clrMap bg1="lt1" tx1="dk1" bg2="dk2" tx2="lt2" accent1="accent1" accent2="accent2" accent3="accent3" accent4="accent4" accent5="accent5" accent6="accent6" hlink="hlink" folHlink="folHlink"/>
  <p:sldLayoutIdLst>
    <p:sldLayoutId id="2147483649" r:id="rId1"/>
    <p:sldLayoutId id="2147483676" r:id="rId2"/>
    <p:sldLayoutId id="2147483677" r:id="rId3"/>
    <p:sldLayoutId id="2147483678" r:id="rId4"/>
    <p:sldLayoutId id="2147483679" r:id="rId5"/>
    <p:sldLayoutId id="2147483680" r:id="rId6"/>
    <p:sldLayoutId id="2147483671" r:id="rId7"/>
    <p:sldLayoutId id="2147483673" r:id="rId8"/>
    <p:sldLayoutId id="2147483670" r:id="rId9"/>
    <p:sldLayoutId id="2147483669" r:id="rId10"/>
    <p:sldLayoutId id="2147483655" r:id="rId11"/>
    <p:sldLayoutId id="2147483681"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3600" b="0" i="0" u="none" strike="noStrike" cap="none">
          <a:solidFill>
            <a:srgbClr val="000000"/>
          </a:solidFill>
          <a:latin typeface="+mj-lt"/>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Layout" Target="../slideLayouts/slideLayout8.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image" Target="../media/image6.wmf"/><Relationship Id="rId7" Type="http://schemas.openxmlformats.org/officeDocument/2006/relationships/image" Target="../media/image5.png"/><Relationship Id="rId2" Type="http://schemas.openxmlformats.org/officeDocument/2006/relationships/oleObject" Target="../embeddings/oleObject1.bin"/><Relationship Id="rId1" Type="http://schemas.openxmlformats.org/officeDocument/2006/relationships/slideLayout" Target="../slideLayouts/slideLayout8.xml"/><Relationship Id="rId6" Type="http://schemas.openxmlformats.org/officeDocument/2006/relationships/image" Target="../media/image3.jpg"/><Relationship Id="rId5" Type="http://schemas.openxmlformats.org/officeDocument/2006/relationships/image" Target="../media/image7.wmf"/><Relationship Id="rId4" Type="http://schemas.openxmlformats.org/officeDocument/2006/relationships/oleObject" Target="../embeddings/oleObject2.bin"/></Relationships>
</file>

<file path=ppt/slides/_rels/slide4.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8" Type="http://schemas.openxmlformats.org/officeDocument/2006/relationships/image" Target="../media/image12.wmf"/><Relationship Id="rId3" Type="http://schemas.openxmlformats.org/officeDocument/2006/relationships/image" Target="../media/image9.wmf"/><Relationship Id="rId7" Type="http://schemas.openxmlformats.org/officeDocument/2006/relationships/oleObject" Target="../embeddings/oleObject5.bin"/><Relationship Id="rId12" Type="http://schemas.openxmlformats.org/officeDocument/2006/relationships/image" Target="../media/image14.wmf"/><Relationship Id="rId2" Type="http://schemas.openxmlformats.org/officeDocument/2006/relationships/oleObject" Target="../embeddings/oleObject3.bin"/><Relationship Id="rId1" Type="http://schemas.openxmlformats.org/officeDocument/2006/relationships/slideLayout" Target="../slideLayouts/slideLayout8.xml"/><Relationship Id="rId6" Type="http://schemas.openxmlformats.org/officeDocument/2006/relationships/image" Target="../media/image11.jpg"/><Relationship Id="rId11" Type="http://schemas.openxmlformats.org/officeDocument/2006/relationships/oleObject" Target="../embeddings/oleObject7.bin"/><Relationship Id="rId5" Type="http://schemas.openxmlformats.org/officeDocument/2006/relationships/image" Target="../media/image10.wmf"/><Relationship Id="rId10" Type="http://schemas.openxmlformats.org/officeDocument/2006/relationships/image" Target="../media/image13.wmf"/><Relationship Id="rId4" Type="http://schemas.openxmlformats.org/officeDocument/2006/relationships/oleObject" Target="../embeddings/oleObject4.bin"/><Relationship Id="rId9" Type="http://schemas.openxmlformats.org/officeDocument/2006/relationships/oleObject" Target="../embeddings/oleObject6.bin"/></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4.xml"/><Relationship Id="rId4" Type="http://schemas.openxmlformats.org/officeDocument/2006/relationships/image" Target="../media/image16.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98728-A241-43F4-95FF-6C49FEEA0911}"/>
              </a:ext>
            </a:extLst>
          </p:cNvPr>
          <p:cNvSpPr>
            <a:spLocks noGrp="1"/>
          </p:cNvSpPr>
          <p:nvPr>
            <p:ph type="title"/>
          </p:nvPr>
        </p:nvSpPr>
        <p:spPr>
          <a:xfrm>
            <a:off x="430304" y="215371"/>
            <a:ext cx="8239583" cy="590349"/>
          </a:xfrm>
        </p:spPr>
        <p:txBody>
          <a:bodyPr wrap="square" lIns="0" tIns="18000" rIns="0" bIns="18000" anchor="ctr">
            <a:spAutoFit/>
          </a:bodyPr>
          <a:lstStyle/>
          <a:p>
            <a:r>
              <a:rPr lang="en-US" noProof="0" dirty="0"/>
              <a:t>Electric Circuits</a:t>
            </a:r>
          </a:p>
        </p:txBody>
      </p:sp>
      <p:sp>
        <p:nvSpPr>
          <p:cNvPr id="3" name="Content Placeholder 2">
            <a:extLst>
              <a:ext uri="{FF2B5EF4-FFF2-40B4-BE49-F238E27FC236}">
                <a16:creationId xmlns:a16="http://schemas.microsoft.com/office/drawing/2014/main" id="{ABE18F80-D4FC-4D8F-B2BD-E7BEE7E012B5}"/>
              </a:ext>
            </a:extLst>
          </p:cNvPr>
          <p:cNvSpPr>
            <a:spLocks noGrp="1"/>
          </p:cNvSpPr>
          <p:nvPr>
            <p:ph type="body" idx="1"/>
          </p:nvPr>
        </p:nvSpPr>
        <p:spPr>
          <a:xfrm>
            <a:off x="430305" y="1029136"/>
            <a:ext cx="8240620" cy="344128"/>
          </a:xfrm>
        </p:spPr>
        <p:txBody>
          <a:bodyPr wrap="square" lIns="0" tIns="18000" rIns="0" bIns="18000" anchor="ctr">
            <a:spAutoFit/>
          </a:bodyPr>
          <a:lstStyle/>
          <a:p>
            <a:r>
              <a:rPr lang="en-US" noProof="0" dirty="0"/>
              <a:t>Twelfth </a:t>
            </a:r>
            <a:r>
              <a:rPr lang="en-US" dirty="0"/>
              <a:t>Edition, Global Edition</a:t>
            </a:r>
            <a:endParaRPr lang="en-US" noProof="0" dirty="0"/>
          </a:p>
        </p:txBody>
      </p:sp>
      <p:pic>
        <p:nvPicPr>
          <p:cNvPr id="11" name="Picture 10">
            <a:extLst>
              <a:ext uri="{FF2B5EF4-FFF2-40B4-BE49-F238E27FC236}">
                <a16:creationId xmlns:a16="http://schemas.microsoft.com/office/drawing/2014/main" id="{170E337C-9388-4F39-A525-F415A0FBA59A}"/>
              </a:ext>
            </a:extLst>
          </p:cNvPr>
          <p:cNvPicPr>
            <a:picLocks noChangeAspect="1"/>
          </p:cNvPicPr>
          <p:nvPr/>
        </p:nvPicPr>
        <p:blipFill>
          <a:blip r:embed="rId3"/>
          <a:stretch>
            <a:fillRect/>
          </a:stretch>
        </p:blipFill>
        <p:spPr>
          <a:xfrm>
            <a:off x="492662" y="1771328"/>
            <a:ext cx="3609247" cy="4511158"/>
          </a:xfrm>
          <a:prstGeom prst="rect">
            <a:avLst/>
          </a:prstGeom>
        </p:spPr>
      </p:pic>
      <p:sp>
        <p:nvSpPr>
          <p:cNvPr id="5" name="Content Placeholder 4">
            <a:extLst>
              <a:ext uri="{FF2B5EF4-FFF2-40B4-BE49-F238E27FC236}">
                <a16:creationId xmlns:a16="http://schemas.microsoft.com/office/drawing/2014/main" id="{2D222376-7AD7-4443-B67A-120BE12F4DDB}"/>
              </a:ext>
            </a:extLst>
          </p:cNvPr>
          <p:cNvSpPr>
            <a:spLocks noGrp="1"/>
          </p:cNvSpPr>
          <p:nvPr>
            <p:ph sz="quarter" idx="14"/>
          </p:nvPr>
        </p:nvSpPr>
        <p:spPr>
          <a:xfrm>
            <a:off x="4578799" y="2815153"/>
            <a:ext cx="3657600" cy="498016"/>
          </a:xfrm>
        </p:spPr>
        <p:txBody>
          <a:bodyPr lIns="0" tIns="18000" rIns="0" bIns="18000" anchor="ctr">
            <a:spAutoFit/>
          </a:bodyPr>
          <a:lstStyle/>
          <a:p>
            <a:pPr indent="-101600"/>
            <a:r>
              <a:rPr lang="en-US" noProof="0" dirty="0">
                <a:solidFill>
                  <a:schemeClr val="tx1"/>
                </a:solidFill>
              </a:rPr>
              <a:t>Chapter 5 – Part 3</a:t>
            </a:r>
          </a:p>
        </p:txBody>
      </p:sp>
      <p:sp>
        <p:nvSpPr>
          <p:cNvPr id="6" name="Content Placeholder 5">
            <a:extLst>
              <a:ext uri="{FF2B5EF4-FFF2-40B4-BE49-F238E27FC236}">
                <a16:creationId xmlns:a16="http://schemas.microsoft.com/office/drawing/2014/main" id="{82FD4EC9-4778-4E2F-B136-2A176CA2BA69}"/>
              </a:ext>
            </a:extLst>
          </p:cNvPr>
          <p:cNvSpPr>
            <a:spLocks noGrp="1"/>
          </p:cNvSpPr>
          <p:nvPr>
            <p:ph sz="quarter" idx="15"/>
          </p:nvPr>
        </p:nvSpPr>
        <p:spPr>
          <a:xfrm>
            <a:off x="4578798" y="3536908"/>
            <a:ext cx="3987232" cy="374906"/>
          </a:xfrm>
        </p:spPr>
        <p:txBody>
          <a:bodyPr wrap="square" lIns="0" tIns="18000" rIns="0" bIns="18000" anchor="ctr">
            <a:spAutoFit/>
          </a:bodyPr>
          <a:lstStyle/>
          <a:p>
            <a:pPr indent="-101600"/>
            <a:r>
              <a:rPr lang="en-US" noProof="0" dirty="0"/>
              <a:t>The Operational Amplifier</a:t>
            </a:r>
          </a:p>
        </p:txBody>
      </p:sp>
      <p:pic>
        <p:nvPicPr>
          <p:cNvPr id="7" name="Picture 6" descr="Pearson Logo">
            <a:extLst>
              <a:ext uri="{FF2B5EF4-FFF2-40B4-BE49-F238E27FC236}">
                <a16:creationId xmlns:a16="http://schemas.microsoft.com/office/drawing/2014/main" id="{2D6CD67E-9719-942F-6EF3-6FAF10F92244}"/>
              </a:ext>
            </a:extLst>
          </p:cNvPr>
          <p:cNvPicPr>
            <a:picLocks noChangeAspect="1"/>
          </p:cNvPicPr>
          <p:nvPr/>
        </p:nvPicPr>
        <p:blipFill>
          <a:blip r:embed="rId4"/>
          <a:stretch>
            <a:fillRect/>
          </a:stretch>
        </p:blipFill>
        <p:spPr>
          <a:xfrm>
            <a:off x="430085" y="6404072"/>
            <a:ext cx="986560" cy="310866"/>
          </a:xfrm>
          <a:prstGeom prst="rect">
            <a:avLst/>
          </a:prstGeom>
        </p:spPr>
      </p:pic>
      <p:sp>
        <p:nvSpPr>
          <p:cNvPr id="8" name="Content Placeholder 7">
            <a:extLst>
              <a:ext uri="{FF2B5EF4-FFF2-40B4-BE49-F238E27FC236}">
                <a16:creationId xmlns:a16="http://schemas.microsoft.com/office/drawing/2014/main" id="{C8E88D28-1A9F-4FC4-946F-10B4629D1438}"/>
              </a:ext>
            </a:extLst>
          </p:cNvPr>
          <p:cNvSpPr>
            <a:spLocks noGrp="1"/>
          </p:cNvSpPr>
          <p:nvPr>
            <p:ph sz="quarter" idx="17"/>
          </p:nvPr>
        </p:nvSpPr>
        <p:spPr>
          <a:xfrm>
            <a:off x="2536215" y="6455210"/>
            <a:ext cx="6177700" cy="221018"/>
          </a:xfrm>
        </p:spPr>
        <p:txBody>
          <a:bodyPr wrap="square" lIns="0" tIns="18000" rIns="0" bIns="18000" anchor="ctr">
            <a:spAutoFit/>
          </a:bodyPr>
          <a:lstStyle/>
          <a:p>
            <a:r>
              <a:rPr lang="en-US" noProof="0" dirty="0">
                <a:cs typeface="Verdana" panose="020B0604030504040204" pitchFamily="34" charset="0"/>
              </a:rPr>
              <a:t>© 2024 Pearson Education Ltd. All Rights Reserved.</a:t>
            </a:r>
          </a:p>
        </p:txBody>
      </p:sp>
    </p:spTree>
    <p:extLst>
      <p:ext uri="{BB962C8B-B14F-4D97-AF65-F5344CB8AC3E}">
        <p14:creationId xmlns:p14="http://schemas.microsoft.com/office/powerpoint/2010/main" val="380133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137B8-F44C-DCAD-B57E-E58F9EA1B5E3}"/>
              </a:ext>
            </a:extLst>
          </p:cNvPr>
          <p:cNvSpPr>
            <a:spLocks noGrp="1"/>
          </p:cNvSpPr>
          <p:nvPr>
            <p:ph type="title"/>
          </p:nvPr>
        </p:nvSpPr>
        <p:spPr>
          <a:xfrm>
            <a:off x="428065" y="160935"/>
            <a:ext cx="8247623" cy="590349"/>
          </a:xfrm>
        </p:spPr>
        <p:txBody>
          <a:bodyPr/>
          <a:lstStyle/>
          <a:p>
            <a:r>
              <a:rPr lang="en-US" noProof="0" dirty="0"/>
              <a:t>Chapter 5 – Op Amps </a:t>
            </a:r>
            <a:r>
              <a:rPr lang="en-US" sz="2800" noProof="0" dirty="0"/>
              <a:t>(2 of 4)</a:t>
            </a:r>
            <a:endParaRPr lang="en-US" noProof="0" dirty="0"/>
          </a:p>
        </p:txBody>
      </p:sp>
      <p:sp>
        <p:nvSpPr>
          <p:cNvPr id="3" name="Content Placeholder 2">
            <a:extLst>
              <a:ext uri="{FF2B5EF4-FFF2-40B4-BE49-F238E27FC236}">
                <a16:creationId xmlns:a16="http://schemas.microsoft.com/office/drawing/2014/main" id="{73559E01-FCA9-C0B3-117F-0D2938E47FF8}"/>
              </a:ext>
            </a:extLst>
          </p:cNvPr>
          <p:cNvSpPr>
            <a:spLocks noGrp="1"/>
          </p:cNvSpPr>
          <p:nvPr>
            <p:ph sz="quarter" idx="12"/>
          </p:nvPr>
        </p:nvSpPr>
        <p:spPr>
          <a:xfrm>
            <a:off x="428065" y="920495"/>
            <a:ext cx="8256588"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What op amp circuit configuration is shown here?</a:t>
            </a:r>
          </a:p>
        </p:txBody>
      </p:sp>
      <p:pic>
        <p:nvPicPr>
          <p:cNvPr id="21" name="Picture 20" descr="A circuit diagram shows an operational amplifier with positive 20 volts applied to its top vertical terminal and negative 20 volts applied to at its bottom vertical terminal. Positive pole of independent voltage source v subscript g is connected to the left terminal of the 5 kilo ohms resistor, the right terminal of which is connected to a node on the inverting input wire. This node on the inverting input wire is connected to the output terminal of the operational amplifier through a 100 kilo ohms resistor. The non inverting input terminal of the operational amplifier is connected to ground. Voltage v subscript o exists between the output terminal of the operational amplifier and ground.">
            <a:extLst>
              <a:ext uri="{FF2B5EF4-FFF2-40B4-BE49-F238E27FC236}">
                <a16:creationId xmlns:a16="http://schemas.microsoft.com/office/drawing/2014/main" id="{A64E6755-8066-FBBD-3E3E-C0D75FEBE232}"/>
              </a:ext>
            </a:extLst>
          </p:cNvPr>
          <p:cNvPicPr>
            <a:picLocks noChangeAspect="1" noChangeArrowheads="1"/>
          </p:cNvPicPr>
          <p:nvPr/>
        </p:nvPicPr>
        <p:blipFill>
          <a:blip r:embed="rId2"/>
          <a:stretch>
            <a:fillRect/>
          </a:stretch>
        </p:blipFill>
        <p:spPr bwMode="auto">
          <a:xfrm>
            <a:off x="2855327" y="1545307"/>
            <a:ext cx="3451274" cy="22792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 name="Picture 2" descr="Check mark">
            <a:extLst>
              <a:ext uri="{FF2B5EF4-FFF2-40B4-BE49-F238E27FC236}">
                <a16:creationId xmlns:a16="http://schemas.microsoft.com/office/drawing/2014/main" id="{5EF768CE-DA21-008F-D673-A37868B69C0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8898" y="4217636"/>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Content Placeholder 3">
            <a:extLst>
              <a:ext uri="{FF2B5EF4-FFF2-40B4-BE49-F238E27FC236}">
                <a16:creationId xmlns:a16="http://schemas.microsoft.com/office/drawing/2014/main" id="{BA5237BF-001B-F54B-8768-A87F98F009ED}"/>
              </a:ext>
            </a:extLst>
          </p:cNvPr>
          <p:cNvSpPr>
            <a:spLocks noGrp="1"/>
          </p:cNvSpPr>
          <p:nvPr>
            <p:ph sz="quarter" idx="13"/>
          </p:nvPr>
        </p:nvSpPr>
        <p:spPr>
          <a:xfrm>
            <a:off x="1470211" y="4137914"/>
            <a:ext cx="2814918"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a:t>
            </a:r>
            <a:r>
              <a:rPr lang="en-US" sz="2400" noProof="0" dirty="0"/>
              <a:t> Inverting amplifier</a:t>
            </a:r>
          </a:p>
        </p:txBody>
      </p:sp>
      <p:pic>
        <p:nvPicPr>
          <p:cNvPr id="23" name="Picture 22" descr="Cross mark">
            <a:extLst>
              <a:ext uri="{FF2B5EF4-FFF2-40B4-BE49-F238E27FC236}">
                <a16:creationId xmlns:a16="http://schemas.microsoft.com/office/drawing/2014/main" id="{D900AB0C-D5D9-BE74-534B-AD74CAE4451B}"/>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40578" y="4721840"/>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Content Placeholder 4">
            <a:extLst>
              <a:ext uri="{FF2B5EF4-FFF2-40B4-BE49-F238E27FC236}">
                <a16:creationId xmlns:a16="http://schemas.microsoft.com/office/drawing/2014/main" id="{5934309C-36F5-21D5-338B-6B1C8DC6E584}"/>
              </a:ext>
            </a:extLst>
          </p:cNvPr>
          <p:cNvSpPr>
            <a:spLocks noGrp="1"/>
          </p:cNvSpPr>
          <p:nvPr>
            <p:ph sz="quarter" idx="14"/>
          </p:nvPr>
        </p:nvSpPr>
        <p:spPr>
          <a:xfrm>
            <a:off x="1470211" y="4648738"/>
            <a:ext cx="414412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noProof="0" dirty="0"/>
              <a:t>Inverting summing amplifier</a:t>
            </a:r>
          </a:p>
        </p:txBody>
      </p:sp>
      <p:pic>
        <p:nvPicPr>
          <p:cNvPr id="25" name="Picture 24" descr="Cross mark">
            <a:extLst>
              <a:ext uri="{FF2B5EF4-FFF2-40B4-BE49-F238E27FC236}">
                <a16:creationId xmlns:a16="http://schemas.microsoft.com/office/drawing/2014/main" id="{05DF5CA2-71D6-81BF-3D5D-897D11A85A6A}"/>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45019" y="5201982"/>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ontent Placeholder 5">
            <a:extLst>
              <a:ext uri="{FF2B5EF4-FFF2-40B4-BE49-F238E27FC236}">
                <a16:creationId xmlns:a16="http://schemas.microsoft.com/office/drawing/2014/main" id="{65B83917-E4CA-72F4-7C20-1D2F4F25F4C4}"/>
              </a:ext>
            </a:extLst>
          </p:cNvPr>
          <p:cNvSpPr>
            <a:spLocks noGrp="1"/>
          </p:cNvSpPr>
          <p:nvPr>
            <p:ph sz="quarter" idx="15"/>
          </p:nvPr>
        </p:nvSpPr>
        <p:spPr>
          <a:xfrm>
            <a:off x="1470211" y="5122894"/>
            <a:ext cx="3451275"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C.</a:t>
            </a:r>
            <a:r>
              <a:rPr lang="en-US" sz="2400" noProof="0" dirty="0"/>
              <a:t> Non-inverting amplifier</a:t>
            </a:r>
          </a:p>
        </p:txBody>
      </p:sp>
      <p:pic>
        <p:nvPicPr>
          <p:cNvPr id="26" name="Picture 5" descr="Cross mark">
            <a:extLst>
              <a:ext uri="{FF2B5EF4-FFF2-40B4-BE49-F238E27FC236}">
                <a16:creationId xmlns:a16="http://schemas.microsoft.com/office/drawing/2014/main" id="{BDFF0397-FC14-7BFF-C709-A68A9CEB7AD0}"/>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062947" y="5702909"/>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Content Placeholder 6">
            <a:extLst>
              <a:ext uri="{FF2B5EF4-FFF2-40B4-BE49-F238E27FC236}">
                <a16:creationId xmlns:a16="http://schemas.microsoft.com/office/drawing/2014/main" id="{75F79B95-6B6A-69DB-19CC-401825252E97}"/>
              </a:ext>
            </a:extLst>
          </p:cNvPr>
          <p:cNvSpPr>
            <a:spLocks noGrp="1"/>
          </p:cNvSpPr>
          <p:nvPr>
            <p:ph sz="quarter" idx="16"/>
          </p:nvPr>
        </p:nvSpPr>
        <p:spPr>
          <a:xfrm>
            <a:off x="1470211" y="5630743"/>
            <a:ext cx="476922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D.</a:t>
            </a:r>
            <a:r>
              <a:rPr lang="en-US" sz="2400" noProof="0" dirty="0"/>
              <a:t> Non-inverting summing amplifier</a:t>
            </a:r>
          </a:p>
        </p:txBody>
      </p:sp>
    </p:spTree>
    <p:extLst>
      <p:ext uri="{BB962C8B-B14F-4D97-AF65-F5344CB8AC3E}">
        <p14:creationId xmlns:p14="http://schemas.microsoft.com/office/powerpoint/2010/main" val="40862573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5E213-CD89-F4EF-7890-3C7D48CAB0EF}"/>
              </a:ext>
            </a:extLst>
          </p:cNvPr>
          <p:cNvSpPr>
            <a:spLocks noGrp="1"/>
          </p:cNvSpPr>
          <p:nvPr>
            <p:ph type="title"/>
          </p:nvPr>
        </p:nvSpPr>
        <p:spPr>
          <a:xfrm>
            <a:off x="428065" y="160932"/>
            <a:ext cx="8247623" cy="590349"/>
          </a:xfrm>
        </p:spPr>
        <p:txBody>
          <a:bodyPr/>
          <a:lstStyle/>
          <a:p>
            <a:r>
              <a:rPr lang="en-US" noProof="0" dirty="0"/>
              <a:t>Chapter 5 – Op Amps </a:t>
            </a:r>
            <a:r>
              <a:rPr lang="en-US" sz="2800" noProof="0" dirty="0"/>
              <a:t>(3 of 4)</a:t>
            </a:r>
            <a:endParaRPr lang="en-US" noProof="0" dirty="0"/>
          </a:p>
        </p:txBody>
      </p:sp>
      <p:sp>
        <p:nvSpPr>
          <p:cNvPr id="3" name="Content Placeholder 2">
            <a:extLst>
              <a:ext uri="{FF2B5EF4-FFF2-40B4-BE49-F238E27FC236}">
                <a16:creationId xmlns:a16="http://schemas.microsoft.com/office/drawing/2014/main" id="{CFB4E071-8E5C-604B-8DE5-13F909C39E04}"/>
              </a:ext>
            </a:extLst>
          </p:cNvPr>
          <p:cNvSpPr>
            <a:spLocks noGrp="1"/>
          </p:cNvSpPr>
          <p:nvPr>
            <p:ph sz="quarter" idx="12"/>
          </p:nvPr>
        </p:nvSpPr>
        <p:spPr>
          <a:xfrm>
            <a:off x="428065" y="919735"/>
            <a:ext cx="1242073"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Suppose</a:t>
            </a:r>
          </a:p>
        </p:txBody>
      </p:sp>
      <p:graphicFrame>
        <p:nvGraphicFramePr>
          <p:cNvPr id="21" name="Object 20" descr="v subscript g Baseline equals 0.5 V.">
            <a:extLst>
              <a:ext uri="{FF2B5EF4-FFF2-40B4-BE49-F238E27FC236}">
                <a16:creationId xmlns:a16="http://schemas.microsoft.com/office/drawing/2014/main" id="{C8C9F734-8113-A7CC-14A4-35068294C58B}"/>
              </a:ext>
            </a:extLst>
          </p:cNvPr>
          <p:cNvGraphicFramePr>
            <a:graphicFrameLocks noChangeAspect="1"/>
          </p:cNvGraphicFramePr>
          <p:nvPr>
            <p:extLst>
              <p:ext uri="{D42A27DB-BD31-4B8C-83A1-F6EECF244321}">
                <p14:modId xmlns:p14="http://schemas.microsoft.com/office/powerpoint/2010/main" val="1275715164"/>
              </p:ext>
            </p:extLst>
          </p:nvPr>
        </p:nvGraphicFramePr>
        <p:xfrm>
          <a:off x="1736728" y="963428"/>
          <a:ext cx="1246188" cy="439737"/>
        </p:xfrm>
        <a:graphic>
          <a:graphicData uri="http://schemas.openxmlformats.org/presentationml/2006/ole">
            <mc:AlternateContent xmlns:mc="http://schemas.openxmlformats.org/markup-compatibility/2006">
              <mc:Choice xmlns:v="urn:schemas-microsoft-com:vml" Requires="v">
                <p:oleObj name="Equation" r:id="rId2" imgW="685800" imgH="241200" progId="Equation.DSMT4">
                  <p:embed/>
                </p:oleObj>
              </mc:Choice>
              <mc:Fallback>
                <p:oleObj name="Equation" r:id="rId2" imgW="685800" imgH="241200" progId="Equation.DSMT4">
                  <p:embed/>
                  <p:pic>
                    <p:nvPicPr>
                      <p:cNvPr id="17" name="Object 16">
                        <a:extLst>
                          <a:ext uri="{FF2B5EF4-FFF2-40B4-BE49-F238E27FC236}">
                            <a16:creationId xmlns:a16="http://schemas.microsoft.com/office/drawing/2014/main" id="{0D78D027-51DC-48A3-9168-B76DA1351B14}"/>
                          </a:ext>
                        </a:extLst>
                      </p:cNvPr>
                      <p:cNvPicPr>
                        <a:picLocks noChangeAspect="1" noChangeArrowheads="1"/>
                      </p:cNvPicPr>
                      <p:nvPr/>
                    </p:nvPicPr>
                    <p:blipFill>
                      <a:blip r:embed="rId3"/>
                      <a:srcRect/>
                      <a:stretch>
                        <a:fillRect/>
                      </a:stretch>
                    </p:blipFill>
                    <p:spPr bwMode="auto">
                      <a:xfrm>
                        <a:off x="1736728" y="963428"/>
                        <a:ext cx="1246188" cy="4397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Content Placeholder 3">
            <a:extLst>
              <a:ext uri="{FF2B5EF4-FFF2-40B4-BE49-F238E27FC236}">
                <a16:creationId xmlns:a16="http://schemas.microsoft.com/office/drawing/2014/main" id="{B7DE8B9D-FE81-F2B6-C174-20ADE74BF959}"/>
              </a:ext>
            </a:extLst>
          </p:cNvPr>
          <p:cNvSpPr>
            <a:spLocks noGrp="1"/>
          </p:cNvSpPr>
          <p:nvPr>
            <p:ph sz="quarter" idx="13"/>
          </p:nvPr>
        </p:nvSpPr>
        <p:spPr>
          <a:xfrm>
            <a:off x="3118459" y="921583"/>
            <a:ext cx="5171746"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Assuming the op amp is ideal, what is</a:t>
            </a:r>
          </a:p>
        </p:txBody>
      </p:sp>
      <p:graphicFrame>
        <p:nvGraphicFramePr>
          <p:cNvPr id="22" name="Object 21" descr="V subscript o Baseline?">
            <a:extLst>
              <a:ext uri="{FF2B5EF4-FFF2-40B4-BE49-F238E27FC236}">
                <a16:creationId xmlns:a16="http://schemas.microsoft.com/office/drawing/2014/main" id="{625CDBC1-47AA-51DF-BD23-317740C3A104}"/>
              </a:ext>
            </a:extLst>
          </p:cNvPr>
          <p:cNvGraphicFramePr>
            <a:graphicFrameLocks noChangeAspect="1"/>
          </p:cNvGraphicFramePr>
          <p:nvPr>
            <p:extLst>
              <p:ext uri="{D42A27DB-BD31-4B8C-83A1-F6EECF244321}">
                <p14:modId xmlns:p14="http://schemas.microsoft.com/office/powerpoint/2010/main" val="2945822316"/>
              </p:ext>
            </p:extLst>
          </p:nvPr>
        </p:nvGraphicFramePr>
        <p:xfrm>
          <a:off x="425825" y="1431925"/>
          <a:ext cx="530225" cy="415925"/>
        </p:xfrm>
        <a:graphic>
          <a:graphicData uri="http://schemas.openxmlformats.org/presentationml/2006/ole">
            <mc:AlternateContent xmlns:mc="http://schemas.openxmlformats.org/markup-compatibility/2006">
              <mc:Choice xmlns:v="urn:schemas-microsoft-com:vml" Requires="v">
                <p:oleObj name="Equation" r:id="rId4" imgW="291960" imgH="228600" progId="Equation.DSMT4">
                  <p:embed/>
                </p:oleObj>
              </mc:Choice>
              <mc:Fallback>
                <p:oleObj name="Equation" r:id="rId4" imgW="291960" imgH="228600" progId="Equation.DSMT4">
                  <p:embed/>
                  <p:pic>
                    <p:nvPicPr>
                      <p:cNvPr id="18" name="Object 17">
                        <a:extLst>
                          <a:ext uri="{FF2B5EF4-FFF2-40B4-BE49-F238E27FC236}">
                            <a16:creationId xmlns:a16="http://schemas.microsoft.com/office/drawing/2014/main" id="{A095D27E-5BEF-422A-B911-2E03D51C3E73}"/>
                          </a:ext>
                        </a:extLst>
                      </p:cNvPr>
                      <p:cNvPicPr>
                        <a:picLocks noChangeAspect="1" noChangeArrowheads="1"/>
                      </p:cNvPicPr>
                      <p:nvPr/>
                    </p:nvPicPr>
                    <p:blipFill>
                      <a:blip r:embed="rId5"/>
                      <a:srcRect/>
                      <a:stretch>
                        <a:fillRect/>
                      </a:stretch>
                    </p:blipFill>
                    <p:spPr bwMode="auto">
                      <a:xfrm>
                        <a:off x="425825" y="1431925"/>
                        <a:ext cx="530225" cy="415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23" name="Picture 22" descr="A circuit diagram shows an operational amplifier with positive 20 volts applied to its top vertical terminal and negative 20 volts applied to at its bottom vertical terminal. Positive pole of independent voltage source v subscript g is connected to the left terminal of the 5 kilo ohms resistor, the right terminal of which is connected to a node on the inverting input wire. This node on the inverting input wire is connected to the output terminal of the operational amplifier through a 100 kilo ohms resistor. The non inverting input terminal of the operational amplifier is connected to ground. Voltage v subscript o exists between the output terminal of the operational amplifier and ground.">
            <a:extLst>
              <a:ext uri="{FF2B5EF4-FFF2-40B4-BE49-F238E27FC236}">
                <a16:creationId xmlns:a16="http://schemas.microsoft.com/office/drawing/2014/main" id="{060CD72E-760B-1B54-D222-7EB9922308E1}"/>
              </a:ext>
            </a:extLst>
          </p:cNvPr>
          <p:cNvPicPr>
            <a:picLocks noChangeAspect="1" noChangeArrowheads="1"/>
          </p:cNvPicPr>
          <p:nvPr/>
        </p:nvPicPr>
        <p:blipFill>
          <a:blip r:embed="rId6"/>
          <a:stretch>
            <a:fillRect/>
          </a:stretch>
        </p:blipFill>
        <p:spPr bwMode="auto">
          <a:xfrm>
            <a:off x="2855324" y="1903897"/>
            <a:ext cx="3451274" cy="22792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4" name="Picture 23" descr="Cross mark">
            <a:extLst>
              <a:ext uri="{FF2B5EF4-FFF2-40B4-BE49-F238E27FC236}">
                <a16:creationId xmlns:a16="http://schemas.microsoft.com/office/drawing/2014/main" id="{AE0D6259-93E3-6D33-1484-228FF6F3FF4B}"/>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31613" y="4694950"/>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Content Placeholder 4">
            <a:extLst>
              <a:ext uri="{FF2B5EF4-FFF2-40B4-BE49-F238E27FC236}">
                <a16:creationId xmlns:a16="http://schemas.microsoft.com/office/drawing/2014/main" id="{31282D89-BFBB-422E-2FDA-DEC6D0C530AB}"/>
              </a:ext>
            </a:extLst>
          </p:cNvPr>
          <p:cNvSpPr>
            <a:spLocks noGrp="1"/>
          </p:cNvSpPr>
          <p:nvPr>
            <p:ph sz="quarter" idx="14"/>
          </p:nvPr>
        </p:nvSpPr>
        <p:spPr>
          <a:xfrm>
            <a:off x="1445323" y="4621848"/>
            <a:ext cx="1115424"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A. </a:t>
            </a:r>
            <a:r>
              <a:rPr lang="en-US" sz="2400" noProof="0" dirty="0"/>
              <a:t>10 V</a:t>
            </a:r>
          </a:p>
        </p:txBody>
      </p:sp>
      <p:pic>
        <p:nvPicPr>
          <p:cNvPr id="27" name="Picture 5" descr="Cross mark">
            <a:extLst>
              <a:ext uri="{FF2B5EF4-FFF2-40B4-BE49-F238E27FC236}">
                <a16:creationId xmlns:a16="http://schemas.microsoft.com/office/drawing/2014/main" id="{1D9C2C92-99C4-2412-5677-ABE57C10E5FE}"/>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1053984" y="5182293"/>
            <a:ext cx="282472" cy="25948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Content Placeholder 5">
            <a:extLst>
              <a:ext uri="{FF2B5EF4-FFF2-40B4-BE49-F238E27FC236}">
                <a16:creationId xmlns:a16="http://schemas.microsoft.com/office/drawing/2014/main" id="{DF6AB21B-2486-E79E-E972-EE8F08F51413}"/>
              </a:ext>
            </a:extLst>
          </p:cNvPr>
          <p:cNvSpPr>
            <a:spLocks noGrp="1"/>
          </p:cNvSpPr>
          <p:nvPr>
            <p:ph sz="quarter" idx="15"/>
          </p:nvPr>
        </p:nvSpPr>
        <p:spPr>
          <a:xfrm>
            <a:off x="1445323" y="5097801"/>
            <a:ext cx="1205460" cy="405683"/>
          </a:xfrm>
        </p:spPr>
        <p:txBody>
          <a:bodyPr wrap="square" lIns="0" tIns="18000" rIns="0" bIns="18000" anchor="ctr" anchorCtr="0">
            <a:spAutoFit/>
          </a:bodyPr>
          <a:lstStyle/>
          <a:p>
            <a:pPr marL="0" indent="0">
              <a:spcBef>
                <a:spcPts val="600"/>
              </a:spcBef>
              <a:buNone/>
            </a:pPr>
            <a:r>
              <a:rPr lang="en-US" sz="2400" noProof="0" dirty="0">
                <a:solidFill>
                  <a:srgbClr val="007FA3"/>
                </a:solidFill>
              </a:rPr>
              <a:t>B. </a:t>
            </a:r>
            <a:r>
              <a:rPr lang="en-US" sz="2400" noProof="0" dirty="0">
                <a:latin typeface="Arial" panose="020B0604020202020204" pitchFamily="34" charset="0"/>
                <a:cs typeface="Arial" panose="020B0604020202020204" pitchFamily="34" charset="0"/>
              </a:rPr>
              <a:t>−</a:t>
            </a:r>
            <a:r>
              <a:rPr lang="en-US" sz="2400" noProof="0" dirty="0"/>
              <a:t>20 V</a:t>
            </a:r>
          </a:p>
        </p:txBody>
      </p:sp>
      <p:pic>
        <p:nvPicPr>
          <p:cNvPr id="28" name="Picture 2" descr="Check mark">
            <a:extLst>
              <a:ext uri="{FF2B5EF4-FFF2-40B4-BE49-F238E27FC236}">
                <a16:creationId xmlns:a16="http://schemas.microsoft.com/office/drawing/2014/main" id="{F41EEE2D-F751-0179-CB76-B89BA90029FD}"/>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1042703" y="5644711"/>
            <a:ext cx="280501" cy="2462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 name="Content Placeholder 6">
            <a:extLst>
              <a:ext uri="{FF2B5EF4-FFF2-40B4-BE49-F238E27FC236}">
                <a16:creationId xmlns:a16="http://schemas.microsoft.com/office/drawing/2014/main" id="{ED3B5625-82AE-8C7A-6860-A72B2C682CF0}"/>
              </a:ext>
            </a:extLst>
          </p:cNvPr>
          <p:cNvSpPr>
            <a:spLocks noGrp="1"/>
          </p:cNvSpPr>
          <p:nvPr>
            <p:ph sz="quarter" idx="16"/>
          </p:nvPr>
        </p:nvSpPr>
        <p:spPr>
          <a:xfrm>
            <a:off x="1445323" y="5573754"/>
            <a:ext cx="1316063" cy="405683"/>
          </a:xfrm>
        </p:spPr>
        <p:txBody>
          <a:bodyPr lIns="0" tIns="18000" rIns="0" bIns="18000" anchor="ctr" anchorCtr="0">
            <a:spAutoFit/>
          </a:bodyPr>
          <a:lstStyle/>
          <a:p>
            <a:pPr marL="0" indent="0">
              <a:spcBef>
                <a:spcPts val="600"/>
              </a:spcBef>
              <a:buNone/>
            </a:pPr>
            <a:r>
              <a:rPr lang="en-US" sz="2400" noProof="0" dirty="0">
                <a:solidFill>
                  <a:srgbClr val="007FA3"/>
                </a:solidFill>
              </a:rPr>
              <a:t>C. </a:t>
            </a:r>
            <a:r>
              <a:rPr lang="en-US" sz="2400" noProof="0" dirty="0">
                <a:latin typeface="Arial" panose="020B0604020202020204" pitchFamily="34" charset="0"/>
                <a:cs typeface="Arial" panose="020B0604020202020204" pitchFamily="34" charset="0"/>
              </a:rPr>
              <a:t>−</a:t>
            </a:r>
            <a:r>
              <a:rPr lang="en-US" sz="2400" noProof="0" dirty="0"/>
              <a:t> 10 V</a:t>
            </a:r>
          </a:p>
        </p:txBody>
      </p:sp>
    </p:spTree>
    <p:extLst>
      <p:ext uri="{BB962C8B-B14F-4D97-AF65-F5344CB8AC3E}">
        <p14:creationId xmlns:p14="http://schemas.microsoft.com/office/powerpoint/2010/main" val="1554818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B98BA720-4DF5-BF54-DF28-AF00B51A5F6D}"/>
              </a:ext>
            </a:extLst>
          </p:cNvPr>
          <p:cNvSpPr>
            <a:spLocks noGrp="1"/>
          </p:cNvSpPr>
          <p:nvPr>
            <p:ph type="title"/>
          </p:nvPr>
        </p:nvSpPr>
        <p:spPr>
          <a:xfrm>
            <a:off x="430304" y="160935"/>
            <a:ext cx="8256495" cy="590349"/>
          </a:xfrm>
        </p:spPr>
        <p:txBody>
          <a:bodyPr/>
          <a:lstStyle/>
          <a:p>
            <a:r>
              <a:rPr lang="en-US" noProof="0" dirty="0"/>
              <a:t>Chapter 5 – Op Amps </a:t>
            </a:r>
            <a:r>
              <a:rPr lang="en-US" sz="2800" noProof="0" dirty="0"/>
              <a:t>(1 of 4)</a:t>
            </a:r>
            <a:endParaRPr lang="en-US" noProof="0" dirty="0"/>
          </a:p>
        </p:txBody>
      </p:sp>
      <p:sp>
        <p:nvSpPr>
          <p:cNvPr id="6" name="Content Placeholder 5">
            <a:extLst>
              <a:ext uri="{FF2B5EF4-FFF2-40B4-BE49-F238E27FC236}">
                <a16:creationId xmlns:a16="http://schemas.microsoft.com/office/drawing/2014/main" id="{E2DEB957-7D66-72E0-A65B-93A918D542A7}"/>
              </a:ext>
            </a:extLst>
          </p:cNvPr>
          <p:cNvSpPr>
            <a:spLocks noGrp="1"/>
          </p:cNvSpPr>
          <p:nvPr>
            <p:ph sz="quarter" idx="12"/>
          </p:nvPr>
        </p:nvSpPr>
        <p:spPr>
          <a:xfrm>
            <a:off x="430305" y="920498"/>
            <a:ext cx="8256494" cy="405683"/>
          </a:xfrm>
        </p:spPr>
        <p:txBody>
          <a:bodyPr wrap="square" lIns="0" tIns="18000" rIns="0" bIns="18000" anchor="ctr" anchorCtr="0">
            <a:spAutoFit/>
          </a:bodyPr>
          <a:lstStyle/>
          <a:p>
            <a:pPr marL="0" indent="0">
              <a:spcBef>
                <a:spcPts val="600"/>
              </a:spcBef>
              <a:buNone/>
            </a:pPr>
            <a:r>
              <a:rPr lang="en-US" sz="2400" noProof="0" dirty="0"/>
              <a:t>A more realistic op amp model</a:t>
            </a:r>
          </a:p>
        </p:txBody>
      </p:sp>
      <p:sp>
        <p:nvSpPr>
          <p:cNvPr id="7" name="Content Placeholder 6">
            <a:extLst>
              <a:ext uri="{FF2B5EF4-FFF2-40B4-BE49-F238E27FC236}">
                <a16:creationId xmlns:a16="http://schemas.microsoft.com/office/drawing/2014/main" id="{B0CB3555-92D9-6D54-E787-59A612F267A6}"/>
              </a:ext>
            </a:extLst>
          </p:cNvPr>
          <p:cNvSpPr>
            <a:spLocks noGrp="1"/>
          </p:cNvSpPr>
          <p:nvPr>
            <p:ph sz="quarter" idx="13"/>
          </p:nvPr>
        </p:nvSpPr>
        <p:spPr>
          <a:xfrm>
            <a:off x="430305" y="1535514"/>
            <a:ext cx="8245383" cy="2113843"/>
          </a:xfrm>
        </p:spPr>
        <p:txBody>
          <a:bodyPr wrap="square" lIns="0" tIns="18000" rIns="0" bIns="18000" anchor="ctr" anchorCtr="0">
            <a:spAutoFit/>
          </a:bodyPr>
          <a:lstStyle/>
          <a:p>
            <a:pPr marL="0" indent="0">
              <a:spcBef>
                <a:spcPts val="600"/>
              </a:spcBef>
              <a:buNone/>
            </a:pPr>
            <a:r>
              <a:rPr lang="en-US" sz="2400" noProof="0" dirty="0"/>
              <a:t>Predicts op amp behavior in its linear region and includes three modifications to the ideal op amp:</a:t>
            </a:r>
          </a:p>
          <a:p>
            <a:pPr marL="342900" indent="-342900">
              <a:spcBef>
                <a:spcPts val="600"/>
              </a:spcBef>
            </a:pPr>
            <a:r>
              <a:rPr lang="en-US" sz="2400" noProof="0" dirty="0"/>
              <a:t>A finite input resistance</a:t>
            </a:r>
          </a:p>
          <a:p>
            <a:pPr marL="342900" indent="-342900">
              <a:spcBef>
                <a:spcPts val="600"/>
              </a:spcBef>
            </a:pPr>
            <a:r>
              <a:rPr lang="en-US" sz="2400" noProof="0" dirty="0"/>
              <a:t>A finite open-loop gain</a:t>
            </a:r>
          </a:p>
          <a:p>
            <a:pPr marL="342900" indent="-342900">
              <a:spcBef>
                <a:spcPts val="600"/>
              </a:spcBef>
            </a:pPr>
            <a:r>
              <a:rPr lang="en-US" sz="2400" noProof="0" dirty="0"/>
              <a:t>A non-zero output resistance</a:t>
            </a:r>
          </a:p>
        </p:txBody>
      </p:sp>
      <p:pic>
        <p:nvPicPr>
          <p:cNvPr id="3" name="Picture 2" descr="A circuit diagram shows the internal components of an operational amplifier. Resistor R subscript i connects the non-inverting and inverting terminals. Voltage v subscript p exists between the non inverting terminal and ground. Voltage v subscript n exists between the inverting terminal and ground. Current i subscript p flows into the non inverting terminal. Current i subscript n flows into the inverting terminal. A voltage dependent voltage source A multiplied by the difference between Voltage v subscript p and Voltage v subscript n has positive polarity at top and negative at bottom. The positive terminal of this voltage dependent voltage source is connected to the left terminal of resistor R subscript o, the right terminal of which forms the output terminal. Voltage v subscript o develops between the output terminal and ground. Current I subscript o flows into the output terminal of the operational amplifier. ">
            <a:extLst>
              <a:ext uri="{FF2B5EF4-FFF2-40B4-BE49-F238E27FC236}">
                <a16:creationId xmlns:a16="http://schemas.microsoft.com/office/drawing/2014/main" id="{678CEEF1-37A9-7FB0-ECC9-7AA693F53848}"/>
              </a:ext>
            </a:extLst>
          </p:cNvPr>
          <p:cNvPicPr>
            <a:picLocks noChangeAspect="1"/>
          </p:cNvPicPr>
          <p:nvPr/>
        </p:nvPicPr>
        <p:blipFill>
          <a:blip r:embed="rId2"/>
          <a:stretch>
            <a:fillRect/>
          </a:stretch>
        </p:blipFill>
        <p:spPr>
          <a:xfrm>
            <a:off x="2933018" y="3723092"/>
            <a:ext cx="3277965" cy="2482816"/>
          </a:xfrm>
          <a:prstGeom prst="rect">
            <a:avLst/>
          </a:prstGeom>
        </p:spPr>
      </p:pic>
    </p:spTree>
    <p:extLst>
      <p:ext uri="{BB962C8B-B14F-4D97-AF65-F5344CB8AC3E}">
        <p14:creationId xmlns:p14="http://schemas.microsoft.com/office/powerpoint/2010/main" val="3341516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8B3B7-B34B-9455-5092-B58402BCA37B}"/>
              </a:ext>
            </a:extLst>
          </p:cNvPr>
          <p:cNvSpPr>
            <a:spLocks noGrp="1"/>
          </p:cNvSpPr>
          <p:nvPr>
            <p:ph type="title"/>
          </p:nvPr>
        </p:nvSpPr>
        <p:spPr>
          <a:xfrm>
            <a:off x="430304" y="160934"/>
            <a:ext cx="8245383" cy="590349"/>
          </a:xfrm>
        </p:spPr>
        <p:txBody>
          <a:bodyPr/>
          <a:lstStyle/>
          <a:p>
            <a:r>
              <a:rPr lang="en-US" noProof="0" dirty="0"/>
              <a:t>Chapter 5 – Op Amps </a:t>
            </a:r>
            <a:r>
              <a:rPr lang="en-US" sz="2800" noProof="0" dirty="0"/>
              <a:t>(4 of 4)</a:t>
            </a:r>
            <a:endParaRPr lang="en-US" noProof="0" dirty="0"/>
          </a:p>
        </p:txBody>
      </p:sp>
      <p:sp>
        <p:nvSpPr>
          <p:cNvPr id="3" name="Content Placeholder 2">
            <a:extLst>
              <a:ext uri="{FF2B5EF4-FFF2-40B4-BE49-F238E27FC236}">
                <a16:creationId xmlns:a16="http://schemas.microsoft.com/office/drawing/2014/main" id="{8679AB0B-421C-692D-828B-AB6E65D76064}"/>
              </a:ext>
            </a:extLst>
          </p:cNvPr>
          <p:cNvSpPr>
            <a:spLocks noGrp="1"/>
          </p:cNvSpPr>
          <p:nvPr>
            <p:ph sz="quarter" idx="12"/>
          </p:nvPr>
        </p:nvSpPr>
        <p:spPr>
          <a:xfrm>
            <a:off x="430304" y="926553"/>
            <a:ext cx="8245384" cy="374906"/>
          </a:xfrm>
        </p:spPr>
        <p:txBody>
          <a:bodyPr wrap="square" lIns="0" tIns="18000" rIns="0" bIns="18000" anchor="ctr" anchorCtr="0">
            <a:spAutoFit/>
          </a:bodyPr>
          <a:lstStyle/>
          <a:p>
            <a:pPr marL="0" indent="0">
              <a:spcBef>
                <a:spcPts val="600"/>
              </a:spcBef>
              <a:buNone/>
            </a:pPr>
            <a:r>
              <a:rPr lang="en-US" sz="2200" noProof="0" dirty="0"/>
              <a:t>Now let’s use the more realistic model for the op amp to analyze</a:t>
            </a:r>
          </a:p>
        </p:txBody>
      </p:sp>
      <p:sp>
        <p:nvSpPr>
          <p:cNvPr id="4" name="Content Placeholder 3">
            <a:extLst>
              <a:ext uri="{FF2B5EF4-FFF2-40B4-BE49-F238E27FC236}">
                <a16:creationId xmlns:a16="http://schemas.microsoft.com/office/drawing/2014/main" id="{356F5307-E568-FDDC-6E6C-D30070E853A0}"/>
              </a:ext>
            </a:extLst>
          </p:cNvPr>
          <p:cNvSpPr>
            <a:spLocks noGrp="1"/>
          </p:cNvSpPr>
          <p:nvPr>
            <p:ph sz="quarter" idx="13"/>
          </p:nvPr>
        </p:nvSpPr>
        <p:spPr>
          <a:xfrm>
            <a:off x="430304" y="1379467"/>
            <a:ext cx="6633881" cy="374906"/>
          </a:xfrm>
        </p:spPr>
        <p:txBody>
          <a:bodyPr wrap="square" lIns="0" tIns="18000" rIns="0" bIns="18000" anchor="ctr" anchorCtr="0">
            <a:spAutoFit/>
          </a:bodyPr>
          <a:lstStyle/>
          <a:p>
            <a:pPr marL="0" indent="0">
              <a:spcBef>
                <a:spcPts val="600"/>
              </a:spcBef>
              <a:buNone/>
            </a:pPr>
            <a:r>
              <a:rPr lang="en-US" sz="2200" noProof="0" dirty="0"/>
              <a:t>the inverting amplifier. Assume the input resistance is</a:t>
            </a:r>
          </a:p>
        </p:txBody>
      </p:sp>
      <p:graphicFrame>
        <p:nvGraphicFramePr>
          <p:cNvPr id="16" name="Object 15" descr="500 k uppercase Omega,">
            <a:extLst>
              <a:ext uri="{FF2B5EF4-FFF2-40B4-BE49-F238E27FC236}">
                <a16:creationId xmlns:a16="http://schemas.microsoft.com/office/drawing/2014/main" id="{D6DCA9EB-82EB-4256-409F-37484616E868}"/>
              </a:ext>
            </a:extLst>
          </p:cNvPr>
          <p:cNvGraphicFramePr>
            <a:graphicFrameLocks noChangeAspect="1"/>
          </p:cNvGraphicFramePr>
          <p:nvPr>
            <p:extLst>
              <p:ext uri="{D42A27DB-BD31-4B8C-83A1-F6EECF244321}">
                <p14:modId xmlns:p14="http://schemas.microsoft.com/office/powerpoint/2010/main" val="3954625081"/>
              </p:ext>
            </p:extLst>
          </p:nvPr>
        </p:nvGraphicFramePr>
        <p:xfrm>
          <a:off x="7132063" y="1417638"/>
          <a:ext cx="996950" cy="365125"/>
        </p:xfrm>
        <a:graphic>
          <a:graphicData uri="http://schemas.openxmlformats.org/presentationml/2006/ole">
            <mc:AlternateContent xmlns:mc="http://schemas.openxmlformats.org/markup-compatibility/2006">
              <mc:Choice xmlns:v="urn:schemas-microsoft-com:vml" Requires="v">
                <p:oleObj name="Equation" r:id="rId2" imgW="558720" imgH="203040" progId="Equation.DSMT4">
                  <p:embed/>
                </p:oleObj>
              </mc:Choice>
              <mc:Fallback>
                <p:oleObj name="Equation" r:id="rId2" imgW="558720" imgH="203040" progId="Equation.DSMT4">
                  <p:embed/>
                  <p:pic>
                    <p:nvPicPr>
                      <p:cNvPr id="4" name="Object 3">
                        <a:extLst>
                          <a:ext uri="{FF2B5EF4-FFF2-40B4-BE49-F238E27FC236}">
                            <a16:creationId xmlns:a16="http://schemas.microsoft.com/office/drawing/2014/main" id="{31711402-2D1C-FD26-7F84-AABDC097402C}"/>
                          </a:ext>
                        </a:extLst>
                      </p:cNvPr>
                      <p:cNvPicPr>
                        <a:picLocks noChangeAspect="1" noChangeArrowheads="1"/>
                      </p:cNvPicPr>
                      <p:nvPr/>
                    </p:nvPicPr>
                    <p:blipFill>
                      <a:blip r:embed="rId3"/>
                      <a:srcRect/>
                      <a:stretch>
                        <a:fillRect/>
                      </a:stretch>
                    </p:blipFill>
                    <p:spPr bwMode="auto">
                      <a:xfrm>
                        <a:off x="7132063" y="1417638"/>
                        <a:ext cx="99695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5" name="Content Placeholder 4">
            <a:extLst>
              <a:ext uri="{FF2B5EF4-FFF2-40B4-BE49-F238E27FC236}">
                <a16:creationId xmlns:a16="http://schemas.microsoft.com/office/drawing/2014/main" id="{86192512-37EE-1C1E-C515-09BF6CCB89E9}"/>
              </a:ext>
            </a:extLst>
          </p:cNvPr>
          <p:cNvSpPr>
            <a:spLocks noGrp="1"/>
          </p:cNvSpPr>
          <p:nvPr>
            <p:ph sz="quarter" idx="14"/>
          </p:nvPr>
        </p:nvSpPr>
        <p:spPr>
          <a:xfrm>
            <a:off x="8203896" y="1382272"/>
            <a:ext cx="404669" cy="374906"/>
          </a:xfrm>
        </p:spPr>
        <p:txBody>
          <a:bodyPr wrap="square" lIns="0" tIns="18000" rIns="0" bIns="18000" anchor="ctr" anchorCtr="0">
            <a:spAutoFit/>
          </a:bodyPr>
          <a:lstStyle/>
          <a:p>
            <a:pPr marL="0" indent="0">
              <a:spcBef>
                <a:spcPts val="600"/>
              </a:spcBef>
              <a:buNone/>
            </a:pPr>
            <a:r>
              <a:rPr lang="en-US" sz="2200" noProof="0" dirty="0"/>
              <a:t>the</a:t>
            </a:r>
          </a:p>
        </p:txBody>
      </p:sp>
      <p:sp>
        <p:nvSpPr>
          <p:cNvPr id="6" name="Content Placeholder 5">
            <a:extLst>
              <a:ext uri="{FF2B5EF4-FFF2-40B4-BE49-F238E27FC236}">
                <a16:creationId xmlns:a16="http://schemas.microsoft.com/office/drawing/2014/main" id="{7B57FFB4-8819-FD77-69A5-8B422FBAFE2C}"/>
              </a:ext>
            </a:extLst>
          </p:cNvPr>
          <p:cNvSpPr>
            <a:spLocks noGrp="1"/>
          </p:cNvSpPr>
          <p:nvPr>
            <p:ph sz="quarter" idx="15"/>
          </p:nvPr>
        </p:nvSpPr>
        <p:spPr>
          <a:xfrm>
            <a:off x="428065" y="1819691"/>
            <a:ext cx="2426663" cy="374906"/>
          </a:xfrm>
        </p:spPr>
        <p:txBody>
          <a:bodyPr wrap="square" lIns="0" tIns="18000" rIns="0" bIns="18000" anchor="ctr" anchorCtr="0">
            <a:spAutoFit/>
          </a:bodyPr>
          <a:lstStyle/>
          <a:p>
            <a:pPr marL="0" indent="0">
              <a:spcBef>
                <a:spcPts val="600"/>
              </a:spcBef>
              <a:buNone/>
            </a:pPr>
            <a:r>
              <a:rPr lang="en-US" sz="2200" noProof="0" dirty="0"/>
              <a:t>output resistance is</a:t>
            </a:r>
          </a:p>
        </p:txBody>
      </p:sp>
      <p:graphicFrame>
        <p:nvGraphicFramePr>
          <p:cNvPr id="17" name="Object 16" descr="5 k uppercase Omega,">
            <a:extLst>
              <a:ext uri="{FF2B5EF4-FFF2-40B4-BE49-F238E27FC236}">
                <a16:creationId xmlns:a16="http://schemas.microsoft.com/office/drawing/2014/main" id="{A715BD13-2BC8-5FA1-3FD7-15142F0AA25A}"/>
              </a:ext>
            </a:extLst>
          </p:cNvPr>
          <p:cNvGraphicFramePr>
            <a:graphicFrameLocks noChangeAspect="1"/>
          </p:cNvGraphicFramePr>
          <p:nvPr>
            <p:extLst>
              <p:ext uri="{D42A27DB-BD31-4B8C-83A1-F6EECF244321}">
                <p14:modId xmlns:p14="http://schemas.microsoft.com/office/powerpoint/2010/main" val="1505727009"/>
              </p:ext>
            </p:extLst>
          </p:nvPr>
        </p:nvGraphicFramePr>
        <p:xfrm>
          <a:off x="2922588" y="1888844"/>
          <a:ext cx="652462" cy="338137"/>
        </p:xfrm>
        <a:graphic>
          <a:graphicData uri="http://schemas.openxmlformats.org/presentationml/2006/ole">
            <mc:AlternateContent xmlns:mc="http://schemas.openxmlformats.org/markup-compatibility/2006">
              <mc:Choice xmlns:v="urn:schemas-microsoft-com:vml" Requires="v">
                <p:oleObj name="Equation" r:id="rId4" imgW="393480" imgH="203040" progId="Equation.DSMT4">
                  <p:embed/>
                </p:oleObj>
              </mc:Choice>
              <mc:Fallback>
                <p:oleObj name="Equation" r:id="rId4" imgW="393480" imgH="203040" progId="Equation.DSMT4">
                  <p:embed/>
                  <p:pic>
                    <p:nvPicPr>
                      <p:cNvPr id="5" name="Object 4">
                        <a:extLst>
                          <a:ext uri="{FF2B5EF4-FFF2-40B4-BE49-F238E27FC236}">
                            <a16:creationId xmlns:a16="http://schemas.microsoft.com/office/drawing/2014/main" id="{08BFF053-5A78-5BB8-4DFE-CE6D5BDB7350}"/>
                          </a:ext>
                        </a:extLst>
                      </p:cNvPr>
                      <p:cNvPicPr>
                        <a:picLocks noChangeAspect="1" noChangeArrowheads="1"/>
                      </p:cNvPicPr>
                      <p:nvPr/>
                    </p:nvPicPr>
                    <p:blipFill>
                      <a:blip r:embed="rId5"/>
                      <a:srcRect/>
                      <a:stretch>
                        <a:fillRect/>
                      </a:stretch>
                    </p:blipFill>
                    <p:spPr bwMode="auto">
                      <a:xfrm>
                        <a:off x="2922588" y="1888844"/>
                        <a:ext cx="652462"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Content Placeholder 6">
            <a:extLst>
              <a:ext uri="{FF2B5EF4-FFF2-40B4-BE49-F238E27FC236}">
                <a16:creationId xmlns:a16="http://schemas.microsoft.com/office/drawing/2014/main" id="{27DE0ABA-D5E4-CA19-6BDB-61104214760E}"/>
              </a:ext>
            </a:extLst>
          </p:cNvPr>
          <p:cNvSpPr>
            <a:spLocks noGrp="1"/>
          </p:cNvSpPr>
          <p:nvPr>
            <p:ph sz="quarter" idx="16"/>
          </p:nvPr>
        </p:nvSpPr>
        <p:spPr>
          <a:xfrm>
            <a:off x="3702419" y="1832357"/>
            <a:ext cx="4352140" cy="356730"/>
          </a:xfrm>
        </p:spPr>
        <p:txBody>
          <a:bodyPr wrap="square" lIns="0" tIns="18000" rIns="0" bIns="0" anchor="ctr" anchorCtr="0">
            <a:spAutoFit/>
          </a:bodyPr>
          <a:lstStyle/>
          <a:p>
            <a:pPr marL="0" indent="0">
              <a:spcBef>
                <a:spcPts val="600"/>
              </a:spcBef>
              <a:buNone/>
            </a:pPr>
            <a:r>
              <a:rPr lang="en-US" sz="2200" noProof="0" dirty="0"/>
              <a:t>and the open-loop gain is 300,000.</a:t>
            </a:r>
          </a:p>
        </p:txBody>
      </p:sp>
      <p:pic>
        <p:nvPicPr>
          <p:cNvPr id="18" name="Picture 2" descr="A circuit diagram shows the internal components of an operational amplifier. A 500 kilo ohms resistor connects the non inverting and inverting terminals. The positive terminal of a 0.5 volt independent voltage source is connected to the left terminal of a 5 kilo ohms resistor, the right terminal of which is connected to the node a on the inverting input wire. Voltage v subscript p exists between the non inverting terminal and ground. Voltage v subscript n exists between the inverting terminal and ground. &#10;A voltage dependent voltage source 300,000 multiplied by the difference between Voltage v subscript p and Voltage v subscript n has positive polarity at top and negative at bottom. The positive terminal of this voltage dependent voltage source is connected to the left terminal of a 5 kilo ohms resistor, the right terminal of which forms the output terminal. Node b exists on the output terminal. Node b is connected to node a through a 100 kilo ohms feedback resistor. Voltage v subscript o develops between the output terminal and ground.">
            <a:extLst>
              <a:ext uri="{FF2B5EF4-FFF2-40B4-BE49-F238E27FC236}">
                <a16:creationId xmlns:a16="http://schemas.microsoft.com/office/drawing/2014/main" id="{4EA8C804-28DC-895C-71F2-49148E85E2F9}"/>
              </a:ext>
            </a:extLst>
          </p:cNvPr>
          <p:cNvPicPr>
            <a:picLocks noChangeAspect="1" noChangeArrowheads="1"/>
          </p:cNvPicPr>
          <p:nvPr/>
        </p:nvPicPr>
        <p:blipFill>
          <a:blip r:embed="rId6"/>
          <a:stretch>
            <a:fillRect/>
          </a:stretch>
        </p:blipFill>
        <p:spPr bwMode="auto">
          <a:xfrm>
            <a:off x="743296" y="2372584"/>
            <a:ext cx="3545264" cy="256135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Content Placeholder 7">
            <a:extLst>
              <a:ext uri="{FF2B5EF4-FFF2-40B4-BE49-F238E27FC236}">
                <a16:creationId xmlns:a16="http://schemas.microsoft.com/office/drawing/2014/main" id="{0CCAA203-7C54-8167-6F24-1C1058274BB4}"/>
              </a:ext>
            </a:extLst>
          </p:cNvPr>
          <p:cNvSpPr>
            <a:spLocks noGrp="1"/>
          </p:cNvSpPr>
          <p:nvPr>
            <p:ph sz="quarter" idx="17"/>
          </p:nvPr>
        </p:nvSpPr>
        <p:spPr>
          <a:xfrm>
            <a:off x="4518208" y="2292338"/>
            <a:ext cx="4094725" cy="713460"/>
          </a:xfrm>
        </p:spPr>
        <p:txBody>
          <a:bodyPr wrap="square" lIns="0" tIns="18000" rIns="0" bIns="18000" anchor="ctr" anchorCtr="0">
            <a:spAutoFit/>
          </a:bodyPr>
          <a:lstStyle/>
          <a:p>
            <a:pPr marL="0" indent="0">
              <a:spcBef>
                <a:spcPts val="600"/>
              </a:spcBef>
              <a:buNone/>
            </a:pPr>
            <a:r>
              <a:rPr lang="en-US" sz="2200" noProof="0" dirty="0"/>
              <a:t>Write </a:t>
            </a:r>
            <a:r>
              <a:rPr lang="en-US" sz="2200" spc="-300" noProof="0" dirty="0"/>
              <a:t>K C </a:t>
            </a:r>
            <a:r>
              <a:rPr lang="en-US" sz="2200" noProof="0" dirty="0"/>
              <a:t>L equations at nodes a and b:</a:t>
            </a:r>
          </a:p>
        </p:txBody>
      </p:sp>
      <p:sp>
        <p:nvSpPr>
          <p:cNvPr id="9" name="Content Placeholder 8">
            <a:extLst>
              <a:ext uri="{FF2B5EF4-FFF2-40B4-BE49-F238E27FC236}">
                <a16:creationId xmlns:a16="http://schemas.microsoft.com/office/drawing/2014/main" id="{928AE223-ED37-E5B8-969B-ECCA3CA02B4E}"/>
              </a:ext>
            </a:extLst>
          </p:cNvPr>
          <p:cNvSpPr>
            <a:spLocks noGrp="1"/>
          </p:cNvSpPr>
          <p:nvPr>
            <p:ph sz="quarter" idx="18"/>
          </p:nvPr>
        </p:nvSpPr>
        <p:spPr>
          <a:xfrm>
            <a:off x="4518208" y="3139157"/>
            <a:ext cx="951708" cy="374906"/>
          </a:xfrm>
        </p:spPr>
        <p:txBody>
          <a:bodyPr wrap="square" lIns="0" tIns="18000" rIns="0" bIns="18000" anchor="ctr" anchorCtr="0">
            <a:spAutoFit/>
          </a:bodyPr>
          <a:lstStyle/>
          <a:p>
            <a:pPr marL="0" indent="0">
              <a:buNone/>
            </a:pPr>
            <a:r>
              <a:rPr lang="en-US" sz="2200" noProof="0" dirty="0"/>
              <a:t>node a:</a:t>
            </a:r>
          </a:p>
        </p:txBody>
      </p:sp>
      <p:graphicFrame>
        <p:nvGraphicFramePr>
          <p:cNvPr id="19" name="Object 18" descr="StartFraction v subscript n Baseline minus 0.5 over 5000 EndFraction plus StartFraction v subscript n Baseline over 500,000 EndFraction plus StartFraction v subscript n Baseline minus v subscript o Baseline over 100,000 EndFraction equals 0.">
            <a:extLst>
              <a:ext uri="{FF2B5EF4-FFF2-40B4-BE49-F238E27FC236}">
                <a16:creationId xmlns:a16="http://schemas.microsoft.com/office/drawing/2014/main" id="{23E8C66C-34D2-3D3C-623E-DEAD810B17AE}"/>
              </a:ext>
            </a:extLst>
          </p:cNvPr>
          <p:cNvGraphicFramePr>
            <a:graphicFrameLocks noChangeAspect="1"/>
          </p:cNvGraphicFramePr>
          <p:nvPr>
            <p:extLst>
              <p:ext uri="{D42A27DB-BD31-4B8C-83A1-F6EECF244321}">
                <p14:modId xmlns:p14="http://schemas.microsoft.com/office/powerpoint/2010/main" val="3643559452"/>
              </p:ext>
            </p:extLst>
          </p:nvPr>
        </p:nvGraphicFramePr>
        <p:xfrm>
          <a:off x="5560611" y="3080828"/>
          <a:ext cx="3117850" cy="600075"/>
        </p:xfrm>
        <a:graphic>
          <a:graphicData uri="http://schemas.openxmlformats.org/presentationml/2006/ole">
            <mc:AlternateContent xmlns:mc="http://schemas.openxmlformats.org/markup-compatibility/2006">
              <mc:Choice xmlns:v="urn:schemas-microsoft-com:vml" Requires="v">
                <p:oleObj name="Equation" r:id="rId7" imgW="2247840" imgH="431640" progId="Equation.DSMT4">
                  <p:embed/>
                </p:oleObj>
              </mc:Choice>
              <mc:Fallback>
                <p:oleObj name="Equation" r:id="rId7" imgW="2247840" imgH="431640" progId="Equation.DSMT4">
                  <p:embed/>
                  <p:pic>
                    <p:nvPicPr>
                      <p:cNvPr id="7" name="Object 6">
                        <a:extLst>
                          <a:ext uri="{FF2B5EF4-FFF2-40B4-BE49-F238E27FC236}">
                            <a16:creationId xmlns:a16="http://schemas.microsoft.com/office/drawing/2014/main" id="{73A4468C-12AC-9190-6908-E9F64949C6A4}"/>
                          </a:ext>
                        </a:extLst>
                      </p:cNvPr>
                      <p:cNvPicPr>
                        <a:picLocks noChangeAspect="1" noChangeArrowheads="1"/>
                      </p:cNvPicPr>
                      <p:nvPr/>
                    </p:nvPicPr>
                    <p:blipFill>
                      <a:blip r:embed="rId8"/>
                      <a:srcRect/>
                      <a:stretch>
                        <a:fillRect/>
                      </a:stretch>
                    </p:blipFill>
                    <p:spPr bwMode="auto">
                      <a:xfrm>
                        <a:off x="5560611" y="3080828"/>
                        <a:ext cx="3117850"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Content Placeholder 9">
            <a:extLst>
              <a:ext uri="{FF2B5EF4-FFF2-40B4-BE49-F238E27FC236}">
                <a16:creationId xmlns:a16="http://schemas.microsoft.com/office/drawing/2014/main" id="{8C9C137E-C3E1-EE4E-DB0A-9E314A0716A0}"/>
              </a:ext>
            </a:extLst>
          </p:cNvPr>
          <p:cNvSpPr>
            <a:spLocks noGrp="1"/>
          </p:cNvSpPr>
          <p:nvPr>
            <p:ph sz="quarter" idx="19"/>
          </p:nvPr>
        </p:nvSpPr>
        <p:spPr>
          <a:xfrm>
            <a:off x="4517135" y="3906850"/>
            <a:ext cx="951708" cy="374906"/>
          </a:xfrm>
        </p:spPr>
        <p:txBody>
          <a:bodyPr wrap="square" lIns="0" tIns="18000" rIns="0" bIns="18000" anchor="ctr" anchorCtr="0">
            <a:spAutoFit/>
          </a:bodyPr>
          <a:lstStyle/>
          <a:p>
            <a:pPr marL="0" indent="0">
              <a:buNone/>
            </a:pPr>
            <a:r>
              <a:rPr lang="en-US" sz="2200" noProof="0" dirty="0"/>
              <a:t>node b:</a:t>
            </a:r>
          </a:p>
        </p:txBody>
      </p:sp>
      <p:graphicFrame>
        <p:nvGraphicFramePr>
          <p:cNvPr id="20" name="Object 19" descr="StartFraction v subscript o Baseline minus v subscript n Baseline over 100,000 EndFraction plus StartFraction v subscript o Baseline minus 300,000 OpenParenthesis negative v subscript n Baseline CloseParenthesis over 5000 EndFraction equals 0.">
            <a:extLst>
              <a:ext uri="{FF2B5EF4-FFF2-40B4-BE49-F238E27FC236}">
                <a16:creationId xmlns:a16="http://schemas.microsoft.com/office/drawing/2014/main" id="{911FFA76-A29D-6C6B-527F-C640F109AC9E}"/>
              </a:ext>
            </a:extLst>
          </p:cNvPr>
          <p:cNvGraphicFramePr>
            <a:graphicFrameLocks noChangeAspect="1"/>
          </p:cNvGraphicFramePr>
          <p:nvPr>
            <p:extLst>
              <p:ext uri="{D42A27DB-BD31-4B8C-83A1-F6EECF244321}">
                <p14:modId xmlns:p14="http://schemas.microsoft.com/office/powerpoint/2010/main" val="2010613500"/>
              </p:ext>
            </p:extLst>
          </p:nvPr>
        </p:nvGraphicFramePr>
        <p:xfrm>
          <a:off x="5507971" y="3793939"/>
          <a:ext cx="3100388" cy="636587"/>
        </p:xfrm>
        <a:graphic>
          <a:graphicData uri="http://schemas.openxmlformats.org/presentationml/2006/ole">
            <mc:AlternateContent xmlns:mc="http://schemas.openxmlformats.org/markup-compatibility/2006">
              <mc:Choice xmlns:v="urn:schemas-microsoft-com:vml" Requires="v">
                <p:oleObj name="Equation" r:id="rId9" imgW="2234880" imgH="457200" progId="Equation.DSMT4">
                  <p:embed/>
                </p:oleObj>
              </mc:Choice>
              <mc:Fallback>
                <p:oleObj name="Equation" r:id="rId9" imgW="2234880" imgH="457200" progId="Equation.DSMT4">
                  <p:embed/>
                  <p:pic>
                    <p:nvPicPr>
                      <p:cNvPr id="19" name="Object 18">
                        <a:extLst>
                          <a:ext uri="{FF2B5EF4-FFF2-40B4-BE49-F238E27FC236}">
                            <a16:creationId xmlns:a16="http://schemas.microsoft.com/office/drawing/2014/main" id="{277E40F6-DE86-C4FB-7B1E-3DF570C3B15E}"/>
                          </a:ext>
                        </a:extLst>
                      </p:cNvPr>
                      <p:cNvPicPr>
                        <a:picLocks noChangeAspect="1" noChangeArrowheads="1"/>
                      </p:cNvPicPr>
                      <p:nvPr/>
                    </p:nvPicPr>
                    <p:blipFill>
                      <a:blip r:embed="rId10"/>
                      <a:srcRect/>
                      <a:stretch>
                        <a:fillRect/>
                      </a:stretch>
                    </p:blipFill>
                    <p:spPr bwMode="auto">
                      <a:xfrm>
                        <a:off x="5507971" y="3793939"/>
                        <a:ext cx="3100388" cy="636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Content Placeholder 10">
            <a:extLst>
              <a:ext uri="{FF2B5EF4-FFF2-40B4-BE49-F238E27FC236}">
                <a16:creationId xmlns:a16="http://schemas.microsoft.com/office/drawing/2014/main" id="{8FD227F0-5BC9-D01F-5F90-ADAC4563B39B}"/>
              </a:ext>
            </a:extLst>
          </p:cNvPr>
          <p:cNvSpPr>
            <a:spLocks noGrp="1"/>
          </p:cNvSpPr>
          <p:nvPr>
            <p:ph sz="quarter" idx="20"/>
          </p:nvPr>
        </p:nvSpPr>
        <p:spPr>
          <a:xfrm>
            <a:off x="430303" y="5035526"/>
            <a:ext cx="8245383" cy="374906"/>
          </a:xfrm>
        </p:spPr>
        <p:txBody>
          <a:bodyPr wrap="square" lIns="0" tIns="18000" rIns="0" bIns="18000" anchor="ctr" anchorCtr="0">
            <a:spAutoFit/>
          </a:bodyPr>
          <a:lstStyle/>
          <a:p>
            <a:pPr marL="0" indent="0">
              <a:spcBef>
                <a:spcPts val="600"/>
              </a:spcBef>
              <a:buNone/>
            </a:pPr>
            <a:r>
              <a:rPr lang="en-US" sz="2200" noProof="0" dirty="0"/>
              <a:t>Using a calculator to solve these equations simultaneously gives</a:t>
            </a:r>
          </a:p>
        </p:txBody>
      </p:sp>
      <p:graphicFrame>
        <p:nvGraphicFramePr>
          <p:cNvPr id="21" name="Object 20" descr="v subscript o Baseline equals negative 9.999258 Volts.">
            <a:extLst>
              <a:ext uri="{FF2B5EF4-FFF2-40B4-BE49-F238E27FC236}">
                <a16:creationId xmlns:a16="http://schemas.microsoft.com/office/drawing/2014/main" id="{76EEFE2E-E8AD-FABD-7074-65A276485A1F}"/>
              </a:ext>
            </a:extLst>
          </p:cNvPr>
          <p:cNvGraphicFramePr>
            <a:graphicFrameLocks noChangeAspect="1"/>
          </p:cNvGraphicFramePr>
          <p:nvPr>
            <p:extLst>
              <p:ext uri="{D42A27DB-BD31-4B8C-83A1-F6EECF244321}">
                <p14:modId xmlns:p14="http://schemas.microsoft.com/office/powerpoint/2010/main" val="3140673204"/>
              </p:ext>
            </p:extLst>
          </p:nvPr>
        </p:nvGraphicFramePr>
        <p:xfrm>
          <a:off x="418809" y="5493275"/>
          <a:ext cx="2041176" cy="373513"/>
        </p:xfrm>
        <a:graphic>
          <a:graphicData uri="http://schemas.openxmlformats.org/presentationml/2006/ole">
            <mc:AlternateContent xmlns:mc="http://schemas.openxmlformats.org/markup-compatibility/2006">
              <mc:Choice xmlns:v="urn:schemas-microsoft-com:vml" Requires="v">
                <p:oleObj name="Equation" r:id="rId11" imgW="1257120" imgH="228600" progId="Equation.DSMT4">
                  <p:embed/>
                </p:oleObj>
              </mc:Choice>
              <mc:Fallback>
                <p:oleObj name="Equation" r:id="rId11" imgW="1257120" imgH="228600" progId="Equation.DSMT4">
                  <p:embed/>
                  <p:pic>
                    <p:nvPicPr>
                      <p:cNvPr id="20" name="Object 19">
                        <a:extLst>
                          <a:ext uri="{FF2B5EF4-FFF2-40B4-BE49-F238E27FC236}">
                            <a16:creationId xmlns:a16="http://schemas.microsoft.com/office/drawing/2014/main" id="{9C01C3DC-13DF-C8D3-1C02-028289EB58E3}"/>
                          </a:ext>
                        </a:extLst>
                      </p:cNvPr>
                      <p:cNvPicPr>
                        <a:picLocks noChangeAspect="1" noChangeArrowheads="1"/>
                      </p:cNvPicPr>
                      <p:nvPr/>
                    </p:nvPicPr>
                    <p:blipFill>
                      <a:blip r:embed="rId12"/>
                      <a:srcRect/>
                      <a:stretch>
                        <a:fillRect/>
                      </a:stretch>
                    </p:blipFill>
                    <p:spPr bwMode="auto">
                      <a:xfrm>
                        <a:off x="418809" y="5493275"/>
                        <a:ext cx="2041176" cy="37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2" name="Content Placeholder 11">
            <a:extLst>
              <a:ext uri="{FF2B5EF4-FFF2-40B4-BE49-F238E27FC236}">
                <a16:creationId xmlns:a16="http://schemas.microsoft.com/office/drawing/2014/main" id="{34C98488-EF6C-BC37-B1D2-A9BDF0FE5F23}"/>
              </a:ext>
            </a:extLst>
          </p:cNvPr>
          <p:cNvSpPr>
            <a:spLocks noGrp="1"/>
          </p:cNvSpPr>
          <p:nvPr>
            <p:ph sz="quarter" idx="21"/>
          </p:nvPr>
        </p:nvSpPr>
        <p:spPr>
          <a:xfrm>
            <a:off x="2559437" y="5464987"/>
            <a:ext cx="5820957" cy="374906"/>
          </a:xfrm>
        </p:spPr>
        <p:txBody>
          <a:bodyPr wrap="square" lIns="0" tIns="18000" rIns="0" bIns="18000" anchor="ctr" anchorCtr="0">
            <a:spAutoFit/>
          </a:bodyPr>
          <a:lstStyle/>
          <a:p>
            <a:pPr marL="0" indent="0">
              <a:spcBef>
                <a:spcPts val="600"/>
              </a:spcBef>
              <a:buNone/>
            </a:pPr>
            <a:r>
              <a:rPr lang="en-US" sz="2200" noProof="0" dirty="0"/>
              <a:t>Therefore, the ideal op amp assumptions do a</a:t>
            </a:r>
          </a:p>
        </p:txBody>
      </p:sp>
      <p:sp>
        <p:nvSpPr>
          <p:cNvPr id="13" name="Content Placeholder 12">
            <a:extLst>
              <a:ext uri="{FF2B5EF4-FFF2-40B4-BE49-F238E27FC236}">
                <a16:creationId xmlns:a16="http://schemas.microsoft.com/office/drawing/2014/main" id="{49C1AA71-D122-DCAF-20EA-9E9D718ACF35}"/>
              </a:ext>
            </a:extLst>
          </p:cNvPr>
          <p:cNvSpPr>
            <a:spLocks noGrp="1"/>
          </p:cNvSpPr>
          <p:nvPr>
            <p:ph sz="quarter" idx="22"/>
          </p:nvPr>
        </p:nvSpPr>
        <p:spPr>
          <a:xfrm>
            <a:off x="428146" y="5891023"/>
            <a:ext cx="5237547" cy="374906"/>
          </a:xfrm>
        </p:spPr>
        <p:txBody>
          <a:bodyPr wrap="square" lIns="0" tIns="18000" rIns="0" bIns="18000" anchor="ctr" anchorCtr="0">
            <a:spAutoFit/>
          </a:bodyPr>
          <a:lstStyle/>
          <a:p>
            <a:pPr marL="0" indent="0">
              <a:spcBef>
                <a:spcPts val="600"/>
              </a:spcBef>
              <a:buNone/>
            </a:pPr>
            <a:r>
              <a:rPr lang="en-US" sz="2200" noProof="0" dirty="0">
                <a:sym typeface="Symbol"/>
              </a:rPr>
              <a:t>good job approximating an actual op amp.</a:t>
            </a:r>
            <a:endParaRPr lang="en-US" sz="2200" noProof="0" dirty="0"/>
          </a:p>
        </p:txBody>
      </p:sp>
    </p:spTree>
    <p:extLst>
      <p:ext uri="{BB962C8B-B14F-4D97-AF65-F5344CB8AC3E}">
        <p14:creationId xmlns:p14="http://schemas.microsoft.com/office/powerpoint/2010/main" val="19289400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37D58C-9F1B-4866-A98E-52818AA14994}"/>
              </a:ext>
            </a:extLst>
          </p:cNvPr>
          <p:cNvSpPr>
            <a:spLocks noGrp="1"/>
          </p:cNvSpPr>
          <p:nvPr>
            <p:ph type="title"/>
          </p:nvPr>
        </p:nvSpPr>
        <p:spPr>
          <a:xfrm>
            <a:off x="430704" y="209602"/>
            <a:ext cx="8240665" cy="590349"/>
          </a:xfrm>
        </p:spPr>
        <p:txBody>
          <a:bodyPr wrap="square" lIns="0" tIns="18000" rIns="0" bIns="18000" rtlCol="0" anchor="ctr">
            <a:spAutoFit/>
          </a:bodyPr>
          <a:lstStyle/>
          <a:p>
            <a:pPr eaLnBrk="1" fontAlgn="auto" hangingPunct="1">
              <a:spcAft>
                <a:spcPts val="0"/>
              </a:spcAft>
              <a:defRPr/>
            </a:pPr>
            <a:r>
              <a:rPr lang="en-US" sz="3600" noProof="0" dirty="0">
                <a:latin typeface="+mj-lt"/>
              </a:rPr>
              <a:t>Copyright</a:t>
            </a:r>
            <a:endParaRPr lang="en-US" sz="3600" b="0" noProof="0" dirty="0">
              <a:latin typeface="+mj-lt"/>
            </a:endParaRPr>
          </a:p>
        </p:txBody>
      </p:sp>
      <p:pic>
        <p:nvPicPr>
          <p:cNvPr id="3" name="Graphic 2" descr="Warning">
            <a:extLst>
              <a:ext uri="{FF2B5EF4-FFF2-40B4-BE49-F238E27FC236}">
                <a16:creationId xmlns:a16="http://schemas.microsoft.com/office/drawing/2014/main" id="{45663BD5-7D18-BDA4-9C4E-DA879AC1029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9831" y="2317359"/>
            <a:ext cx="1277815" cy="1434026"/>
          </a:xfrm>
          <a:prstGeom prst="rect">
            <a:avLst/>
          </a:prstGeom>
        </p:spPr>
      </p:pic>
      <p:sp>
        <p:nvSpPr>
          <p:cNvPr id="47108" name="Content Placeholder 2">
            <a:extLst>
              <a:ext uri="{FF2B5EF4-FFF2-40B4-BE49-F238E27FC236}">
                <a16:creationId xmlns:a16="http://schemas.microsoft.com/office/drawing/2014/main" id="{D426AB61-8455-4298-A667-9E3A95FC73C1}"/>
              </a:ext>
            </a:extLst>
          </p:cNvPr>
          <p:cNvSpPr>
            <a:spLocks noGrp="1"/>
          </p:cNvSpPr>
          <p:nvPr>
            <p:ph idx="1"/>
          </p:nvPr>
        </p:nvSpPr>
        <p:spPr bwMode="auto">
          <a:xfrm>
            <a:off x="1851965" y="1889826"/>
            <a:ext cx="6810440" cy="2832998"/>
          </a:xfrm>
          <a:ln w="28575">
            <a:solidFill>
              <a:schemeClr val="tx1"/>
            </a:solidFill>
            <a:miter lim="800000"/>
            <a:headEnd/>
            <a:tailEnd/>
          </a:ln>
        </p:spPr>
        <p:txBody>
          <a:bodyPr wrap="square" lIns="183600" tIns="183600" rIns="183600" bIns="183600" numCol="1" anchor="ctr" anchorCtr="0" compatLnSpc="1">
            <a:prstTxWarp prst="textNoShape">
              <a:avLst/>
            </a:prstTxWarp>
            <a:spAutoFit/>
          </a:bodyPr>
          <a:lstStyle/>
          <a:p>
            <a:pPr marL="0" indent="0" eaLnBrk="1" hangingPunct="1">
              <a:buFont typeface="Arial" panose="020B0604020202020204" pitchFamily="34" charset="0"/>
              <a:buNone/>
            </a:pPr>
            <a:r>
              <a:rPr lang="en-US" altLang="en-US" b="1" noProof="0" dirty="0">
                <a:latin typeface="Arial" panose="020B0604020202020204" pitchFamily="34" charset="0"/>
                <a:cs typeface="Arial" panose="020B0604020202020204" pitchFamily="34" charset="0"/>
              </a:rPr>
              <a:t>This work is protected by </a:t>
            </a:r>
            <a:r>
              <a:rPr lang="en-US" altLang="en-US" b="1" noProof="0">
                <a:latin typeface="Arial" panose="020B0604020202020204" pitchFamily="34" charset="0"/>
                <a:cs typeface="Arial" panose="020B0604020202020204" pitchFamily="34" charset="0"/>
              </a:rPr>
              <a:t>United Kingdom </a:t>
            </a:r>
            <a:r>
              <a:rPr lang="en-US" altLang="en-US" b="1" noProof="0" dirty="0">
                <a:latin typeface="Arial" panose="020B0604020202020204" pitchFamily="34" charset="0"/>
                <a:cs typeface="Arial" panose="020B0604020202020204" pitchFamily="34" charset="0"/>
              </a:rPr>
              <a:t>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a:t>
            </a:r>
          </a:p>
        </p:txBody>
      </p:sp>
    </p:spTree>
    <p:extLst>
      <p:ext uri="{BB962C8B-B14F-4D97-AF65-F5344CB8AC3E}">
        <p14:creationId xmlns:p14="http://schemas.microsoft.com/office/powerpoint/2010/main" val="693870804"/>
      </p:ext>
    </p:extLst>
  </p:cSld>
  <p:clrMapOvr>
    <a:masterClrMapping/>
  </p:clrMapOvr>
</p:sld>
</file>

<file path=ppt/theme/theme1.xml><?xml version="1.0" encoding="utf-8"?>
<a:theme xmlns:a="http://schemas.openxmlformats.org/drawingml/2006/main" name="USH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USHE_slide options">
  <a:themeElements>
    <a:clrScheme name="Custom 40">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33399"/>
      </a:hlink>
      <a:folHlink>
        <a:srgbClr val="7030A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885</TotalTime>
  <Words>386</Words>
  <Application>Microsoft Office PowerPoint</Application>
  <PresentationFormat>On-screen Show (4:3)</PresentationFormat>
  <Paragraphs>43</Paragraphs>
  <Slides>6</Slides>
  <Notes>2</Notes>
  <HiddenSlides>0</HiddenSlides>
  <MMClips>0</MMClips>
  <ScaleCrop>false</ScaleCrop>
  <HeadingPairs>
    <vt:vector size="8" baseType="variant">
      <vt:variant>
        <vt:lpstr>Fonts Used</vt:lpstr>
      </vt:variant>
      <vt:variant>
        <vt:i4>4</vt:i4>
      </vt:variant>
      <vt:variant>
        <vt:lpstr>Theme</vt:lpstr>
      </vt:variant>
      <vt:variant>
        <vt:i4>2</vt:i4>
      </vt:variant>
      <vt:variant>
        <vt:lpstr>Embedded OLE Servers</vt:lpstr>
      </vt:variant>
      <vt:variant>
        <vt:i4>1</vt:i4>
      </vt:variant>
      <vt:variant>
        <vt:lpstr>Slide Titles</vt:lpstr>
      </vt:variant>
      <vt:variant>
        <vt:i4>6</vt:i4>
      </vt:variant>
    </vt:vector>
  </HeadingPairs>
  <TitlesOfParts>
    <vt:vector size="13" baseType="lpstr">
      <vt:lpstr>Verdana</vt:lpstr>
      <vt:lpstr>Arial</vt:lpstr>
      <vt:lpstr>Symbol</vt:lpstr>
      <vt:lpstr>Times New Roman</vt:lpstr>
      <vt:lpstr>USHE</vt:lpstr>
      <vt:lpstr>USHE_slide options</vt:lpstr>
      <vt:lpstr>Equation</vt:lpstr>
      <vt:lpstr>Electric Circuits</vt:lpstr>
      <vt:lpstr>Chapter 5 – Op Amps (2 of 4)</vt:lpstr>
      <vt:lpstr>Chapter 5 – Op Amps (3 of 4)</vt:lpstr>
      <vt:lpstr>Chapter 5 – Op Amps (1 of 4)</vt:lpstr>
      <vt:lpstr>Chapter 5 – Op Amps (4 of 4)</vt:lpstr>
      <vt:lpstr>Copyright</vt:lpstr>
    </vt:vector>
  </TitlesOfParts>
  <Company>Pearson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Electric Circuits, Twelfth Edition, Chapter 5 – Part 3</dc:title>
  <dc:subject>Engineering</dc:subject>
  <dc:creator>Nilsson and Riedel</dc:creator>
  <cp:keywords/>
  <dc:description/>
  <cp:lastModifiedBy>kml erd</cp:lastModifiedBy>
  <cp:revision>126</cp:revision>
  <dcterms:modified xsi:type="dcterms:W3CDTF">2025-11-17T11:01:46Z</dcterms:modified>
</cp:coreProperties>
</file>