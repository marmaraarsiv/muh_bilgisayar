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4" r:id="rId8"/>
    <p:sldId id="263" r:id="rId9"/>
    <p:sldId id="266" r:id="rId10"/>
    <p:sldId id="267" r:id="rId11"/>
    <p:sldId id="275" r:id="rId12"/>
    <p:sldId id="271" r:id="rId13"/>
    <p:sldId id="274" r:id="rId14"/>
    <p:sldId id="268" r:id="rId15"/>
    <p:sldId id="272" r:id="rId16"/>
    <p:sldId id="270" r:id="rId17"/>
    <p:sldId id="273" r:id="rId1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33" autoAdjust="0"/>
    <p:restoredTop sz="94569"/>
  </p:normalViewPr>
  <p:slideViewPr>
    <p:cSldViewPr snapToGrid="0">
      <p:cViewPr varScale="1">
        <p:scale>
          <a:sx n="104" d="100"/>
          <a:sy n="104" d="100"/>
        </p:scale>
        <p:origin x="4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7DE9D-11AA-FBBC-8E30-698804FD1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9FD14-2A62-66B7-5FFE-DF7B20F78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58BAC-9B4F-D7FD-72B3-3F6C9E11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8E47-EC00-1312-C79D-AD487B04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75AAC-8F0F-CFDE-5B65-02BA93E6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482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E8E4-63A8-B79A-0545-80FFC70C1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5D727-7008-E5E3-FDE9-D9101F672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E05B9-83A4-0A9F-142C-AAD6BAE2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3AEBB-17BB-7D7D-2562-D392BAF0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9A0C5-9211-9CD7-9D2C-DB101CF5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574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7DB5-4F5E-B31C-BDD9-2827862AE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7E565-8246-D3CB-13B1-BB9DF7446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E78B2-CDE8-B98A-67D1-EF7C9DCE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DDA72-8F3B-5A9D-2D7C-372B815AA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E5F45-BD27-72E0-3F07-46649D0B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651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B7C8-BCE2-F9C6-0934-05FC5A3A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71D19-36EB-78E1-346D-8FB814A58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D5648-F9CD-CB68-FC43-AC457BF45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45C33-FC8C-38BE-8A84-BDE3DA0A4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84B1F-756C-FC3C-4B67-214F35913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1882E-DA1E-A736-BBD5-DB5794A0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210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E2B9-EDDC-FE05-0219-A12E5E6D1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BA2D8-48B5-DBFE-BD14-B46293258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19BA4-0E4B-485C-00F0-589BB10D7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A66C10-0963-4129-74BA-8A277865B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CFBAD-F56C-15DC-3DC6-96102961E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11267-3E30-AB6F-E50A-F8D50068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1B80C-EDDA-7C0D-DBC1-0F662E22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05C8DA-9026-7D26-CFB2-E52B5E48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2336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EA97-BE80-5BF7-CA86-699A55F2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32D4A-7B5F-7CF0-D8D6-3F9C9F0BB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5CFE9-F717-CECC-2B99-14C60EC3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04B41-B5D2-5064-503C-1EA5DFD04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377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0E2B1B-F729-D3E8-A25A-382040CA0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D6771-16B1-80B7-3FC3-95E020C5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B8F88-A26E-5CD2-84A6-0BAB74EA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480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1408-3004-C0E1-D9A4-F00E33F8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EF02-DB27-2E4A-7FE3-B3A276025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21C7A-1916-46BC-2187-1172E56F3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91E6A-EE90-0D0F-AA56-679D255B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15243-01E6-764F-519F-9F148408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22E16-E4AB-19AF-EC0F-DF70EDB1A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036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F84C-69BA-AC5D-ED54-D99A9AB20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60082-5806-7EFC-CFF1-2DF60FFB5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02625-ACE1-E427-85E8-F4C0E8C83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706BC-E4AC-6B7A-4BDF-78FDC471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727E1-17C4-073D-9BDC-C1A28D8F4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5370C-8B7D-D16C-932E-F94EFF69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424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5F0D-8E0C-07AD-E9D6-929AC0C5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BCDE1-A4BC-E027-B6E5-BD771DD2D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210A5-78D1-6C54-EE54-974025309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B7C98-3A86-65C4-94DB-B639E1AB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424A6-07F3-6D43-9F4C-B75F7132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342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FCB87-6F47-F366-299D-BBA210D2E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40E0A-C32F-0264-7F64-1375610B1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211D7-0E04-A36D-CF30-E02161B3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8063-5C15-45E4-C853-5A147B02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519BB-82AE-57B5-53F2-42158040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452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D923D-A93B-950F-785D-B950FB9D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D4402-C5D5-0FAF-0DB9-16E17DB39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53D72-9300-F33E-4B0B-B6367D3B0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AC315-45B7-4A8F-AD78-D1FD5E817CC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2E1D7-7FD6-9022-B0F7-2CF6BDFF8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2FBD5-AAE8-69FC-A2A0-C00BC9D7C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520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73BBD-017A-A2C9-6DE1-904AB7A35E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Problems</a:t>
            </a:r>
            <a:r>
              <a:rPr lang="en-GB" dirty="0"/>
              <a:t> - Week 9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CE488-0554-6CD0-6C61-54A178C00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Operational Amplifier</a:t>
            </a:r>
          </a:p>
        </p:txBody>
      </p:sp>
    </p:spTree>
    <p:extLst>
      <p:ext uri="{BB962C8B-B14F-4D97-AF65-F5344CB8AC3E}">
        <p14:creationId xmlns:p14="http://schemas.microsoft.com/office/powerpoint/2010/main" val="389494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E3F0D-028A-CBAD-4796-E5E9DFBA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4D55EB6-A2F1-0F9D-89C6-19AC085DC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38" y="1984809"/>
            <a:ext cx="4258269" cy="2333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A6746B-1DF6-8956-BE78-A14163FB3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" y="0"/>
            <a:ext cx="7421011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34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9C04A-7912-15EA-6DB0-5E2F4125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BAC9702-AB78-7B2D-F1CC-2C60FF619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93" y="82118"/>
            <a:ext cx="4258269" cy="23339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634EF3-60BE-8472-8074-75A6E4D6D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444" y="385337"/>
            <a:ext cx="7259063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8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C3847-C78D-7466-0E6F-B17A535D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237EE8-05E7-A563-04D1-8405137C2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6216"/>
            <a:ext cx="7059010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21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74DC2-F0A7-AFE1-9B1A-38E5AEDC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91142A-39EE-7203-8BC1-CD7112651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6216"/>
            <a:ext cx="7059010" cy="35152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3BEF77-9648-EE77-146F-DC637A7E2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0416"/>
            <a:ext cx="6296904" cy="34675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6DA7C3-03DE-85A0-B68E-C72463F0D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5363323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91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F3963-1EB2-6EC1-434C-CDBCC492A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5AD99-A3F7-1815-6F06-A44001D65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5831EC-F971-B5F5-889F-97D9C318D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35115" cy="2934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13379D-D362-073B-D6DF-DD6583802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846" y="365125"/>
            <a:ext cx="4324954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627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7C9ED-25ED-C381-C333-940EDE1C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CD301-A543-C88E-98E6-446FE658F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AED75-5639-C699-5FDF-629AB2A69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BDF91-BC1A-B3CD-A9CB-71C3F21B9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35115" cy="2934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95F5D4-B4F0-875E-3C45-D681771FF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846" y="365125"/>
            <a:ext cx="4324954" cy="2438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5E334D-18B1-0B1A-B50C-97851E97D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022" y="3299234"/>
            <a:ext cx="5229955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4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395B914-3C19-EEBC-4F5D-581B29465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65" y="0"/>
            <a:ext cx="6077798" cy="26959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6633F9-ED81-C6D8-F206-9A6A2F588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798" y="607484"/>
            <a:ext cx="4001058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1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63A0A-7BB7-7F1A-515A-2D3498F0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FF19C7-29BA-2359-8C04-4E92F804E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65" y="0"/>
            <a:ext cx="6077798" cy="26959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589860-7405-4EA3-E975-826896B7E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798" y="607484"/>
            <a:ext cx="4001058" cy="23434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8B2B4A-36FB-9BAB-1035-AA9D29594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419" y="795719"/>
            <a:ext cx="3686689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194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41812-31C9-26D3-5246-D1C35246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F06191-DDDB-5201-7943-FF96E71E5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4" y="169971"/>
            <a:ext cx="4277322" cy="514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2DB0C9-E872-5EF7-4E2B-578EAA9D8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94" y="787809"/>
            <a:ext cx="3915321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DBABA-4289-BE4C-37EF-01FBED9B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9B8488-F98F-FEC4-B78C-07CBB359B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4" y="169971"/>
            <a:ext cx="4277322" cy="514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263B15-9D19-0671-96A5-3448C5C02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382" y="1254598"/>
            <a:ext cx="3591426" cy="1467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D212F1-1D33-2AE6-67CA-D771FFC9D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94" y="787809"/>
            <a:ext cx="3915321" cy="24006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F194E3-E92E-5D59-FA18-CCD7C0663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9382" y="3188444"/>
            <a:ext cx="3324689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57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5D68B-95BF-376B-8A7C-3939836E5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611F2A-0E79-941A-69A8-ED1EBC855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43" y="0"/>
            <a:ext cx="7668695" cy="1781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A5C709-05B4-68FB-E278-925C8F0CD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3" y="1848542"/>
            <a:ext cx="4629796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22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EA1C6-F246-63D5-4C27-CBE594FA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E820D-3164-99D7-33FE-C91890C3B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43" y="0"/>
            <a:ext cx="7668695" cy="1781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014279-252E-A07B-D64A-68FCA0476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3" y="1848542"/>
            <a:ext cx="4629796" cy="2495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DDD51F-A9F4-8052-2675-D161F1FF4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402" y="2175584"/>
            <a:ext cx="5887272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1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0C53D-FDB8-DC9A-0094-18B77DC37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89308F-EEC3-6163-4F49-36516E344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82" y="623709"/>
            <a:ext cx="5191850" cy="2562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C840D0-DF1A-7053-7C89-4F1D63DB3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39" y="204551"/>
            <a:ext cx="1171739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72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432C-0097-591F-F3A8-C016246A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BA6A44-4A3F-D0DC-EB16-68FD170A4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82" y="623709"/>
            <a:ext cx="5191850" cy="2562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E4DD73-886E-0D74-204D-08735B279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39" y="204551"/>
            <a:ext cx="1171739" cy="4191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2FF4FA-3AB5-CF8C-7C3C-A1A35DF91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39" y="3772894"/>
            <a:ext cx="5725324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64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1F6E4-3E61-D86E-C4BA-CDFFA565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ECB6DB-8009-B448-7DDD-67355BB10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06695" cy="2410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01D15B-DB58-0FB6-0C22-21A421B10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678" y="230451"/>
            <a:ext cx="5249008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08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74C77-B1FC-CF3B-792D-87F9B80F2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0A65DA-C211-DCF4-CB23-E6196F988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06695" cy="2410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E51998-3AA4-F500-A1DE-79E9612C8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7" y="2309938"/>
            <a:ext cx="6115904" cy="44392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119FF3-F6FB-F7C3-B407-098BFEE58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005" y="-166712"/>
            <a:ext cx="5249008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153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6</Words>
  <Application>Microsoft Office PowerPoint</Application>
  <PresentationFormat>Widescreen</PresentationFormat>
  <Paragraphs>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Problems - Week 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Problems - Week 3</dc:title>
  <dc:creator>kml erd</dc:creator>
  <cp:lastModifiedBy>kml erd</cp:lastModifiedBy>
  <cp:revision>292</cp:revision>
  <dcterms:created xsi:type="dcterms:W3CDTF">2025-10-06T09:28:47Z</dcterms:created>
  <dcterms:modified xsi:type="dcterms:W3CDTF">2025-11-18T12:02:07Z</dcterms:modified>
</cp:coreProperties>
</file>