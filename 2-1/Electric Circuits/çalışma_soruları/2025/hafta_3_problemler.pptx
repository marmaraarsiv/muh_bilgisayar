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03" r:id="rId19"/>
    <p:sldId id="273" r:id="rId20"/>
    <p:sldId id="274" r:id="rId21"/>
    <p:sldId id="275" r:id="rId22"/>
    <p:sldId id="276" r:id="rId23"/>
    <p:sldId id="277" r:id="rId24"/>
    <p:sldId id="304" r:id="rId25"/>
    <p:sldId id="278" r:id="rId26"/>
    <p:sldId id="279" r:id="rId27"/>
    <p:sldId id="280" r:id="rId28"/>
    <p:sldId id="281" r:id="rId29"/>
    <p:sldId id="282" r:id="rId30"/>
    <p:sldId id="284" r:id="rId31"/>
    <p:sldId id="285" r:id="rId32"/>
    <p:sldId id="305" r:id="rId33"/>
    <p:sldId id="286" r:id="rId34"/>
    <p:sldId id="306" r:id="rId35"/>
    <p:sldId id="287" r:id="rId36"/>
    <p:sldId id="307" r:id="rId37"/>
    <p:sldId id="288" r:id="rId38"/>
    <p:sldId id="289" r:id="rId39"/>
    <p:sldId id="290" r:id="rId40"/>
    <p:sldId id="308" r:id="rId41"/>
    <p:sldId id="309" r:id="rId42"/>
    <p:sldId id="310" r:id="rId43"/>
    <p:sldId id="292" r:id="rId44"/>
    <p:sldId id="293" r:id="rId45"/>
    <p:sldId id="311" r:id="rId46"/>
    <p:sldId id="312" r:id="rId47"/>
    <p:sldId id="294" r:id="rId48"/>
    <p:sldId id="314" r:id="rId49"/>
    <p:sldId id="295" r:id="rId50"/>
    <p:sldId id="315" r:id="rId51"/>
    <p:sldId id="316" r:id="rId52"/>
    <p:sldId id="317" r:id="rId53"/>
    <p:sldId id="297" r:id="rId54"/>
    <p:sldId id="298" r:id="rId55"/>
    <p:sldId id="318" r:id="rId56"/>
    <p:sldId id="319" r:id="rId57"/>
    <p:sldId id="320" r:id="rId58"/>
    <p:sldId id="299" r:id="rId59"/>
    <p:sldId id="300" r:id="rId60"/>
    <p:sldId id="301" r:id="rId61"/>
    <p:sldId id="321" r:id="rId62"/>
    <p:sldId id="302" r:id="rId63"/>
    <p:sldId id="322" r:id="rId64"/>
    <p:sldId id="313" r:id="rId65"/>
    <p:sldId id="323" r:id="rId66"/>
    <p:sldId id="324" r:id="rId67"/>
    <p:sldId id="325" r:id="rId68"/>
    <p:sldId id="326" r:id="rId6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1" autoAdjust="0"/>
    <p:restoredTop sz="94648"/>
  </p:normalViewPr>
  <p:slideViewPr>
    <p:cSldViewPr snapToGrid="0">
      <p:cViewPr varScale="1">
        <p:scale>
          <a:sx n="88" d="100"/>
          <a:sy n="88" d="100"/>
        </p:scale>
        <p:origin x="8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DE9D-11AA-FBBC-8E30-698804FD1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9FD14-2A62-66B7-5FFE-DF7B20F78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58BAC-9B4F-D7FD-72B3-3F6C9E11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8E47-EC00-1312-C79D-AD487B04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75AAC-8F0F-CFDE-5B65-02BA93E6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482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E8E4-63A8-B79A-0545-80FFC70C1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5D727-7008-E5E3-FDE9-D9101F672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E05B9-83A4-0A9F-142C-AAD6BAE2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3AEBB-17BB-7D7D-2562-D392BAF0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9A0C5-9211-9CD7-9D2C-DB101CF5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574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7DB5-4F5E-B31C-BDD9-2827862AE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7E565-8246-D3CB-13B1-BB9DF7446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E78B2-CDE8-B98A-67D1-EF7C9DCE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DA72-8F3B-5A9D-2D7C-372B815A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E5F45-BD27-72E0-3F07-46649D0B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651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B7C8-BCE2-F9C6-0934-05FC5A3A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71D19-36EB-78E1-346D-8FB814A58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D5648-F9CD-CB68-FC43-AC457BF45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45C33-FC8C-38BE-8A84-BDE3DA0A4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84B1F-756C-FC3C-4B67-214F3591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1882E-DA1E-A736-BBD5-DB5794A0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210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E2B9-EDDC-FE05-0219-A12E5E6D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BA2D8-48B5-DBFE-BD14-B46293258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19BA4-0E4B-485C-00F0-589BB10D7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66C10-0963-4129-74BA-8A277865B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CFBAD-F56C-15DC-3DC6-96102961E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11267-3E30-AB6F-E50A-F8D50068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1B80C-EDDA-7C0D-DBC1-0F662E22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05C8DA-9026-7D26-CFB2-E52B5E48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33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EA97-BE80-5BF7-CA86-699A55F2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32D4A-7B5F-7CF0-D8D6-3F9C9F0BB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5CFE9-F717-CECC-2B99-14C60EC3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04B41-B5D2-5064-503C-1EA5DFD04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377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E2B1B-F729-D3E8-A25A-382040CA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D6771-16B1-80B7-3FC3-95E020C5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8F88-A26E-5CD2-84A6-0BAB74EA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480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1408-3004-C0E1-D9A4-F00E33F8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EF02-DB27-2E4A-7FE3-B3A27602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21C7A-1916-46BC-2187-1172E56F3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91E6A-EE90-0D0F-AA56-679D255B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15243-01E6-764F-519F-9F148408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22E16-E4AB-19AF-EC0F-DF70EDB1A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036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F84C-69BA-AC5D-ED54-D99A9AB20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60082-5806-7EFC-CFF1-2DF60FFB5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02625-ACE1-E427-85E8-F4C0E8C83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706BC-E4AC-6B7A-4BDF-78FDC471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727E1-17C4-073D-9BDC-C1A28D8F4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5370C-8B7D-D16C-932E-F94EFF69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424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5F0D-8E0C-07AD-E9D6-929AC0C5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BCDE1-A4BC-E027-B6E5-BD771DD2D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210A5-78D1-6C54-EE54-97402530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B7C98-3A86-65C4-94DB-B639E1AB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424A6-07F3-6D43-9F4C-B75F7132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342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FCB87-6F47-F366-299D-BBA210D2E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40E0A-C32F-0264-7F64-1375610B1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211D7-0E04-A36D-CF30-E02161B3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8063-5C15-45E4-C853-5A147B02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519BB-82AE-57B5-53F2-42158040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452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D923D-A93B-950F-785D-B950FB9D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D4402-C5D5-0FAF-0DB9-16E17DB3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53D72-9300-F33E-4B0B-B6367D3B0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AC315-45B7-4A8F-AD78-D1FD5E817CC2}" type="datetimeFigureOut">
              <a:rPr lang="tr-TR" smtClean="0"/>
              <a:t>7.10.2025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2E1D7-7FD6-9022-B0F7-2CF6BDFF8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2FBD5-AAE8-69FC-A2A0-C00BC9D7C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520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3BBD-017A-A2C9-6DE1-904AB7A35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Problems</a:t>
            </a:r>
            <a:r>
              <a:rPr lang="en-GB"/>
              <a:t> - Week </a:t>
            </a:r>
            <a:r>
              <a:rPr lang="en-GB" dirty="0"/>
              <a:t>3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CE488-0554-6CD0-6C61-54A178C00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/>
              <a:t>Simple </a:t>
            </a:r>
            <a:r>
              <a:rPr lang="tr-TR" dirty="0" err="1"/>
              <a:t>Resistive</a:t>
            </a:r>
            <a:r>
              <a:rPr lang="tr-TR" dirty="0"/>
              <a:t> </a:t>
            </a:r>
            <a:r>
              <a:rPr lang="tr-TR" dirty="0" err="1"/>
              <a:t>Circuits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9494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22C0-5ECA-4CAF-F324-0B9FC5652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5931B7-7D36-14A4-C8A6-7F58035B5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0688" y="537637"/>
            <a:ext cx="4563112" cy="1276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670EBC-18E0-A806-AEBA-3F1F5B827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21259"/>
            <a:ext cx="5953956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8D85-D175-4305-8410-5766C1A8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008A-099F-097E-A931-450F2345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087628-8BBE-D2C2-0F7F-210188FA9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90688" y="537637"/>
            <a:ext cx="4563112" cy="1276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824D44-8CDD-3B69-BF12-EF37C282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21259"/>
            <a:ext cx="5953956" cy="1991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486F9F-C868-1E49-0C8B-AB1294706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695884"/>
            <a:ext cx="7925906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9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DBE4-7CCF-CD65-7BB5-0796020D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C2AB-3346-BBE3-DD7D-C1AE8ADB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1656A8-E4E1-1DDA-B95E-5242BB4A6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60" y="603373"/>
            <a:ext cx="6554115" cy="2381582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116882B8-8B52-063E-95A8-99D8E5648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0688" y="537637"/>
            <a:ext cx="4563112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1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A943F-9204-632C-136A-185BD156A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D4FC-5CE7-A1A6-809F-26CAED90C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8A334-B9C9-9550-3B8C-2E1348B83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60" y="603373"/>
            <a:ext cx="6554115" cy="2381582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A057CE2E-F300-E237-38E1-71381F67A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0688" y="537637"/>
            <a:ext cx="4563112" cy="12765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F4451F-8A8B-278E-BE64-C7F22E613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937" y="1995420"/>
            <a:ext cx="6897063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08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299EC-A94A-5356-C1ED-FDFAD0D3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A33B-34F0-997C-7A2C-04D0C3B6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0FE226-D617-8C22-488E-AE1B030C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60" y="603373"/>
            <a:ext cx="6554115" cy="2381582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A9B8AF5A-90B1-0EC2-6630-02960E7C7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0688" y="537637"/>
            <a:ext cx="4563112" cy="1276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E6BE5E-8A64-FD57-E693-139B49C51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891" y="4127361"/>
            <a:ext cx="2934109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38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C7EED-7F6B-F1BF-26D6-A78B2AB9F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119C-E79C-28B9-327B-E1805B9AC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6B20A6-DD2B-44D3-C88C-DFAE28C52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60" y="603373"/>
            <a:ext cx="6554115" cy="2381582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983D6EDE-F2B0-C38D-8CEF-0CA2DB4519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0688" y="537637"/>
            <a:ext cx="4563112" cy="12765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1DFB77-34C9-1CA0-DA2D-2A2C34D36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759" y="4070398"/>
            <a:ext cx="5058481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12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F501-A7BE-4A2D-9731-8FA30116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39E4-4F19-D600-B11C-75D68B46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BE38C2-3EE1-5517-E315-E1F67C9A0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9042C2-0E54-B1E8-954E-C78498488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6430272" cy="2457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05930D-B298-5934-94C9-B48DA1AE0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329" y="108942"/>
            <a:ext cx="4696480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65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1CF4-0CAB-9974-57A7-86D2D3D3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40F43-93EA-CD2F-4673-9AB0167C5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6F1B53-8225-11F4-23E9-0B12787DF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BA6FC2-E22B-3D27-92F1-C0692C059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6430272" cy="2457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7081D7-9F9A-C87F-F5A6-9207E2F7D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329" y="108942"/>
            <a:ext cx="4696480" cy="45154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7436E6-7ABF-79B4-1010-2A34876FD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456" y="3567132"/>
            <a:ext cx="3696216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12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447D-028D-657B-3A7D-62B336CA9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68A9-BD81-AE7C-6DFF-C303E078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632E75-F71E-916D-D1D4-6CC12BA95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7D91BA-2851-0B3F-B407-66A998413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6430272" cy="2457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82EF12-903C-A133-0AD9-716916575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329" y="108942"/>
            <a:ext cx="4696480" cy="4515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9FC631-66F5-422E-E255-B8B07CFA3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321" y="3234500"/>
            <a:ext cx="3486637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34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C3547-0F78-5F72-E78E-95171CB6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E392-79D5-EA13-579B-61475DC10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BE56B4-8A5E-B3F7-DAC2-E907AD43C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522013-46D6-F99D-44A8-97723E1A8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6430272" cy="2457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22A462-B77A-1F10-6E50-838AFF43E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329" y="108942"/>
            <a:ext cx="4696480" cy="4515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67E587-AB41-C524-1D58-BC4C3B2FB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321" y="3234500"/>
            <a:ext cx="3486637" cy="514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463F97-A703-7A5A-8C82-B67EDE6BA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551067"/>
            <a:ext cx="6563641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5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B147-3BF6-2AF4-467A-F92DFDC05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5A52-0AB5-E8E1-6BD1-FDFD4E01E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2E32D5-A702-A365-F1AE-EB94715A2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0747"/>
            <a:ext cx="7001852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15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D1283-0B1B-BD56-0A75-E17EF1E64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060C-10BC-7EF6-7E57-1EF443D55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344970-FD24-ED6E-D73F-3344D1BA9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0747"/>
            <a:ext cx="7001852" cy="4572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55F46A-EA7D-8472-81ED-DA438E300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81" y="5313385"/>
            <a:ext cx="6763694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24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A2A8-6CF2-0EC4-775C-EC28EE88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AB44C-851C-C55A-1247-3263AB2E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7AB6BB-70FD-CA3B-567A-6DC3A2018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0747"/>
            <a:ext cx="7001852" cy="4572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3B1341-74A9-F890-2D43-524C941A4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306" y="2811345"/>
            <a:ext cx="6763694" cy="1438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6E4FC2-BCD7-7E56-FD5E-112131E88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278" y="4612093"/>
            <a:ext cx="462027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05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18BB2-1EE5-A292-D77B-F4996BB1D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B382A-D662-975E-DA3E-975DA9B94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61ABFC-AB09-386A-36E9-CEC34608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388"/>
            <a:ext cx="7516274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48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5675A-739B-30E5-2C86-8D3E7783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EEC1C-E4FC-5AED-B172-CC4E4831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16BEB5-9CFF-870B-BD9B-69E07CCD8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388"/>
            <a:ext cx="7516274" cy="48489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250028-ACB0-2B53-8B0C-086092943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780" y="3743977"/>
            <a:ext cx="6954220" cy="3019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A5BFE9-268D-3A52-F6DA-B652459A9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118" y="-453593"/>
            <a:ext cx="4365827" cy="419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45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D62B-C21C-B4B7-AAF1-D34A11F4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8AB9-6E82-2F8F-CC9A-40719A4EC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988E9-4DAA-9BA2-0EFC-24B70119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243"/>
            <a:ext cx="6516009" cy="3077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B8D71-ACC2-CB00-455F-922665077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009" y="0"/>
            <a:ext cx="4696480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5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D62B-C21C-B4B7-AAF1-D34A11F47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8AB9-6E82-2F8F-CC9A-40719A4EC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988E9-4DAA-9BA2-0EFC-24B70119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243"/>
            <a:ext cx="6516009" cy="3077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B8D71-ACC2-CB00-455F-922665077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009" y="0"/>
            <a:ext cx="4696480" cy="2991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ECAFFF-28FF-3834-2A0E-25522B50D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779" y="3333690"/>
            <a:ext cx="7316221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24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A7C7-E1E6-56D4-E9AA-074CDC9C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07F1-C920-2733-D166-184596D8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CB5895-5163-EE82-DC84-9D472D583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2" y="637418"/>
            <a:ext cx="6554115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90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325AC-DBD0-D9E5-F7D4-A2B662F5A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3446D-795C-A12D-8802-97E91D30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29B0E-C1D2-8EF0-3FC1-CF98A2F1B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2" y="637418"/>
            <a:ext cx="6554115" cy="2572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262431-7C8E-CE8D-64FB-38F88C2C9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22" y="3429000"/>
            <a:ext cx="4202108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50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F7B3-F23B-3200-AC36-1C13C084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94787-8D9A-F18E-64E9-E97C7A7F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17FB2-8BB2-E1A7-A025-45C304C2B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2" y="637418"/>
            <a:ext cx="6554115" cy="2572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51B983-F685-F612-F22A-CC12DAAE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857" y="323289"/>
            <a:ext cx="5087060" cy="3858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EC1E4C-0A38-8649-15EC-671584A33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90" y="3949255"/>
            <a:ext cx="4039164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75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C9568-C9D0-6F0C-A22A-78F25C8B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0A64-D9C9-855B-3CE8-22929099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Variables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71A08D-FD62-354D-1EDD-27007CF8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2" y="637418"/>
            <a:ext cx="6554115" cy="2572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B68D98-FA66-36BC-9C37-7DD45F6BF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857" y="323289"/>
            <a:ext cx="5087060" cy="3858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D2A885-59A0-9A86-A59A-F934B16A5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90" y="3949255"/>
            <a:ext cx="4039164" cy="2229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DF85FB-2120-B84D-3EF8-82D5304D9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83" y="3449782"/>
            <a:ext cx="5367607" cy="143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39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8C9C7-691C-BABD-9B3F-0763BF44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2C04-7712-94E1-6ECF-12BA8DC5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88652D-C111-0B71-28C1-5DD049283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5" y="926146"/>
            <a:ext cx="669701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98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8C9C7-691C-BABD-9B3F-0763BF44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2C04-7712-94E1-6ECF-12BA8DC5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88652D-C111-0B71-28C1-5DD049283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5" y="926146"/>
            <a:ext cx="6697010" cy="33246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EC989C-72E0-C327-DE16-06F0DCD16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76" y="4342611"/>
            <a:ext cx="6782747" cy="962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8DA086-549D-936A-6A29-3DA3400B6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110" y="768262"/>
            <a:ext cx="3867690" cy="1257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ED1033-BB99-62AA-7823-8CAE60F84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2735" y="2398169"/>
            <a:ext cx="3077004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64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AD697-1DCE-698A-47CA-E175D4CF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95DF-B7E5-245C-0AE2-35365587D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B7732-96D4-5D2B-0EA4-86509B43F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58" y="596000"/>
            <a:ext cx="6697010" cy="33246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22A09D-F3F2-7379-7A1B-9442E206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86475"/>
            <a:ext cx="7240010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14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AD6F1-DD63-B0A1-33F1-6823B119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397C7-59C3-89FC-408B-DECE11EB3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580DEE-D29A-BF64-176A-DB23E23B1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08" y="883900"/>
            <a:ext cx="6792273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61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B640-45F8-49F0-116A-87785346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99AB-196C-5E0E-B6F6-F463D6CF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FDE01E-DF49-0432-47F9-4CBA0B197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08" y="883900"/>
            <a:ext cx="6792273" cy="27626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33406B-A6A9-2065-5E74-B4CEF60E6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81" y="3992799"/>
            <a:ext cx="6087325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89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EB5A5-B0AD-FD97-E86A-6E0A4382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0656-79B1-1144-770D-CE8547490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2630C-C77B-752B-94C9-383422E5E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55" y="767512"/>
            <a:ext cx="5153744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82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EA8E-79D2-9439-6CA8-C5006AFB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AD09-3C28-3BDA-8D74-0F3EEDB5F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3BD0F-1F45-CC51-A2CE-52CFB28BD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55" y="767512"/>
            <a:ext cx="5153744" cy="3734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6E4C9C-4C93-76EB-A263-1504D1AE1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421" y="537637"/>
            <a:ext cx="5544324" cy="1352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F76D4E-BB3F-09B8-82AB-0A68D24DD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238" y="1714261"/>
            <a:ext cx="5544324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73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2533-82D7-CDB2-95E8-3A6F45020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6C106-DA5F-C2C5-3D32-67EC7C5EE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67F8B-4CDF-BFAA-FD5F-6A6456008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55" y="767512"/>
            <a:ext cx="5153744" cy="3734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E9C55D-E509-0CD4-5771-04A99C55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421" y="537637"/>
            <a:ext cx="5544324" cy="1352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112C47-D9E2-8895-B496-21F33C62C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238" y="1714261"/>
            <a:ext cx="5544324" cy="1714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C8195B-E9CA-CF25-D57D-5F75E8376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421" y="3914843"/>
            <a:ext cx="5734850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8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F014-EF0E-4FFF-9D53-C9C315AB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B97D-6B08-0EC0-CCEA-881A4776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9AC6A1-CE4B-B891-B380-57403493A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02" y="884770"/>
            <a:ext cx="6820852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90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F014-EF0E-4FFF-9D53-C9C315AB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B97D-6B08-0EC0-CCEA-881A47768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9AC6A1-CE4B-B891-B380-57403493A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02" y="884770"/>
            <a:ext cx="6820852" cy="2705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0155F1-B95E-1F8B-25C6-AB9501BF5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47" y="3590248"/>
            <a:ext cx="6258798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18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7C9D-4C38-5ABC-135D-CA3E5B8D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93B-7950-7EBF-7D49-4BC3A97B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63018-F107-7A1B-280A-1E55BB141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7" y="1030189"/>
            <a:ext cx="5401429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05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7C9D-4C38-5ABC-135D-CA3E5B8D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593B-7950-7EBF-7D49-4BC3A97B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63018-F107-7A1B-280A-1E55BB141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7" y="1030189"/>
            <a:ext cx="5401429" cy="3467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929502-B3FE-7614-7824-316214534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149" y="1087916"/>
            <a:ext cx="6277851" cy="1152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494FFE-A089-932B-8027-5CDD9C4BF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650" y="2240602"/>
            <a:ext cx="5801535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627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9D07-2C85-CAEC-B116-56CA683F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B86D-C96D-9414-CBB9-4E37EB2A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5A315-67D4-8625-B3B0-6FB73B2D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55" y="947724"/>
            <a:ext cx="5163271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65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733D-87BD-1571-62C5-72800309C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F5C-2E81-4C5A-098C-A128DA43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451AE-7CED-BBE4-C6DE-3BCE67D18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55" y="947724"/>
            <a:ext cx="5163271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54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936ED-2F29-DA69-5A41-3765F124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88F6-0AFE-7E2E-4B2B-0C3941144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3FFC9-789C-9FDD-020F-D987AC36B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71" y="782746"/>
            <a:ext cx="6039693" cy="3191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B4E286-F4BA-4FE5-6842-453D04275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82746"/>
            <a:ext cx="5858693" cy="2419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F81F83-CD59-0D94-0F87-17142B911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616" y="3202434"/>
            <a:ext cx="2591162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237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2BE85-C113-5428-A6EC-7197E897F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B369-54FB-13EC-F34B-51EA7560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A8368-4FA5-ADD8-5FF8-B3446D51C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71" y="782746"/>
            <a:ext cx="6039693" cy="3191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B6AF21-E869-E28E-182D-DA4567196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82746"/>
            <a:ext cx="5858693" cy="2419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5978F5-6135-F532-543F-30417C37E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616" y="3202434"/>
            <a:ext cx="2591162" cy="13717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347447-863A-B16D-7363-16B47EFE5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20" y="4574225"/>
            <a:ext cx="5353797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92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C99B7-F00F-F167-24CD-E783D96A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8128-21F1-FDEB-63D2-0B460FF5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8A59E6-C95F-9527-B63D-C0649406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23" y="884894"/>
            <a:ext cx="5420481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450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9F2DE-FC10-A0C2-79CA-C9D8AAD0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5BD3-0D34-2C7D-7DCA-3831CC22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FB9381-2DC8-4D9C-A4B4-797587BF5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23" y="884894"/>
            <a:ext cx="5420481" cy="3000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0845C9-5F19-AF03-CE8E-752AA6553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506" y="530710"/>
            <a:ext cx="4353533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621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B5E8-96AB-A61A-F802-3F3AD35AB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EA1F-60BD-6DC5-1DC4-E8BCDEBA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1185DC-2179-16B2-0AEE-9DC464CB4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23" y="884894"/>
            <a:ext cx="5420481" cy="3000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A5B193-FDF4-3816-32E4-A990B55F6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506" y="530710"/>
            <a:ext cx="4353533" cy="394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137B0-762D-94A7-8334-5B4289B25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14" y="4474610"/>
            <a:ext cx="4143953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82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C1EB1-5FC2-8682-7B1A-B2C095DC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8F01F-0024-B23E-E38F-C05DEAE1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6CC1F1-6167-E439-58F4-AED138486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23" y="884894"/>
            <a:ext cx="5420481" cy="3000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7ED28E-3DD2-AD4C-0E48-C81A0BF1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506" y="530710"/>
            <a:ext cx="4353533" cy="394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13868E-24AF-0C49-93DB-5590254F3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14" y="4474610"/>
            <a:ext cx="4143953" cy="1362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500EA5-A18A-FBCB-DB33-B2269F42C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418" y="4662792"/>
            <a:ext cx="5506218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2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263B-CBD4-3D90-EE13-F6C4963B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C3F0-9893-C77A-9EA1-15BED304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B48B5-0C87-F2C0-60ED-D46427A53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89" y="913887"/>
            <a:ext cx="6211167" cy="32198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D2B6B9-E285-FE81-BDF2-142426AF1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988" y="108942"/>
            <a:ext cx="5363323" cy="3381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B3FF58-CB46-6F33-4FE6-EA1E914A4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861" y="3268984"/>
            <a:ext cx="2867425" cy="1390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426274-79B9-1F83-3B30-AFB04E83B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1" y="4510036"/>
            <a:ext cx="5420481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857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185A-46F6-BC7F-3580-5AF956B1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9A34-7D52-2E68-467B-B431DA1E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EEAAA9-8328-80DE-3B74-4A998009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45" y="858136"/>
            <a:ext cx="6439799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77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37601-46EF-9777-F774-D4022DD1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695E7-4846-9826-2521-92F58B16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D373C-EAAB-10FD-2D6D-25BC510B8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45" y="858136"/>
            <a:ext cx="6439799" cy="3848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A6CFE5-704B-0FD5-7554-E1A66F695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06" y="537637"/>
            <a:ext cx="5277587" cy="2648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11CB0-E13C-E79C-CF44-F523F6464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230" y="3570779"/>
            <a:ext cx="5382376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936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2DD0-58AD-66EB-CF1C-C4E2EFE5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86F8-5AD0-1089-0B03-F4DD2659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E57E3-E675-9EC6-5809-1FAEF8F5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45" y="858136"/>
            <a:ext cx="6439799" cy="3848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06C32B-9C23-8998-7D16-A011E493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06" y="537637"/>
            <a:ext cx="5277587" cy="2648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AD6087-E7F2-57B9-CFA3-D4E481092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230" y="3570779"/>
            <a:ext cx="5382376" cy="990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D9C817-E950-807A-9120-01922A7D8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71" y="5027272"/>
            <a:ext cx="5763429" cy="1667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E83FAB-F39A-1871-84F0-3379B12B26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406" y="5018652"/>
            <a:ext cx="3829584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335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77C55-5CCB-0448-B23C-A5C919B1A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7D4F-A5FD-7EEC-6BA7-1EB6ED077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93274-DBA8-2E3E-9A5E-DB47FF7C2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39" y="537637"/>
            <a:ext cx="6858957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92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5257-154C-ADA8-BA6E-73F03854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A155-7CB6-68C6-EFC4-9C17E314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E88D3-0033-FC53-4FEF-DC19ACF8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39" y="537637"/>
            <a:ext cx="6858957" cy="42773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3F3956-D0E2-3EC0-5491-A69369D5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235" y="323289"/>
            <a:ext cx="4324954" cy="6154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86A6ED-EDEE-95F0-AFAB-15F24482F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3739"/>
            <a:ext cx="3296110" cy="2105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1E9864-EF32-0F9A-F8C6-E6673788D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6775" y="5370987"/>
            <a:ext cx="4791795" cy="72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948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FD62-CD1B-467D-A4C2-0EDF1A4E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03A3-DF1F-4D1F-9D94-E5D8429F7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ABC68-4FEB-E75B-2212-068E3968B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6" y="879798"/>
            <a:ext cx="6725589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497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081B9-159A-1E3C-B310-C97ED748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F1A2-A796-8E2D-8A70-6A8E8585E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07B99-6E67-EF96-3AD0-76E809D92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6" y="879798"/>
            <a:ext cx="6725589" cy="3639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9D9C94-4C65-64FA-24AE-9A41DA73E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489" y="2995971"/>
            <a:ext cx="7116168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315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70DD-9877-0599-F65B-48AA6CA0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2405-FDE0-BA77-BB9A-F1488DFE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81CD99-0133-6B53-F42A-0DDEED384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6" y="879798"/>
            <a:ext cx="6725589" cy="3639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AD425F-7999-0A0E-B015-E386A3E1A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971" y="1277866"/>
            <a:ext cx="5312229" cy="2631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B07BAF-DCCE-6535-6251-E133CC764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5" y="5016042"/>
            <a:ext cx="7849695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024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001B2-605E-33DF-42CC-89A102DCD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2ACBB-34D8-9993-155D-CF68B131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B4DDC-2B46-A3CA-BE66-2DE017A91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91" y="798283"/>
            <a:ext cx="6287377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856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FB1D-034F-634E-4113-3D7134E7E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2C873-9072-7735-7E24-84FC3981C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886D4-B75A-3051-B032-1D53D296C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91" y="798283"/>
            <a:ext cx="6287377" cy="299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43B71A-507A-05BE-DEB5-AD0C2710F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267" y="1914892"/>
            <a:ext cx="6925642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2474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BBF6-929E-3414-3768-865FFA07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C4E7-10FD-2D4C-245A-69C50EB1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75065-5662-89FD-A1C2-EF210F5E0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5" y="1049451"/>
            <a:ext cx="6916115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574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50601-0DF8-2947-A22D-45E8ED35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82AB-B152-97D5-0C91-6A1CF4DA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B62D8-4ADF-A599-102D-86479DB53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5" y="1049451"/>
            <a:ext cx="6916115" cy="2505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4ACA85-04FE-F663-E9A0-39A708DEF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687" y="1092277"/>
            <a:ext cx="2495898" cy="400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D00C8D-584F-FDD8-F338-C8E8F663E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921" y="1837529"/>
            <a:ext cx="5734850" cy="2229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A731DB-A2F7-BFDA-D0D8-903D61121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00" y="4079716"/>
            <a:ext cx="7308020" cy="257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158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B7A94-8944-1F96-7835-C873584E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A0A6-3B27-E90D-B394-CC6AB201E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12D45-6AD7-5297-3DEA-ABFB67EDC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5" y="1049451"/>
            <a:ext cx="6916115" cy="2505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6B0585-339C-5E33-DD12-3887E3963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51514"/>
            <a:ext cx="7563906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284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BA5B3-6A93-136B-3F23-7C3758B57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AF2B-0A06-C531-FD50-106A5BB0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8CE590-49FA-611A-CD47-2AB80DEA4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05" y="1049451"/>
            <a:ext cx="6916115" cy="2505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050D9B-F499-FEAA-097A-D6C9EDAFB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01454"/>
            <a:ext cx="5910546" cy="363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003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7376-4371-D7F4-E7F8-6039A974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DA1D-09F9-321A-20A5-6B114DE6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5B357-CD5F-AE82-7C4D-DBE6C929C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27720"/>
            <a:ext cx="6154009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113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466B6-1CC6-5E91-5D4F-528545586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E0AD0-4EA4-1976-61DB-4974D3F6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0EF87-FFCD-E338-2896-FB576EF62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27" y="745931"/>
            <a:ext cx="6420746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509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6B273-C031-E7DE-7D02-0A15AE3C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4860-5FA7-08EF-C5BE-6D05170D3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88918-00EE-37A8-B5A9-6F7B0F0A4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4" y="750656"/>
            <a:ext cx="5915851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360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CD0D-7049-A16B-C1C6-731C728BB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3F2F-526E-4DC1-D842-D1D012FB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B0A6F7-9B25-AEEA-3B20-F3B05988D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4" y="750656"/>
            <a:ext cx="5915851" cy="33246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54A713-BBC1-DA32-C282-6B156246B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335" y="108942"/>
            <a:ext cx="6401693" cy="1952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18A0A5-9077-588A-3960-37680FF3C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335" y="2743967"/>
            <a:ext cx="6801316" cy="41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838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77B5F-D45D-4DCA-B24E-DEFB96F3B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19E2-DFDF-172E-DC64-7F897005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91F015-E84B-FB52-01B8-3DF0096C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90" y="770424"/>
            <a:ext cx="7354326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830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116EC-D0BA-A865-B375-79C81A1A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F89F-0A6F-D730-9BFB-5C441C2F6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Circuit</a:t>
            </a:r>
            <a:r>
              <a:rPr lang="tr-TR" dirty="0"/>
              <a:t> </a:t>
            </a:r>
            <a:r>
              <a:rPr lang="tr-TR" dirty="0" err="1"/>
              <a:t>Elements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73C2C6-8F77-097A-9BE7-C36458BF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90" y="770424"/>
            <a:ext cx="7354326" cy="28960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5FDA0F-D302-5A74-6129-83C851661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8" y="4147692"/>
            <a:ext cx="7944959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255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A15CD-7A8F-166B-7921-0CF55623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7133-3748-EBB1-FB55-2F66DBDF6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/>
              <a:t>Simple </a:t>
            </a:r>
            <a:r>
              <a:rPr lang="tr-TR" dirty="0" err="1"/>
              <a:t>Resistive</a:t>
            </a:r>
            <a:r>
              <a:rPr lang="tr-TR" dirty="0"/>
              <a:t> </a:t>
            </a:r>
            <a:r>
              <a:rPr lang="tr-TR" dirty="0" err="1"/>
              <a:t>Circuits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386C3D-041D-EE77-4AF5-9DC9AAD34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32" y="757367"/>
            <a:ext cx="6335009" cy="2276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C1D420-C8C0-0C35-018D-5067EAE06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308" y="604532"/>
            <a:ext cx="5134692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032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26FA-35F4-F346-B94B-4369B7E59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B9E7-286D-EEFC-B9B8-03BFF1AF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/>
              <a:t>Simple </a:t>
            </a:r>
            <a:r>
              <a:rPr lang="tr-TR" dirty="0" err="1"/>
              <a:t>Resistive</a:t>
            </a:r>
            <a:r>
              <a:rPr lang="tr-TR" dirty="0"/>
              <a:t> </a:t>
            </a:r>
            <a:r>
              <a:rPr lang="tr-TR" dirty="0" err="1"/>
              <a:t>Circuits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C0979-23EA-41CF-B625-6DD193650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32" y="757367"/>
            <a:ext cx="6335009" cy="2276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3447FD-73B3-EF82-6E1A-61B92F278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308" y="604532"/>
            <a:ext cx="5134692" cy="2305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7A64E9-C0A0-BFAB-90CC-E168B366E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4756296" cy="2078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D2CFC7-2AF7-EB40-38BB-DCFA75B92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747" y="3145936"/>
            <a:ext cx="4130735" cy="5031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65E832-7D2C-2B58-1544-0EDF7E7AD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5965" y="3948097"/>
            <a:ext cx="5701967" cy="248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172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04A2-B949-E297-D126-4A91FACC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9066-71BE-813E-88E5-6B098E8CB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/>
              <a:t>Simple </a:t>
            </a:r>
            <a:r>
              <a:rPr lang="tr-TR" dirty="0" err="1"/>
              <a:t>Resistive</a:t>
            </a:r>
            <a:r>
              <a:rPr lang="tr-TR" dirty="0"/>
              <a:t> </a:t>
            </a:r>
            <a:r>
              <a:rPr lang="tr-TR" dirty="0" err="1"/>
              <a:t>Circuits</a:t>
            </a: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6882BA-4BB4-0CFB-E3F3-7F1D28C24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384"/>
            <a:ext cx="6601746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831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48BF-C753-2AEC-BAD4-59D0D8E4E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68BEE-A994-6886-33BD-5BEA6D3B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/>
              <a:t>Simple </a:t>
            </a:r>
            <a:r>
              <a:rPr lang="tr-TR" dirty="0" err="1"/>
              <a:t>Resistive</a:t>
            </a:r>
            <a:r>
              <a:rPr lang="tr-TR" dirty="0"/>
              <a:t> </a:t>
            </a:r>
            <a:r>
              <a:rPr lang="tr-TR" dirty="0" err="1"/>
              <a:t>Circuits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8BE22-B314-459C-2114-1352284EC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62" y="688445"/>
            <a:ext cx="4944165" cy="3467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236CB-97CE-52CB-7991-842C4E49A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539" y="827313"/>
            <a:ext cx="6977461" cy="357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67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78C25-4B1A-11D2-D867-651309C7F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97B69-4319-9F72-D2CF-EC7C2A80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942"/>
            <a:ext cx="10515600" cy="428695"/>
          </a:xfrm>
        </p:spPr>
        <p:txBody>
          <a:bodyPr>
            <a:normAutofit fontScale="90000"/>
          </a:bodyPr>
          <a:lstStyle/>
          <a:p>
            <a:r>
              <a:rPr lang="tr-TR" dirty="0"/>
              <a:t>Simple </a:t>
            </a:r>
            <a:r>
              <a:rPr lang="tr-TR" dirty="0" err="1"/>
              <a:t>Resistive</a:t>
            </a:r>
            <a:r>
              <a:rPr lang="tr-TR" dirty="0"/>
              <a:t> </a:t>
            </a:r>
            <a:r>
              <a:rPr lang="tr-TR" dirty="0" err="1"/>
              <a:t>Circuits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36616-9381-9F8A-A654-912CA0495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5" y="939416"/>
            <a:ext cx="5591955" cy="2257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11DA23-CA40-E360-A977-8E4E2A624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491" y="939416"/>
            <a:ext cx="4353533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911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150</Words>
  <Application>Microsoft Office PowerPoint</Application>
  <PresentationFormat>Widescreen</PresentationFormat>
  <Paragraphs>71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Aptos</vt:lpstr>
      <vt:lpstr>Aptos Display</vt:lpstr>
      <vt:lpstr>Arial</vt:lpstr>
      <vt:lpstr>Office Theme</vt:lpstr>
      <vt:lpstr>Problems - Week 3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Variables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Circuit Elements</vt:lpstr>
      <vt:lpstr>Simple Resistive Circuits</vt:lpstr>
      <vt:lpstr>Simple Resistive Circuits</vt:lpstr>
      <vt:lpstr>Simple Resistive Circuits</vt:lpstr>
      <vt:lpstr>Simple Resistive Circuits</vt:lpstr>
      <vt:lpstr>Simple Resistive Circuits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Problems - Week 3</dc:title>
  <dc:creator>kml erd</dc:creator>
  <cp:lastModifiedBy>kml erd</cp:lastModifiedBy>
  <cp:revision>155</cp:revision>
  <dcterms:created xsi:type="dcterms:W3CDTF">2025-10-06T09:28:47Z</dcterms:created>
  <dcterms:modified xsi:type="dcterms:W3CDTF">2025-10-07T13:25:06Z</dcterms:modified>
</cp:coreProperties>
</file>