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7" r:id="rId10"/>
    <p:sldId id="268" r:id="rId11"/>
    <p:sldId id="266" r:id="rId12"/>
    <p:sldId id="288" r:id="rId13"/>
    <p:sldId id="269" r:id="rId14"/>
    <p:sldId id="289" r:id="rId15"/>
    <p:sldId id="267" r:id="rId16"/>
    <p:sldId id="290" r:id="rId17"/>
    <p:sldId id="283" r:id="rId18"/>
    <p:sldId id="291" r:id="rId19"/>
    <p:sldId id="271" r:id="rId20"/>
    <p:sldId id="292" r:id="rId21"/>
    <p:sldId id="272" r:id="rId22"/>
    <p:sldId id="293" r:id="rId23"/>
    <p:sldId id="273" r:id="rId24"/>
    <p:sldId id="270" r:id="rId25"/>
    <p:sldId id="294" r:id="rId26"/>
    <p:sldId id="264" r:id="rId27"/>
    <p:sldId id="295" r:id="rId28"/>
    <p:sldId id="275" r:id="rId29"/>
    <p:sldId id="297" r:id="rId30"/>
    <p:sldId id="277" r:id="rId31"/>
    <p:sldId id="276" r:id="rId32"/>
    <p:sldId id="298" r:id="rId33"/>
    <p:sldId id="281" r:id="rId34"/>
    <p:sldId id="282" r:id="rId35"/>
    <p:sldId id="278" r:id="rId36"/>
    <p:sldId id="299" r:id="rId37"/>
    <p:sldId id="279" r:id="rId38"/>
    <p:sldId id="300" r:id="rId39"/>
    <p:sldId id="284" r:id="rId40"/>
    <p:sldId id="280" r:id="rId41"/>
    <p:sldId id="301" r:id="rId42"/>
    <p:sldId id="286" r:id="rId4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36" autoAdjust="0"/>
    <p:restoredTop sz="94572"/>
  </p:normalViewPr>
  <p:slideViewPr>
    <p:cSldViewPr snapToGrid="0">
      <p:cViewPr varScale="1">
        <p:scale>
          <a:sx n="104" d="100"/>
          <a:sy n="104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DE9D-11AA-FBBC-8E30-698804FD1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9FD14-2A62-66B7-5FFE-DF7B20F78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58BAC-9B4F-D7FD-72B3-3F6C9E11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8E47-EC00-1312-C79D-AD487B04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5AAC-8F0F-CFDE-5B65-02BA93E6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482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E8E4-63A8-B79A-0545-80FFC70C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D727-7008-E5E3-FDE9-D9101F67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05B9-83A4-0A9F-142C-AAD6BAE2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AEBB-17BB-7D7D-2562-D392BAF0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A0C5-9211-9CD7-9D2C-DB101CF5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57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7DB5-4F5E-B31C-BDD9-2827862A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7E565-8246-D3CB-13B1-BB9DF7446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E78B2-CDE8-B98A-67D1-EF7C9DCE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DA72-8F3B-5A9D-2D7C-372B815A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E5F45-BD27-72E0-3F07-46649D0B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651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B7C8-BCE2-F9C6-0934-05FC5A3A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71D19-36EB-78E1-346D-8FB814A58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D5648-F9CD-CB68-FC43-AC457BF45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45C33-FC8C-38BE-8A84-BDE3DA0A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4B1F-756C-FC3C-4B67-214F3591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1882E-DA1E-A736-BBD5-DB5794A0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210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E2B9-EDDC-FE05-0219-A12E5E6D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BA2D8-48B5-DBFE-BD14-B4629325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19BA4-0E4B-485C-00F0-589BB10D7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66C10-0963-4129-74BA-8A277865B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CFBAD-F56C-15DC-3DC6-96102961E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11267-3E30-AB6F-E50A-F8D50068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1B80C-EDDA-7C0D-DBC1-0F662E22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5C8DA-9026-7D26-CFB2-E52B5E48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33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EA97-BE80-5BF7-CA86-699A55F2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32D4A-7B5F-7CF0-D8D6-3F9C9F0B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5CFE9-F717-CECC-2B99-14C60EC3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04B41-B5D2-5064-503C-1EA5DFD0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377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E2B1B-F729-D3E8-A25A-382040CA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D6771-16B1-80B7-3FC3-95E020C5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8F88-A26E-5CD2-84A6-0BAB74EA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480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1408-3004-C0E1-D9A4-F00E33F8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EF02-DB27-2E4A-7FE3-B3A27602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21C7A-1916-46BC-2187-1172E56F3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91E6A-EE90-0D0F-AA56-679D255B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15243-01E6-764F-519F-9F148408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22E16-E4AB-19AF-EC0F-DF70EDB1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036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F84C-69BA-AC5D-ED54-D99A9AB2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60082-5806-7EFC-CFF1-2DF60FFB5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02625-ACE1-E427-85E8-F4C0E8C83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706BC-E4AC-6B7A-4BDF-78FDC471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727E1-17C4-073D-9BDC-C1A28D8F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5370C-8B7D-D16C-932E-F94EFF69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424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5F0D-8E0C-07AD-E9D6-929AC0C5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BCDE1-A4BC-E027-B6E5-BD771DD2D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210A5-78D1-6C54-EE54-97402530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B7C98-3A86-65C4-94DB-B639E1AB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24A6-07F3-6D43-9F4C-B75F7132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342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FCB87-6F47-F366-299D-BBA210D2E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40E0A-C32F-0264-7F64-1375610B1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211D7-0E04-A36D-CF30-E02161B3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8063-5C15-45E4-C853-5A147B02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19BB-82AE-57B5-53F2-42158040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452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D923D-A93B-950F-785D-B950FB9D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D4402-C5D5-0FAF-0DB9-16E17DB3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53D72-9300-F33E-4B0B-B6367D3B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AC315-45B7-4A8F-AD78-D1FD5E817CC2}" type="datetimeFigureOut">
              <a:rPr lang="tr-TR" smtClean="0"/>
              <a:t>3.11.2025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2E1D7-7FD6-9022-B0F7-2CF6BDFF8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2FBD5-AAE8-69FC-A2A0-C00BC9D7C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520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3BBD-017A-A2C9-6DE1-904AB7A35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Problems</a:t>
            </a:r>
            <a:r>
              <a:rPr lang="en-GB" dirty="0"/>
              <a:t> - Week 7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CE488-0554-6CD0-6C61-54A178C00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Source </a:t>
            </a:r>
            <a:r>
              <a:rPr lang="tr-TR" dirty="0" err="1"/>
              <a:t>Transformations</a:t>
            </a:r>
            <a:endParaRPr lang="tr-T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/>
              <a:t>Thevenin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Norton </a:t>
            </a:r>
            <a:r>
              <a:rPr lang="tr-TR"/>
              <a:t>Equivalents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9494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78F3B8-CE38-95BA-93FA-08B99754C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168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5B923-5AD6-12A4-4FBE-9218B0729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348893"/>
            <a:ext cx="49276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78F3B8-CE38-95BA-93FA-08B99754C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168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5B923-5AD6-12A4-4FBE-9218B0729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348893"/>
            <a:ext cx="4927600" cy="1638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E237DD-9594-6953-06FD-53C8E6B0A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795" y="2488077"/>
            <a:ext cx="7014410" cy="264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8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78F3B8-CE38-95BA-93FA-08B99754C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168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5B923-5AD6-12A4-4FBE-9218B0729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348893"/>
            <a:ext cx="4927600" cy="16383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9C226E-8164-1A51-D39F-FFB4F6973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73" y="1851526"/>
            <a:ext cx="5864727" cy="4265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89E4DF-95B6-4C37-D3B9-FEE7F5C2D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695" y="2336086"/>
            <a:ext cx="5817282" cy="308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1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ADC46-452E-A097-FD62-45132EB21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542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219D29-03E5-3EFD-CFC9-411264A7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9" y="427789"/>
            <a:ext cx="49022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9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ADC46-452E-A097-FD62-45132EB21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542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219D29-03E5-3EFD-CFC9-411264A7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13" y="542765"/>
            <a:ext cx="4902200" cy="279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21B0C1-2185-534F-E6DE-4BC06B885E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28"/>
          <a:stretch/>
        </p:blipFill>
        <p:spPr>
          <a:xfrm>
            <a:off x="4740442" y="810133"/>
            <a:ext cx="7451558" cy="43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2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ADC46-452E-A097-FD62-45132EB21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542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219D29-03E5-3EFD-CFC9-411264A73A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64" r="-4064"/>
          <a:stretch/>
        </p:blipFill>
        <p:spPr>
          <a:xfrm>
            <a:off x="0" y="542765"/>
            <a:ext cx="4902200" cy="2794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728436-99AB-DBAD-ADB3-A3415A78B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418" y="542765"/>
            <a:ext cx="7581900" cy="6007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914A2A-B167-3B12-2C25-08FEA83E2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707" y="5388135"/>
            <a:ext cx="3340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3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3C6B1E-2D2E-0118-F77F-1E81E685E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825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0A95C-6392-69B7-6DAC-7CA4576C8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482"/>
            <a:ext cx="55753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55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69BE-054F-91B5-A108-92202B16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CA5674-7507-9E70-B8E7-6DE977F94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825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A719A8-D1CA-6A33-4155-303365DD2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482"/>
            <a:ext cx="5575300" cy="191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E8000F-A39C-58EB-983A-E6B3018EA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32" y="825482"/>
            <a:ext cx="53848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5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3C6B1E-2D2E-0118-F77F-1E81E685E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825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D87CF-4CC3-0657-29BC-41A0311F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4336"/>
            <a:ext cx="5384800" cy="46863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E2E671-773E-7CFE-96D2-94EFDB3BF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044" y="1226368"/>
            <a:ext cx="7017956" cy="493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AD9DC7-FAEB-6EFB-13E8-04D5C13B0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119255"/>
            <a:ext cx="7772400" cy="3309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13A89E-40C4-B201-48D8-8DD5EFD9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535"/>
            <a:ext cx="65151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1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F883-5E7E-5090-E9D9-67FD28317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41564C-7C6B-96A5-7419-B0C01B6E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119255"/>
            <a:ext cx="7772400" cy="3309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DD321D-3D73-3ED9-5F3E-0028156DE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535"/>
            <a:ext cx="6515100" cy="2095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41D7CE-CD14-DACF-1681-12CD3D666D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00"/>
          <a:stretch/>
        </p:blipFill>
        <p:spPr>
          <a:xfrm>
            <a:off x="1" y="2844411"/>
            <a:ext cx="6096000" cy="3813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6DA13C-4D33-7C9D-2C16-8E8B3A73E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425674"/>
            <a:ext cx="6096000" cy="350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76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5151AF-06A5-68E3-322A-E1F032F2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15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69AFA3-E1CE-1334-8F26-D2C071261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82" y="457200"/>
            <a:ext cx="5056939" cy="257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29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5F6CD-AE62-6606-2AED-04DE6FDC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A1D3A6-A68E-31B1-3249-10605414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15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F8622E-2A1D-6D2A-5D71-A9C2FAAFB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82" y="457200"/>
            <a:ext cx="5056939" cy="25701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60D47C-4470-B52B-A839-B5C2EF024C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917"/>
          <a:stretch/>
        </p:blipFill>
        <p:spPr>
          <a:xfrm>
            <a:off x="77537" y="3484515"/>
            <a:ext cx="7772400" cy="2570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54764B-19CD-9DB0-709D-1BEF2E97BD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433" t="-638" r="46495" b="49555"/>
          <a:stretch/>
        </p:blipFill>
        <p:spPr>
          <a:xfrm>
            <a:off x="6096000" y="858885"/>
            <a:ext cx="4347745" cy="25701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25CA4-03EE-96DC-DF0D-CBCBBE4F5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897" y="4038600"/>
            <a:ext cx="4165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34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8CDCB5-77D4-3F49-EB6C-84B1094A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0"/>
            <a:ext cx="7772400" cy="3108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E900F2-49DB-B13D-A0A6-1B752F91F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10896"/>
            <a:ext cx="528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4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1508-5437-43D3-5E18-1A830509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134517-331A-F582-E491-762F87AAE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0"/>
            <a:ext cx="7772400" cy="3108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CCD557-7E82-2488-C916-9A4E03C6D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10896"/>
            <a:ext cx="5283200" cy="198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A0E8BB-6B45-584C-D522-D1931AEFA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194560"/>
            <a:ext cx="77724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51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CA17A6-C68E-C4A0-894E-F8A22447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79" y="255622"/>
            <a:ext cx="7772400" cy="699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3DC153-522B-A294-9FE0-0269C86C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05" y="1471463"/>
            <a:ext cx="528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01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A9F26-79E4-A0D5-0E57-51DC7233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CAE618-6604-5124-0430-2E8A46D7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79" y="255622"/>
            <a:ext cx="7772400" cy="699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3007B6-8105-D148-8362-440A7503E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084" y="4240327"/>
            <a:ext cx="7772400" cy="1146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CF014-588D-AC72-FAF2-A814EE0BC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705" y="1471463"/>
            <a:ext cx="528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09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40EF8-50B5-EDED-2EE2-0BCE52103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61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BD0306-9405-A7CE-8B72-3EAB64962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" y="461329"/>
            <a:ext cx="48133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15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BCD7-DE55-2598-2889-D95FA88F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F6A13-492E-6170-7FF3-5D8385AC5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61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7C48AD-D037-F54F-A905-97C21807A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" y="461329"/>
            <a:ext cx="4813300" cy="199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DF83B-A53E-A546-DE10-D45259A09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976" y="663408"/>
            <a:ext cx="35052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58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273375-133F-2ED3-7C90-BE5FB9D71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1" y="0"/>
            <a:ext cx="7772400" cy="7475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ADAADE-7CEE-08D7-53D2-5A77BB445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839"/>
            <a:ext cx="46736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40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2D46-6C18-7FE4-2C0E-330BF4B35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54B33D-DC37-2B9B-AEAC-5ED5476A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1" y="0"/>
            <a:ext cx="7772400" cy="7475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FBC39F-EA6B-6F23-5E31-0E3AD0B97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839"/>
            <a:ext cx="4673600" cy="241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1325FA-ACA5-EADE-1CFD-509A84675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68" y="3007002"/>
            <a:ext cx="7772400" cy="36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22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273375-133F-2ED3-7C90-BE5FB9D71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1" y="0"/>
            <a:ext cx="7772400" cy="7475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ADAADE-7CEE-08D7-53D2-5A77BB445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839"/>
            <a:ext cx="4673600" cy="2413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31A918-D9AA-59FD-6A21-EF707EB1F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189" y="2814839"/>
            <a:ext cx="7772400" cy="11310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C059D2-A9C1-3AB8-0EBE-5212058D04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2735" b="17441"/>
          <a:stretch/>
        </p:blipFill>
        <p:spPr>
          <a:xfrm>
            <a:off x="156411" y="2568484"/>
            <a:ext cx="3673642" cy="4269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8FC93-83EE-25B0-C5C9-FAE1A3D619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6061"/>
          <a:stretch/>
        </p:blipFill>
        <p:spPr>
          <a:xfrm>
            <a:off x="4042611" y="5101389"/>
            <a:ext cx="7772400" cy="72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53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A27E9F-2FED-2773-5B42-C9DCABCFF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767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B7A519-C46D-A520-030A-66F3A3981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723"/>
            <a:ext cx="52324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60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4E9D-5444-0A51-04E1-71FC942E9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9B24FE-BF3E-06FA-D486-C3CD10A19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767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8B4EBA-5E61-A4E9-F4C8-8AE4EE812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723"/>
            <a:ext cx="5232400" cy="162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7E5B4E-9493-73DE-65F6-F666C8B7E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02323"/>
            <a:ext cx="7772400" cy="29119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07BA81-308C-004A-9468-2261B38966A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46" t="41798" r="9065"/>
          <a:stretch/>
        </p:blipFill>
        <p:spPr>
          <a:xfrm>
            <a:off x="5727032" y="4063731"/>
            <a:ext cx="4668252" cy="2476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946054-DDD9-64D4-EA5A-2F553B53C2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46" r="9065" b="61436"/>
          <a:stretch/>
        </p:blipFill>
        <p:spPr>
          <a:xfrm>
            <a:off x="0" y="5008476"/>
            <a:ext cx="4668252" cy="164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70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54DFC2-1817-1B9B-75D0-EEC43ADB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42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E91586-9DAD-4EE5-D090-A8213FCC3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584200"/>
            <a:ext cx="38735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45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7612-775D-9D3F-D705-20E6C226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69D8B7-FF11-E3CC-F168-2B085AE9E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42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39C099-7A9A-BAEF-109C-6892495E0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584200"/>
            <a:ext cx="3873500" cy="284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D7588C-5A63-5ADE-D7C6-6F8E18AC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558" y="865964"/>
            <a:ext cx="7772400" cy="390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25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2D9BA-82A0-952E-76EC-F45DF072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0"/>
            <a:ext cx="7772400" cy="4401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C7F791-27EF-4B44-994E-BE3FE5A19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440135"/>
            <a:ext cx="50165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0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95E6-0970-57B7-F2BB-6329E67F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28D631-C31D-8AB6-4291-6D0567555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0"/>
            <a:ext cx="7772400" cy="4401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6ECD76-FDD0-1249-F018-BF583AE15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440135"/>
            <a:ext cx="5016500" cy="266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E7115C-34D6-A308-9722-C314495E3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7772400" cy="3065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F30013-27BB-7BD0-E334-7B39E7948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826" y="4162533"/>
            <a:ext cx="3086100" cy="2654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67FC37-7B8B-C4BD-92A4-F78E825F4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2200" y="4961984"/>
            <a:ext cx="34798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54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2D9BA-82A0-952E-76EC-F45DF072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0"/>
            <a:ext cx="7772400" cy="440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4B25FE-997F-DC04-FCA3-9C2C3E842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042"/>
            <a:ext cx="7772400" cy="3023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AED412-CE40-1F07-34A8-25CB74C85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503" y="2042902"/>
            <a:ext cx="5115760" cy="2147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6C573A-093B-9B05-B984-2C9C740C8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503" y="4190508"/>
            <a:ext cx="6141453" cy="222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60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DA09DD-5FEE-555F-89A9-C14912B2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435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18899C-C678-08E5-0C2A-C1BE6621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4" y="1552408"/>
            <a:ext cx="45466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69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E3A7-77D9-B08E-BAED-F8B1DFDF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A58A01-CE59-CC30-A7D4-857A36246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435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4A365A-01CD-617E-C4C0-BE395FAFC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4" y="1552408"/>
            <a:ext cx="4546600" cy="2501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754441-F114-D974-A1FB-DE2A62164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023" y="1431041"/>
            <a:ext cx="50165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21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DA09DD-5FEE-555F-89A9-C14912B2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435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18899C-C678-08E5-0C2A-C1BE6621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4" y="1552408"/>
            <a:ext cx="4546600" cy="2501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329321-6B02-4D5A-8A43-A79E23B61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1387308"/>
            <a:ext cx="5410200" cy="533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2DC33D-1F24-FAF6-F2CA-1DECD87E2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365792"/>
            <a:ext cx="40132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87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DA09DD-5FEE-555F-89A9-C14912B2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435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18899C-C678-08E5-0C2A-C1BE6621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4" y="1552408"/>
            <a:ext cx="4546600" cy="250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64B68-470A-7428-6198-E927577C6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964" y="1733550"/>
            <a:ext cx="56642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632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D38D4C-EC58-1CC5-C809-46C839EB7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8" y="113079"/>
            <a:ext cx="9470238" cy="4965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9E87CB-12FA-BDB8-0D0D-CF0C65D17C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064"/>
          <a:stretch/>
        </p:blipFill>
        <p:spPr>
          <a:xfrm>
            <a:off x="0" y="576847"/>
            <a:ext cx="4648200" cy="198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50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FEA5-A8C0-46C9-5C4E-CB94C83C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3AB012-8B7C-A0C3-3F97-7545A0D7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8" y="113079"/>
            <a:ext cx="9470238" cy="4965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311D6B-FC6B-2EA7-66E6-39BB3DFBCC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064"/>
          <a:stretch/>
        </p:blipFill>
        <p:spPr>
          <a:xfrm>
            <a:off x="0" y="576847"/>
            <a:ext cx="4648200" cy="19878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30516E-2ABB-F4BF-261E-E2B7C1D7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94" y="3028499"/>
            <a:ext cx="7620000" cy="350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C0452B-13CF-282F-3A1F-324F9367BAA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514" b="49892"/>
          <a:stretch/>
        </p:blipFill>
        <p:spPr>
          <a:xfrm>
            <a:off x="5081337" y="3649305"/>
            <a:ext cx="7110663" cy="1853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FA2C5B-381B-D28A-11E1-664EC41A5F0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2888" r="71492"/>
          <a:stretch/>
        </p:blipFill>
        <p:spPr>
          <a:xfrm>
            <a:off x="9396949" y="5002591"/>
            <a:ext cx="2215720" cy="174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866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016C37-BA0D-D6BD-2D55-D88E4879A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0"/>
            <a:ext cx="7772400" cy="493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F1075A-2B11-A260-5BCA-4186EFC8DA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66"/>
          <a:stretch/>
        </p:blipFill>
        <p:spPr>
          <a:xfrm>
            <a:off x="0" y="493025"/>
            <a:ext cx="5080000" cy="27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84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31C2E-E58D-A7B9-14D6-E03977A19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38D6C8-DCC5-085D-B2EB-0E29193FF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0"/>
            <a:ext cx="7772400" cy="493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14BF37-D160-07F9-71E3-DB93082F0F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66"/>
          <a:stretch/>
        </p:blipFill>
        <p:spPr>
          <a:xfrm>
            <a:off x="0" y="493025"/>
            <a:ext cx="5080000" cy="2736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934B9F-119C-FBE9-4429-7316EDB45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986" y="742950"/>
            <a:ext cx="66167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05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016C37-BA0D-D6BD-2D55-D88E4879A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" y="0"/>
            <a:ext cx="10911549" cy="6921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F1075A-2B11-A260-5BCA-4186EFC8DA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66"/>
          <a:stretch/>
        </p:blipFill>
        <p:spPr>
          <a:xfrm>
            <a:off x="0" y="692150"/>
            <a:ext cx="5080000" cy="2736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8EFDB-C194-FCC7-ECAF-842DEA4C0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429" y="850900"/>
            <a:ext cx="6248400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90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80E78C-BD74-774A-F9F7-EC40BD820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9" y="0"/>
            <a:ext cx="10820224" cy="76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776257-22A2-52BF-57B0-9B068758F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700"/>
            <a:ext cx="55118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76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1B34-44F2-8D2F-15CF-C603387D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BA6AEA-39EA-3A7B-9A59-D4F7A3B42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9" y="0"/>
            <a:ext cx="10820224" cy="76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F647B2-BF4A-A648-190E-8DB25D9E8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700"/>
            <a:ext cx="5511800" cy="2908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19FFF3-C10A-98A3-13B0-DF5C7B6E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2" y="3429000"/>
            <a:ext cx="8551890" cy="323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20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80E78C-BD74-774A-F9F7-EC40BD820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9" y="0"/>
            <a:ext cx="10820224" cy="76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776257-22A2-52BF-57B0-9B068758F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700"/>
            <a:ext cx="5511800" cy="2908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E3163D-B9CE-81C5-8405-674E3D314C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949"/>
          <a:stretch/>
        </p:blipFill>
        <p:spPr>
          <a:xfrm>
            <a:off x="190248" y="3689350"/>
            <a:ext cx="8551890" cy="2560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D1CB3C-B666-91C2-F26E-5903AFD48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1888" y="520700"/>
            <a:ext cx="6540500" cy="63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58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10</Words>
  <Application>Microsoft Office PowerPoint</Application>
  <PresentationFormat>Widescreen</PresentationFormat>
  <Paragraphs>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Problems - Week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 - Week 3</dc:title>
  <dc:creator>kml erd</dc:creator>
  <cp:lastModifiedBy>kml erd</cp:lastModifiedBy>
  <cp:revision>364</cp:revision>
  <dcterms:created xsi:type="dcterms:W3CDTF">2025-10-06T09:28:47Z</dcterms:created>
  <dcterms:modified xsi:type="dcterms:W3CDTF">2025-11-03T14:28:03Z</dcterms:modified>
</cp:coreProperties>
</file>