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6" autoAdjust="0"/>
    <p:restoredTop sz="94572"/>
  </p:normalViewPr>
  <p:slideViewPr>
    <p:cSldViewPr snapToGrid="0">
      <p:cViewPr varScale="1">
        <p:scale>
          <a:sx n="104" d="100"/>
          <a:sy n="10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DE9D-11AA-FBBC-8E30-698804FD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FD14-2A62-66B7-5FFE-DF7B20F78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58BAC-9B4F-D7FD-72B3-3F6C9E11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8E47-EC00-1312-C79D-AD487B04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5AAC-8F0F-CFDE-5B65-02BA93E6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482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E8E4-63A8-B79A-0545-80FFC70C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D727-7008-E5E3-FDE9-D9101F67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E05B9-83A4-0A9F-142C-AAD6BAE2A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AEBB-17BB-7D7D-2562-D392BAF0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9A0C5-9211-9CD7-9D2C-DB101CF5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574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7DB5-4F5E-B31C-BDD9-2827862AE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7E565-8246-D3CB-13B1-BB9DF7446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E78B2-CDE8-B98A-67D1-EF7C9DCE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DA72-8F3B-5A9D-2D7C-372B815AA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5F45-BD27-72E0-3F07-46649D0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651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B7C8-BCE2-F9C6-0934-05FC5A3A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71D19-36EB-78E1-346D-8FB814A58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D5648-F9CD-CB68-FC43-AC457BF4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45C33-FC8C-38BE-8A84-BDE3DA0A4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4B1F-756C-FC3C-4B67-214F3591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882E-DA1E-A736-BBD5-DB5794A01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10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E2B9-EDDC-FE05-0219-A12E5E6D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A2D8-48B5-DBFE-BD14-B4629325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19BA4-0E4B-485C-00F0-589BB10D7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66C10-0963-4129-74BA-8A277865B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CFBAD-F56C-15DC-3DC6-96102961E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11267-3E30-AB6F-E50A-F8D50068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1B80C-EDDA-7C0D-DBC1-0F662E22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5C8DA-9026-7D26-CFB2-E52B5E48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33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A97-BE80-5BF7-CA86-699A55F2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32D4A-7B5F-7CF0-D8D6-3F9C9F0B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5CFE9-F717-CECC-2B99-14C60EC3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04B41-B5D2-5064-503C-1EA5DFD04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77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E2B1B-F729-D3E8-A25A-382040CA0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D6771-16B1-80B7-3FC3-95E020C57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8F88-A26E-5CD2-84A6-0BAB74EA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480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1408-3004-C0E1-D9A4-F00E33F8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EF02-DB27-2E4A-7FE3-B3A276025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21C7A-1916-46BC-2187-1172E56F3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91E6A-EE90-0D0F-AA56-679D255B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15243-01E6-764F-519F-9F148408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22E16-E4AB-19AF-EC0F-DF70EDB1A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036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F84C-69BA-AC5D-ED54-D99A9AB20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60082-5806-7EFC-CFF1-2DF60FFB5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02625-ACE1-E427-85E8-F4C0E8C83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706BC-E4AC-6B7A-4BDF-78FDC471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727E1-17C4-073D-9BDC-C1A28D8F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5370C-8B7D-D16C-932E-F94EFF69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1424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5F0D-8E0C-07AD-E9D6-929AC0C5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BCDE1-A4BC-E027-B6E5-BD771DD2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210A5-78D1-6C54-EE54-974025309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B7C98-3A86-65C4-94DB-B639E1AB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424A6-07F3-6D43-9F4C-B75F7132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342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FCB87-6F47-F366-299D-BBA210D2E2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40E0A-C32F-0264-7F64-1375610B1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211D7-0E04-A36D-CF30-E02161B33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8063-5C15-45E4-C853-5A147B021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19BB-82AE-57B5-53F2-42158040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452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D923D-A93B-950F-785D-B950FB9D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D4402-C5D5-0FAF-0DB9-16E17DB3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53D72-9300-F33E-4B0B-B6367D3B0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AC315-45B7-4A8F-AD78-D1FD5E817CC2}" type="datetimeFigureOut">
              <a:rPr lang="tr-TR" smtClean="0"/>
              <a:t>4.11.2025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E1D7-7FD6-9022-B0F7-2CF6BDFF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2FBD5-AAE8-69FC-A2A0-C00BC9D7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D82F1-3195-4612-817D-45BE55BEB3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520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3BBD-017A-A2C9-6DE1-904AB7A35E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Problems</a:t>
            </a:r>
            <a:r>
              <a:rPr lang="tr-TR" dirty="0"/>
              <a:t> II</a:t>
            </a:r>
            <a:r>
              <a:rPr lang="en-GB" dirty="0"/>
              <a:t> - Week 7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CE488-0554-6CD0-6C61-54A178C00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/>
              <a:t>Source </a:t>
            </a:r>
            <a:r>
              <a:rPr lang="tr-TR" dirty="0" err="1"/>
              <a:t>Transformations</a:t>
            </a:r>
            <a:endParaRPr lang="tr-T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dirty="0" err="1"/>
              <a:t>Thevenin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Norton </a:t>
            </a:r>
            <a:r>
              <a:rPr lang="tr-TR"/>
              <a:t>Equivalents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4941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B326CD-1F40-434E-2910-42A2B830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80" y="127122"/>
            <a:ext cx="6401693" cy="32580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02ABDC-927F-8EE4-56EB-2E4D1384C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17" y="4350688"/>
            <a:ext cx="6420746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1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A77CA-0022-E81A-9EFD-52B0FE6C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1F4BB-BE13-9C3B-0838-D66E8CAD9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3535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59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C5AD-0957-851F-BBAB-F5F569D9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0AA201-B959-88A4-3167-536B47A5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3535" cy="22863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B00423-07D6-B182-D79D-2C1601FA8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04" y="2855799"/>
            <a:ext cx="6878010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61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5E4B3-31D3-1242-7034-4DDBDDD33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2E196F-405F-2D4B-4F1C-99641B84D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63535" cy="2286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67382E-940B-621F-5A93-B38CD4B81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45" y="2309179"/>
            <a:ext cx="6049219" cy="4525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7E31B-9755-AE9F-1B5B-F5133DED7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753" y="5509707"/>
            <a:ext cx="2353003" cy="1047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6752C3-FB7C-5AD6-F6D0-876B95F801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991"/>
          <a:stretch>
            <a:fillRect/>
          </a:stretch>
        </p:blipFill>
        <p:spPr>
          <a:xfrm>
            <a:off x="6163536" y="2233509"/>
            <a:ext cx="5945338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3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6A20-978D-F3F9-A151-6C49249F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230663-BC9C-E5A8-6DF2-55A697C66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2309"/>
            <a:ext cx="6077798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A9B234-2F4E-C579-01EF-C3CD1A61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9" y="1545574"/>
            <a:ext cx="4391638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7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8DF8-330C-B171-361F-418B0CFF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6A7D6-DD65-740A-A866-6CB1A2C1E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2309"/>
            <a:ext cx="6077798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A2D8B5-DA9F-2CEC-EC1F-8D8BD7437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9" y="1545574"/>
            <a:ext cx="4391638" cy="1714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81D28E-2E57-E9DF-55BC-B9D70A2E9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931" y="1061707"/>
            <a:ext cx="5210902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3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616C-BED8-98C0-9D3D-6877677B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4E4BF-1CA0-8972-D31E-7372FA159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2309"/>
            <a:ext cx="6077798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88FC5C-69C1-FBA5-DB47-67334A9A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9" y="1545574"/>
            <a:ext cx="4391638" cy="1714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1BCD6E-FDF4-D423-2E01-447D481C5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801" y="535234"/>
            <a:ext cx="5172797" cy="4734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9ACC92-0362-243E-ED31-780110632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801" y="5312426"/>
            <a:ext cx="3181794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27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7D01-3C24-EA23-3CB1-FB9C99689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516711-7B80-C218-0CD7-E23E73A35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2309"/>
            <a:ext cx="6077798" cy="1543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B2B38C-349C-A38C-3BF4-EFC8ED05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9" y="1545574"/>
            <a:ext cx="4391638" cy="1714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47A654-84E1-2814-4D35-900327CD09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801" y="535234"/>
            <a:ext cx="5172797" cy="4734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9182E-C3B6-9A25-D241-2D3BB6607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801" y="5312426"/>
            <a:ext cx="3181794" cy="1143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A3590F-C0A5-8B8B-DF42-F23D5B32A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657" y="4097494"/>
            <a:ext cx="3143689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3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4F11B-068C-6526-53FD-45FF63F6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D27FB0-6379-44F2-2A76-B24ACC7DC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3" y="0"/>
            <a:ext cx="7421011" cy="3191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FD4C1B-764D-193B-AB03-04B709FC9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468" y="4192467"/>
            <a:ext cx="2838846" cy="17242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A87D03-14DB-799E-3420-14058C370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021" y="4711652"/>
            <a:ext cx="4458322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97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7180-3FAC-E38F-8019-A552E06D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CF0CF6-1044-2D65-0438-1BB7BEDE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3" y="0"/>
            <a:ext cx="7421011" cy="3191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A76F6-8C1F-C791-903D-A40F33437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25" y="3980278"/>
            <a:ext cx="3810532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59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7A63F-2A4E-1358-708A-1A885999B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260735-C324-D742-692F-DA12F893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7" y="92364"/>
            <a:ext cx="7421011" cy="3191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5922FB-6042-4A02-B151-9A0C3EF49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307" y="505703"/>
            <a:ext cx="3286584" cy="3943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4B02AB-B3E1-A7CD-69B0-53A58C181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365" y="3835644"/>
            <a:ext cx="3067478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0539F7-6533-167F-A6C8-6D53B7012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61" y="5659560"/>
            <a:ext cx="3258005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9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54DA-7D35-0983-9AF9-5E553C45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808A5-9702-7D8A-7126-441417E84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669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32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E996-5598-3137-E5C7-9EE03952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11D34-5B04-057C-388B-53FEBBB7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6695" cy="2781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AE576B-7B88-C284-420F-BB60F08A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751" y="82467"/>
            <a:ext cx="3057952" cy="4696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710DC0-A082-0EBD-B57E-5A7E5350C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785" y="3909991"/>
            <a:ext cx="3153215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09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</TotalTime>
  <Words>11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Problems II - Week 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- Week 3</dc:title>
  <dc:creator>kml erd</dc:creator>
  <cp:lastModifiedBy>kml erd</cp:lastModifiedBy>
  <cp:revision>387</cp:revision>
  <dcterms:created xsi:type="dcterms:W3CDTF">2025-10-06T09:28:47Z</dcterms:created>
  <dcterms:modified xsi:type="dcterms:W3CDTF">2025-11-04T12:03:34Z</dcterms:modified>
</cp:coreProperties>
</file>