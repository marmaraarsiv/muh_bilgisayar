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8" r:id="rId12"/>
    <p:sldId id="270" r:id="rId1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67B91-E660-6646-9AE2-CF82AD1BB515}" type="datetimeFigureOut">
              <a:rPr lang="en-TR" smtClean="0"/>
              <a:t>25.12.2022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58A48-885A-2841-8CC8-2B8D36DD1C41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4356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E99402E-988C-4122-BDB7-A5B9E0934B7F}" type="datetimeFigureOut">
              <a:rPr lang="tr-TR" smtClean="0"/>
              <a:t>25.12.2022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5B04CAF-94E0-4EEA-918E-91157B30306D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cse.eng.marmara.edu.tr/lisans-programi/lisans-bitirme-projeleri/" TargetMode="External"/><Relationship Id="rId3" Type="http://schemas.openxmlformats.org/officeDocument/2006/relationships/hyperlink" Target="mailto:kubra.uludag@marmara.edu.tr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/>
              <a:t>23.12.2022</a:t>
            </a:r>
            <a:endParaRPr lang="tr-T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2708921"/>
            <a:ext cx="6629400" cy="1737314"/>
          </a:xfrm>
        </p:spPr>
        <p:txBody>
          <a:bodyPr>
            <a:normAutofit/>
          </a:bodyPr>
          <a:lstStyle/>
          <a:p>
            <a:r>
              <a:rPr lang="tr-TR" sz="3000" dirty="0"/>
              <a:t>CSE4</a:t>
            </a:r>
            <a:r>
              <a:rPr lang="en-US" sz="3000" dirty="0"/>
              <a:t>1</a:t>
            </a:r>
            <a:r>
              <a:rPr lang="tr-TR" sz="3000" dirty="0"/>
              <a:t>97 Graduatıon Project Presentatıon meetıng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602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Important Dates</a:t>
            </a:r>
          </a:p>
          <a:p>
            <a:r>
              <a:rPr lang="tr-TR" dirty="0"/>
              <a:t>ADD Preperation </a:t>
            </a:r>
          </a:p>
          <a:p>
            <a:r>
              <a:rPr lang="tr-TR" dirty="0"/>
              <a:t>Project Presentations</a:t>
            </a:r>
          </a:p>
          <a:p>
            <a:r>
              <a:rPr lang="tr-TR" dirty="0"/>
              <a:t>Questions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12651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Important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January 5 and January 6 (all day) </a:t>
            </a:r>
            <a:r>
              <a:rPr lang="en-US" b="1" dirty="0"/>
              <a:t>- Project</a:t>
            </a:r>
            <a:r>
              <a:rPr lang="tr-TR" b="1" dirty="0"/>
              <a:t> </a:t>
            </a:r>
            <a:r>
              <a:rPr lang="en-US" b="1" dirty="0"/>
              <a:t>Presentations</a:t>
            </a:r>
            <a:r>
              <a:rPr lang="en-US" dirty="0"/>
              <a:t>. (Attendance is mandatory)</a:t>
            </a:r>
            <a:endParaRPr lang="tr-TR" dirty="0"/>
          </a:p>
          <a:p>
            <a:pPr marL="11430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January 13 (Friday) (20:00) </a:t>
            </a:r>
            <a:r>
              <a:rPr lang="en-US" b="1" dirty="0"/>
              <a:t>– Submissions of ADDs. </a:t>
            </a:r>
            <a:r>
              <a:rPr lang="en-US" dirty="0"/>
              <a:t> </a:t>
            </a:r>
            <a:endParaRPr lang="tr-TR" dirty="0"/>
          </a:p>
          <a:p>
            <a:endParaRPr lang="tr-TR" dirty="0"/>
          </a:p>
          <a:p>
            <a:r>
              <a:rPr lang="en-US" dirty="0"/>
              <a:t>You will receive the ADD guide by email this week. 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546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Project Presentatıons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language will be English.</a:t>
            </a:r>
          </a:p>
          <a:p>
            <a:r>
              <a:rPr lang="en-US" dirty="0"/>
              <a:t>All group members should contribute the</a:t>
            </a:r>
            <a:r>
              <a:rPr lang="tr-TR" dirty="0"/>
              <a:t> presentation.</a:t>
            </a:r>
          </a:p>
          <a:p>
            <a:r>
              <a:rPr lang="en-US" dirty="0"/>
              <a:t>Participation to presentations is </a:t>
            </a:r>
            <a:r>
              <a:rPr lang="en-US" b="1" dirty="0"/>
              <a:t>mandatory</a:t>
            </a:r>
            <a:r>
              <a:rPr lang="en-US" dirty="0"/>
              <a:t>;</a:t>
            </a:r>
            <a:r>
              <a:rPr lang="tr-TR" dirty="0"/>
              <a:t> attendance will be taken.</a:t>
            </a:r>
          </a:p>
          <a:p>
            <a:r>
              <a:rPr lang="en-US" dirty="0"/>
              <a:t>Duration of the presentation will be 12 minutes, there</a:t>
            </a:r>
            <a:r>
              <a:rPr lang="tr-TR" dirty="0"/>
              <a:t> </a:t>
            </a:r>
            <a:r>
              <a:rPr lang="en-US" dirty="0"/>
              <a:t>will be a question-and-answer session for 3 minutes at</a:t>
            </a:r>
            <a:r>
              <a:rPr lang="tr-TR" dirty="0"/>
              <a:t> </a:t>
            </a:r>
            <a:r>
              <a:rPr lang="en-US" dirty="0"/>
              <a:t>the end of the presentation. </a:t>
            </a:r>
            <a:endParaRPr lang="tr-TR" dirty="0"/>
          </a:p>
          <a:p>
            <a:r>
              <a:rPr lang="en-US" dirty="0"/>
              <a:t>At the end of 15 minutes,</a:t>
            </a:r>
            <a:r>
              <a:rPr lang="tr-TR" dirty="0"/>
              <a:t> </a:t>
            </a:r>
            <a:r>
              <a:rPr lang="en-US" dirty="0"/>
              <a:t>the other group will start the presentation.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6604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CONTENTS of Presentatıon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Definition of the problem and brief description of the project</a:t>
            </a:r>
            <a:endParaRPr lang="tr-TR" dirty="0"/>
          </a:p>
          <a:p>
            <a:pPr lvl="1"/>
            <a:r>
              <a:rPr lang="en-US" dirty="0"/>
              <a:t>This part answers the following questions:</a:t>
            </a:r>
            <a:endParaRPr lang="tr-TR" dirty="0"/>
          </a:p>
          <a:p>
            <a:pPr lvl="2"/>
            <a:r>
              <a:rPr lang="tr-TR" dirty="0"/>
              <a:t> What are you doing?</a:t>
            </a:r>
          </a:p>
          <a:p>
            <a:pPr lvl="2"/>
            <a:r>
              <a:rPr lang="en-US" dirty="0"/>
              <a:t>What is the motivation for this project?</a:t>
            </a:r>
            <a:endParaRPr lang="tr-TR" dirty="0"/>
          </a:p>
          <a:p>
            <a:pPr lvl="2"/>
            <a:r>
              <a:rPr lang="en-US" dirty="0"/>
              <a:t>Why is the problem important?</a:t>
            </a:r>
          </a:p>
          <a:p>
            <a:r>
              <a:rPr lang="tr-TR" dirty="0"/>
              <a:t>2. Project aims</a:t>
            </a:r>
          </a:p>
          <a:p>
            <a:pPr lvl="1"/>
            <a:r>
              <a:rPr lang="en-US" dirty="0"/>
              <a:t>In this part, the aims of your project will be listed.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5097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CONTENTS of Presentatıon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tr-TR" dirty="0"/>
          </a:p>
          <a:p>
            <a:r>
              <a:rPr lang="tr-TR" dirty="0"/>
              <a:t>3. Related work</a:t>
            </a:r>
          </a:p>
          <a:p>
            <a:pPr lvl="1"/>
            <a:r>
              <a:rPr lang="en-US" dirty="0"/>
              <a:t>In this part, you are expected to give information about similar</a:t>
            </a:r>
            <a:r>
              <a:rPr lang="tr-TR" dirty="0"/>
              <a:t> </a:t>
            </a:r>
            <a:r>
              <a:rPr lang="en-US" dirty="0"/>
              <a:t>projects and describe how your project is related to these.</a:t>
            </a:r>
            <a:endParaRPr lang="tr-TR" dirty="0"/>
          </a:p>
          <a:p>
            <a:pPr lvl="1"/>
            <a:r>
              <a:rPr lang="en-US" dirty="0"/>
              <a:t>You have to answer are there any novelties?</a:t>
            </a:r>
          </a:p>
          <a:p>
            <a:r>
              <a:rPr lang="tr-TR" dirty="0"/>
              <a:t>4. Scope</a:t>
            </a:r>
          </a:p>
          <a:p>
            <a:pPr lvl="1"/>
            <a:r>
              <a:rPr lang="en-US" dirty="0"/>
              <a:t>Here you have to describe the constraints of your project and the</a:t>
            </a:r>
            <a:r>
              <a:rPr lang="tr-TR" dirty="0"/>
              <a:t> assumptions that you make.</a:t>
            </a:r>
          </a:p>
        </p:txBody>
      </p:sp>
    </p:spTree>
    <p:extLst>
      <p:ext uri="{BB962C8B-B14F-4D97-AF65-F5344CB8AC3E}">
        <p14:creationId xmlns:p14="http://schemas.microsoft.com/office/powerpoint/2010/main" val="451455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CONTENTS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5. Methodology and technical approach</a:t>
            </a:r>
          </a:p>
          <a:p>
            <a:pPr lvl="1"/>
            <a:r>
              <a:rPr lang="en-US" dirty="0"/>
              <a:t>Here you have to describe your solution approach to the</a:t>
            </a:r>
            <a:r>
              <a:rPr lang="tr-TR" dirty="0"/>
              <a:t> </a:t>
            </a:r>
            <a:r>
              <a:rPr lang="en-US" dirty="0"/>
              <a:t>problem.</a:t>
            </a:r>
          </a:p>
          <a:p>
            <a:pPr lvl="1"/>
            <a:r>
              <a:rPr lang="en-US" dirty="0"/>
              <a:t>List any resources (including software, hardware, specific data,</a:t>
            </a:r>
            <a:r>
              <a:rPr lang="tr-TR" dirty="0"/>
              <a:t> </a:t>
            </a:r>
            <a:r>
              <a:rPr lang="en-US" dirty="0"/>
              <a:t>etc.) and any theory, known algorithms, methods, etc. that you are</a:t>
            </a:r>
            <a:r>
              <a:rPr lang="tr-TR" dirty="0"/>
              <a:t> </a:t>
            </a:r>
            <a:r>
              <a:rPr lang="en-US" dirty="0"/>
              <a:t>using (or you will use) to accomplish your project.</a:t>
            </a:r>
          </a:p>
          <a:p>
            <a:r>
              <a:rPr lang="tr-TR" dirty="0"/>
              <a:t>6. Tasks accomplished</a:t>
            </a:r>
          </a:p>
          <a:p>
            <a:pPr lvl="1"/>
            <a:r>
              <a:rPr lang="en-US" dirty="0"/>
              <a:t>In this part, you have to describe what you have done (other than</a:t>
            </a:r>
            <a:r>
              <a:rPr lang="tr-TR" dirty="0"/>
              <a:t> research and investigation)?</a:t>
            </a:r>
          </a:p>
          <a:p>
            <a:pPr lvl="1"/>
            <a:r>
              <a:rPr lang="en-US" dirty="0"/>
              <a:t>Which part(s) of your project have finished?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1985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CONTENTS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7. Difficulties encountered</a:t>
            </a:r>
          </a:p>
          <a:p>
            <a:pPr lvl="1"/>
            <a:r>
              <a:rPr lang="en-US" dirty="0"/>
              <a:t>Problems and difficulties that you encountered will be listed here.</a:t>
            </a:r>
          </a:p>
          <a:p>
            <a:r>
              <a:rPr lang="en-US" dirty="0"/>
              <a:t>8. Tasks to be completed in the second semester</a:t>
            </a:r>
            <a:endParaRPr lang="tr-TR" dirty="0"/>
          </a:p>
          <a:p>
            <a:pPr lvl="1"/>
            <a:r>
              <a:rPr lang="en-US" dirty="0"/>
              <a:t>You have to describe the tasks that you plan to complete.</a:t>
            </a:r>
            <a:endParaRPr lang="tr-TR" dirty="0"/>
          </a:p>
          <a:p>
            <a:pPr lvl="1"/>
            <a:r>
              <a:rPr lang="en-US" dirty="0"/>
              <a:t>Give a time table for these tasks.</a:t>
            </a:r>
            <a:endParaRPr lang="tr-TR" dirty="0"/>
          </a:p>
          <a:p>
            <a:pPr lvl="1"/>
            <a:r>
              <a:rPr lang="en-US" dirty="0"/>
              <a:t>Also describe your B-plan if you encounter problems for completing</a:t>
            </a:r>
            <a:r>
              <a:rPr lang="tr-TR" dirty="0"/>
              <a:t> these tasks.</a:t>
            </a:r>
          </a:p>
        </p:txBody>
      </p:sp>
    </p:spTree>
    <p:extLst>
      <p:ext uri="{BB962C8B-B14F-4D97-AF65-F5344CB8AC3E}">
        <p14:creationId xmlns:p14="http://schemas.microsoft.com/office/powerpoint/2010/main" val="68438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CONTENTS </a:t>
            </a:r>
            <a:r>
              <a:rPr lang="tr-TR" dirty="0" err="1"/>
              <a:t>oF</a:t>
            </a:r>
            <a:r>
              <a:rPr lang="tr-TR" dirty="0"/>
              <a:t>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number of slides should be 12 to 18.</a:t>
            </a:r>
          </a:p>
          <a:p>
            <a:r>
              <a:rPr lang="en-US" dirty="0"/>
              <a:t>The first two and the last slides should contain the</a:t>
            </a:r>
            <a:r>
              <a:rPr lang="tr-TR" dirty="0"/>
              <a:t> following:</a:t>
            </a:r>
          </a:p>
          <a:p>
            <a:pPr lvl="1"/>
            <a:r>
              <a:rPr lang="en-US" dirty="0"/>
              <a:t>First slide: Name of the team member(s), advisor with his/her</a:t>
            </a:r>
            <a:r>
              <a:rPr lang="tr-TR" dirty="0"/>
              <a:t> </a:t>
            </a:r>
            <a:r>
              <a:rPr lang="en-US" dirty="0"/>
              <a:t>academic title, name of the project</a:t>
            </a:r>
            <a:endParaRPr lang="tr-TR" dirty="0"/>
          </a:p>
          <a:p>
            <a:pPr lvl="1"/>
            <a:r>
              <a:rPr lang="tr-TR" dirty="0"/>
              <a:t>Second slide: Agenda</a:t>
            </a:r>
          </a:p>
          <a:p>
            <a:pPr lvl="1"/>
            <a:r>
              <a:rPr lang="tr-TR" dirty="0"/>
              <a:t>Last slide: References.</a:t>
            </a:r>
          </a:p>
          <a:p>
            <a:r>
              <a:rPr lang="en-US" dirty="0"/>
              <a:t>Do not forget to give page numbers to slides.</a:t>
            </a:r>
          </a:p>
          <a:p>
            <a:r>
              <a:rPr lang="en-US" dirty="0"/>
              <a:t>Do not forget to give name to figures and tables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856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Submıssıon</a:t>
            </a:r>
            <a:r>
              <a:rPr lang="tr-TR" dirty="0"/>
              <a:t> of </a:t>
            </a:r>
            <a:r>
              <a:rPr lang="tr-TR" dirty="0" err="1"/>
              <a:t>ADDs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dirty="0" err="1"/>
              <a:t>Turnitin</a:t>
            </a:r>
            <a:r>
              <a:rPr lang="en-US" dirty="0"/>
              <a:t> account will be opened for one of the group members to screen plagiarism regarding the ADD documents. </a:t>
            </a:r>
            <a:endParaRPr lang="tr-TR" dirty="0"/>
          </a:p>
          <a:p>
            <a:r>
              <a:rPr lang="en-US" dirty="0"/>
              <a:t>He/she will receive an e-mail that confirms the  account has been opened. After log in to Turnitin, ADDs must be uploaded until </a:t>
            </a:r>
            <a:r>
              <a:rPr lang="en-US" dirty="0">
                <a:solidFill>
                  <a:srgbClr val="FF0000"/>
                </a:solidFill>
              </a:rPr>
              <a:t>January 13, 20:00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/>
              <a:t>Similarity scan will be performed on the ADDs you upload to </a:t>
            </a:r>
            <a:r>
              <a:rPr lang="en-US" dirty="0" err="1"/>
              <a:t>Turnitin</a:t>
            </a:r>
            <a:r>
              <a:rPr lang="en-US" dirty="0"/>
              <a:t>; and  those reports having a similarity value above a certain threshold will not be accepted. </a:t>
            </a:r>
            <a:endParaRPr lang="tr-TR" dirty="0"/>
          </a:p>
          <a:p>
            <a:r>
              <a:rPr lang="en-US" dirty="0"/>
              <a:t>For this reason, you need to prepare the ADDs using your own words with proper  citations.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96785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Questıons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For general info about graduation projects</a:t>
            </a:r>
          </a:p>
          <a:p>
            <a:r>
              <a:rPr lang="tr-T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http://cse.eng.marmara.edu.tr/lisans-programi/lisans-bitirme-projeleri/</a:t>
            </a:r>
            <a:endParaRPr lang="en-US" dirty="0"/>
          </a:p>
          <a:p>
            <a:r>
              <a:rPr lang="tr-TR" dirty="0"/>
              <a:t>For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questions</a:t>
            </a:r>
            <a:r>
              <a:rPr lang="tr-TR" dirty="0"/>
              <a:t>:</a:t>
            </a:r>
          </a:p>
          <a:p>
            <a:pPr lvl="1"/>
            <a:r>
              <a:rPr lang="tr-TR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kubra.uludag@marmara.edu.tr</a:t>
            </a:r>
            <a:endParaRPr lang="tr-TR" sz="2400" dirty="0"/>
          </a:p>
          <a:p>
            <a:pPr marL="411480" lvl="1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5018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ADD Preperatıon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Assoc.Prof Borahan Tümer will continue.</a:t>
            </a:r>
          </a:p>
        </p:txBody>
      </p:sp>
    </p:spTree>
    <p:extLst>
      <p:ext uri="{BB962C8B-B14F-4D97-AF65-F5344CB8AC3E}">
        <p14:creationId xmlns:p14="http://schemas.microsoft.com/office/powerpoint/2010/main" val="901244657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299</TotalTime>
  <Words>626</Words>
  <Application>Microsoft Macintosh PowerPoint</Application>
  <PresentationFormat>On-screen Show (4:3)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 Antiqua</vt:lpstr>
      <vt:lpstr>Calibri</vt:lpstr>
      <vt:lpstr>Century Gothic</vt:lpstr>
      <vt:lpstr>Apothecary</vt:lpstr>
      <vt:lpstr>CSE4197 Graduatıon Project Presentatıon meetıng</vt:lpstr>
      <vt:lpstr>Agenda</vt:lpstr>
      <vt:lpstr>Important dates</vt:lpstr>
      <vt:lpstr>Project Presentatıons</vt:lpstr>
      <vt:lpstr>CONTENTS of Presentatıon</vt:lpstr>
      <vt:lpstr>CONTENTS of Presentatıon</vt:lpstr>
      <vt:lpstr>CONTENTS OF PRESENTATION</vt:lpstr>
      <vt:lpstr>CONTENTS of PRESENTATION</vt:lpstr>
      <vt:lpstr>CONTENTS oF PRESENTATION</vt:lpstr>
      <vt:lpstr>Submıssıon of ADDs</vt:lpstr>
      <vt:lpstr>Questıons</vt:lpstr>
      <vt:lpstr>ADD Preperatıon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CSE497- CSE498 Bitirme Projeleri Tanıtım Toplantısı</dc:title>
  <dc:creator/>
  <cp:lastModifiedBy/>
  <cp:revision>34</cp:revision>
  <cp:lastPrinted>2022-12-24T11:35:05Z</cp:lastPrinted>
  <dcterms:created xsi:type="dcterms:W3CDTF">2016-04-22T07:50:51Z</dcterms:created>
  <dcterms:modified xsi:type="dcterms:W3CDTF">2022-12-25T09:19:40Z</dcterms:modified>
  <dc:description/>
</cp:coreProperties>
</file>