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854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442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84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065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876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74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182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984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330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66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87193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4AFC2-1E6E-464D-8B2A-562C36340BE2}" type="datetimeFigureOut">
              <a:rPr lang="tr-TR" smtClean="0"/>
              <a:t>28.01.2023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5E855-25DB-4083-9590-6EA48EB886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141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5A12F42-7304-4FEB-8340-AA8908FF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1" y="0"/>
            <a:ext cx="3806055" cy="316714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4F33E26-C544-4486-8765-73BF54828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1" y="3167149"/>
            <a:ext cx="4039164" cy="2981741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22EF1D9-E6CF-4E04-BA29-322853491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46" y="0"/>
            <a:ext cx="3991532" cy="154326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279930E1-5998-43B0-9C0E-701E8768A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220" y="1693929"/>
            <a:ext cx="4010585" cy="2638793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A26A78EB-A9AF-4F24-BE0E-9B18DE4BE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4" y="1583575"/>
            <a:ext cx="2176405" cy="1482976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929915CA-269A-48CE-AB65-7F15D78BDF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1718" y="4232053"/>
            <a:ext cx="1880465" cy="1117959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CD51F4E8-6B51-4E6B-AF8A-7053B920A4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3879" y="651883"/>
            <a:ext cx="2001824" cy="1042046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0FE08925-6A89-4F30-A115-DA5BC46DB7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7598" y="2418147"/>
            <a:ext cx="1754386" cy="18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4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5AB3F3F-0A9C-4257-8956-25C0CD050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9637" cy="303889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746CA064-19CF-45B6-9463-9BFB9B2FA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8899"/>
            <a:ext cx="4067743" cy="373432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98FBCF3-6F97-495A-A9EE-73E6CDACF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637" y="0"/>
            <a:ext cx="4058216" cy="3524742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6F8C60BD-001A-449E-836A-9F4845E71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" y="1824293"/>
            <a:ext cx="2681422" cy="118571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088E76EC-393B-4484-BCC0-5A9D5997F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1" y="5550249"/>
            <a:ext cx="2060213" cy="737340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A3734BDF-EBDF-4A6D-9B02-D83885AD5C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8745" y="895712"/>
            <a:ext cx="908112" cy="375771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804BC6F7-F967-4DE5-99C6-EC6187DD8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8745" y="1448522"/>
            <a:ext cx="908112" cy="40018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BBD64E40-880B-4C16-80C1-084233B691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2584" y="2073269"/>
            <a:ext cx="922227" cy="343881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3440DA5A-0B11-4B4B-BB5B-BDCC645652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2584" y="3072760"/>
            <a:ext cx="2594273" cy="3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4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16F7CCC-0046-482C-B243-576D15D7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91532" cy="315321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D85DF4C-1061-41C1-87C8-FDD78CE4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8" y="3113172"/>
            <a:ext cx="387721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2023-01-28T15:04:32Z</dcterms:created>
  <dcterms:modified xsi:type="dcterms:W3CDTF">2023-01-28T15:04:35Z</dcterms:modified>
  <dc:description/>
</cp:coreProperties>
</file>